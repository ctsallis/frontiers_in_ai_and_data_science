
<file path=[Content_Types].xml><?xml version="1.0" encoding="utf-8"?>
<Types xmlns="http://schemas.openxmlformats.org/package/2006/content-types">
  <Default Extension="emf" ContentType="image/x-emf"/>
  <Default Extension="jpeg" ContentType="image/jpeg"/>
  <Default Extension="jpg" ContentType="image/jpeg"/>
  <Default Extension="png" ContentType="image/png"/>
  <Default Extension="rels" ContentType="application/vnd.openxmlformats-package.relationships+xml"/>
  <Default Extension="xml" ContentType="application/xml"/>
  <Override PartName="/ppt/presentation.xml" ContentType="application/vnd.openxmlformats-officedocument.presentationml.presentation.main+xml"/>
  <Override PartName="/ppt/slideMasters/slideMaster1.xml" ContentType="application/vnd.openxmlformats-officedocument.presentationml.slideMaster+xml"/>
  <Override PartName="/ppt/slides/slide1.xml" ContentType="application/vnd.openxmlformats-officedocument.presentationml.slide+xml"/>
  <Override PartName="/ppt/slides/slide2.xml" ContentType="application/vnd.openxmlformats-officedocument.presentationml.slide+xml"/>
  <Override PartName="/ppt/slides/slide3.xml" ContentType="application/vnd.openxmlformats-officedocument.presentationml.slide+xml"/>
  <Override PartName="/ppt/slides/slide4.xml" ContentType="application/vnd.openxmlformats-officedocument.presentationml.slide+xml"/>
  <Override PartName="/ppt/slides/slide5.xml" ContentType="application/vnd.openxmlformats-officedocument.presentationml.slide+xml"/>
  <Override PartName="/ppt/slides/slide6.xml" ContentType="application/vnd.openxmlformats-officedocument.presentationml.slide+xml"/>
  <Override PartName="/ppt/slides/slide7.xml" ContentType="application/vnd.openxmlformats-officedocument.presentationml.slide+xml"/>
  <Override PartName="/ppt/slides/slide8.xml" ContentType="application/vnd.openxmlformats-officedocument.presentationml.slide+xml"/>
  <Override PartName="/ppt/slides/slide9.xml" ContentType="application/vnd.openxmlformats-officedocument.presentationml.slide+xml"/>
  <Override PartName="/ppt/slides/slide10.xml" ContentType="application/vnd.openxmlformats-officedocument.presentationml.slide+xml"/>
  <Override PartName="/ppt/slides/slide11.xml" ContentType="application/vnd.openxmlformats-officedocument.presentationml.slide+xml"/>
  <Override PartName="/ppt/slides/slide12.xml" ContentType="application/vnd.openxmlformats-officedocument.presentationml.slide+xml"/>
  <Override PartName="/ppt/slides/slide13.xml" ContentType="application/vnd.openxmlformats-officedocument.presentationml.slide+xml"/>
  <Override PartName="/ppt/slides/slide14.xml" ContentType="application/vnd.openxmlformats-officedocument.presentationml.slide+xml"/>
  <Override PartName="/ppt/slides/slide15.xml" ContentType="application/vnd.openxmlformats-officedocument.presentationml.slide+xml"/>
  <Override PartName="/ppt/slides/slide16.xml" ContentType="application/vnd.openxmlformats-officedocument.presentationml.slide+xml"/>
  <Override PartName="/ppt/slides/slide17.xml" ContentType="application/vnd.openxmlformats-officedocument.presentationml.slide+xml"/>
  <Override PartName="/ppt/slides/slide18.xml" ContentType="application/vnd.openxmlformats-officedocument.presentationml.slide+xml"/>
  <Override PartName="/ppt/slides/slide19.xml" ContentType="application/vnd.openxmlformats-officedocument.presentationml.slide+xml"/>
  <Override PartName="/ppt/slides/slide20.xml" ContentType="application/vnd.openxmlformats-officedocument.presentationml.slide+xml"/>
  <Override PartName="/ppt/slides/slide21.xml" ContentType="application/vnd.openxmlformats-officedocument.presentationml.slide+xml"/>
  <Override PartName="/ppt/slides/slide22.xml" ContentType="application/vnd.openxmlformats-officedocument.presentationml.slide+xml"/>
  <Override PartName="/ppt/slides/slide23.xml" ContentType="application/vnd.openxmlformats-officedocument.presentationml.slide+xml"/>
  <Override PartName="/ppt/slides/slide24.xml" ContentType="application/vnd.openxmlformats-officedocument.presentationml.slide+xml"/>
  <Override PartName="/ppt/slides/slide25.xml" ContentType="application/vnd.openxmlformats-officedocument.presentationml.slide+xml"/>
  <Override PartName="/ppt/slides/slide26.xml" ContentType="application/vnd.openxmlformats-officedocument.presentationml.slide+xml"/>
  <Override PartName="/ppt/slides/slide27.xml" ContentType="application/vnd.openxmlformats-officedocument.presentationml.slide+xml"/>
  <Override PartName="/ppt/slides/slide28.xml" ContentType="application/vnd.openxmlformats-officedocument.presentationml.slide+xml"/>
  <Override PartName="/ppt/slides/slide29.xml" ContentType="application/vnd.openxmlformats-officedocument.presentationml.slide+xml"/>
  <Override PartName="/ppt/slides/slide30.xml" ContentType="application/vnd.openxmlformats-officedocument.presentationml.slide+xml"/>
  <Override PartName="/ppt/slides/slide31.xml" ContentType="application/vnd.openxmlformats-officedocument.presentationml.slide+xml"/>
  <Override PartName="/ppt/slides/slide32.xml" ContentType="application/vnd.openxmlformats-officedocument.presentationml.slide+xml"/>
  <Override PartName="/ppt/slides/slide33.xml" ContentType="application/vnd.openxmlformats-officedocument.presentationml.slide+xml"/>
  <Override PartName="/ppt/slides/slide34.xml" ContentType="application/vnd.openxmlformats-officedocument.presentationml.slide+xml"/>
  <Override PartName="/ppt/slides/slide35.xml" ContentType="application/vnd.openxmlformats-officedocument.presentationml.slide+xml"/>
  <Override PartName="/ppt/slides/slide36.xml" ContentType="application/vnd.openxmlformats-officedocument.presentationml.slide+xml"/>
  <Override PartName="/ppt/slides/slide37.xml" ContentType="application/vnd.openxmlformats-officedocument.presentationml.slide+xml"/>
  <Override PartName="/ppt/slides/slide38.xml" ContentType="application/vnd.openxmlformats-officedocument.presentationml.slide+xml"/>
  <Override PartName="/ppt/slides/slide39.xml" ContentType="application/vnd.openxmlformats-officedocument.presentationml.slide+xml"/>
  <Override PartName="/ppt/slides/slide40.xml" ContentType="application/vnd.openxmlformats-officedocument.presentationml.slide+xml"/>
  <Override PartName="/ppt/slides/slide41.xml" ContentType="application/vnd.openxmlformats-officedocument.presentationml.slide+xml"/>
  <Override PartName="/ppt/slides/slide42.xml" ContentType="application/vnd.openxmlformats-officedocument.presentationml.slide+xml"/>
  <Override PartName="/ppt/slides/slide43.xml" ContentType="application/vnd.openxmlformats-officedocument.presentationml.slide+xml"/>
  <Override PartName="/ppt/slides/slide44.xml" ContentType="application/vnd.openxmlformats-officedocument.presentationml.slide+xml"/>
  <Override PartName="/ppt/slides/slide45.xml" ContentType="application/vnd.openxmlformats-officedocument.presentationml.slide+xml"/>
  <Override PartName="/ppt/notesMasters/notesMaster1.xml" ContentType="application/vnd.openxmlformats-officedocument.presentationml.notesMaster+xml"/>
  <Override PartName="/ppt/presProps.xml" ContentType="application/vnd.openxmlformats-officedocument.presentationml.presProps+xml"/>
  <Override PartName="/ppt/viewProps.xml" ContentType="application/vnd.openxmlformats-officedocument.presentationml.viewProps+xml"/>
  <Override PartName="/ppt/theme/theme1.xml" ContentType="application/vnd.openxmlformats-officedocument.theme+xml"/>
  <Override PartName="/ppt/tableStyles.xml" ContentType="application/vnd.openxmlformats-officedocument.presentationml.tableStyles+xml"/>
  <Override PartName="/ppt/slideLayouts/slideLayout1.xml" ContentType="application/vnd.openxmlformats-officedocument.presentationml.slideLayout+xml"/>
  <Override PartName="/ppt/slideLayouts/slideLayout2.xml" ContentType="application/vnd.openxmlformats-officedocument.presentationml.slideLayout+xml"/>
  <Override PartName="/ppt/slideLayouts/slideLayout3.xml" ContentType="application/vnd.openxmlformats-officedocument.presentationml.slideLayout+xml"/>
  <Override PartName="/ppt/slideLayouts/slideLayout4.xml" ContentType="application/vnd.openxmlformats-officedocument.presentationml.slideLayout+xml"/>
  <Override PartName="/ppt/slideLayouts/slideLayout5.xml" ContentType="application/vnd.openxmlformats-officedocument.presentationml.slideLayout+xml"/>
  <Override PartName="/ppt/theme/theme2.xml" ContentType="application/vnd.openxmlformats-officedocument.theme+xml"/>
  <Override PartName="/ppt/charts/chart1.xml" ContentType="application/vnd.openxmlformats-officedocument.drawingml.chart+xml"/>
  <Override PartName="/ppt/tags/tag1.xml" ContentType="application/vnd.openxmlformats-officedocument.presentationml.tags+xml"/>
  <Override PartName="/ppt/notesSlides/notesSlide1.xml" ContentType="application/vnd.openxmlformats-officedocument.presentationml.notesSlide+xml"/>
  <Override PartName="/ppt/notesSlides/notesSlide2.xml" ContentType="application/vnd.openxmlformats-officedocument.presentationml.notesSlide+xml"/>
  <Override PartName="/ppt/notesSlides/notesSlide7.xml" ContentType="application/vnd.openxmlformats-officedocument.presentationml.notesSlide+xml"/>
  <Override PartName="/ppt/tags/tag2.xml" ContentType="application/vnd.openxmlformats-officedocument.presentationml.tags+xml"/>
  <Override PartName="/ppt/tags/tag3.xml" ContentType="application/vnd.openxmlformats-officedocument.presentationml.tags+xml"/>
  <Override PartName="/ppt/tags/tag4.xml" ContentType="application/vnd.openxmlformats-officedocument.presentationml.tags+xml"/>
  <Override PartName="/ppt/tags/tag5.xml" ContentType="application/vnd.openxmlformats-officedocument.presentationml.tags+xml"/>
  <Override PartName="/ppt/tags/tag6.xml" ContentType="application/vnd.openxmlformats-officedocument.presentationml.tags+xml"/>
  <Override PartName="/ppt/tags/tag7.xml" ContentType="application/vnd.openxmlformats-officedocument.presentationml.tags+xml"/>
  <Override PartName="/ppt/tags/tag8.xml" ContentType="application/vnd.openxmlformats-officedocument.presentationml.tags+xml"/>
  <Override PartName="/ppt/tags/tag9.xml" ContentType="application/vnd.openxmlformats-officedocument.presentationml.tags+xml"/>
  <Override PartName="/ppt/tags/tag10.xml" ContentType="application/vnd.openxmlformats-officedocument.presentationml.tags+xml"/>
  <Override PartName="/ppt/tags/tag11.xml" ContentType="application/vnd.openxmlformats-officedocument.presentationml.tags+xml"/>
  <Override PartName="/ppt/tags/tag12.xml" ContentType="application/vnd.openxmlformats-officedocument.presentationml.tags+xml"/>
  <Override PartName="/ppt/tags/tag13.xml" ContentType="application/vnd.openxmlformats-officedocument.presentationml.tags+xml"/>
  <Override PartName="/ppt/tags/tag14.xml" ContentType="application/vnd.openxmlformats-officedocument.presentationml.tags+xml"/>
  <Override PartName="/ppt/tags/tag15.xml" ContentType="application/vnd.openxmlformats-officedocument.presentationml.tags+xml"/>
  <Override PartName="/ppt/tags/tag16.xml" ContentType="application/vnd.openxmlformats-officedocument.presentationml.tags+xml"/>
  <Override PartName="/ppt/tags/tag17.xml" ContentType="application/vnd.openxmlformats-officedocument.presentationml.tags+xml"/>
  <Override PartName="/ppt/tags/tag18.xml" ContentType="application/vnd.openxmlformats-officedocument.presentationml.tags+xml"/>
  <Override PartName="/ppt/tags/tag19.xml" ContentType="application/vnd.openxmlformats-officedocument.presentationml.tags+xml"/>
  <Override PartName="/ppt/tags/tag20.xml" ContentType="application/vnd.openxmlformats-officedocument.presentationml.tags+xml"/>
  <Override PartName="/ppt/tags/tag21.xml" ContentType="application/vnd.openxmlformats-officedocument.presentationml.tags+xml"/>
  <Override PartName="/ppt/tags/tag22.xml" ContentType="application/vnd.openxmlformats-officedocument.presentationml.tags+xml"/>
  <Override PartName="/ppt/tags/tag23.xml" ContentType="application/vnd.openxmlformats-officedocument.presentationml.tags+xml"/>
  <Override PartName="/ppt/tags/tag24.xml" ContentType="application/vnd.openxmlformats-officedocument.presentationml.tags+xml"/>
  <Override PartName="/ppt/tags/tag25.xml" ContentType="application/vnd.openxmlformats-officedocument.presentationml.tags+xml"/>
  <Override PartName="/ppt/tags/tag26.xml" ContentType="application/vnd.openxmlformats-officedocument.presentationml.tags+xml"/>
  <Override PartName="/ppt/tags/tag27.xml" ContentType="application/vnd.openxmlformats-officedocument.presentationml.tags+xml"/>
  <Override PartName="/ppt/tags/tag28.xml" ContentType="application/vnd.openxmlformats-officedocument.presentationml.tags+xml"/>
  <Override PartName="/ppt/tags/tag29.xml" ContentType="application/vnd.openxmlformats-officedocument.presentationml.tags+xml"/>
  <Override PartName="/ppt/tags/tag30.xml" ContentType="application/vnd.openxmlformats-officedocument.presentationml.tags+xml"/>
  <Override PartName="/ppt/tags/tag31.xml" ContentType="application/vnd.openxmlformats-officedocument.presentationml.tags+xml"/>
  <Override PartName="/ppt/tags/tag32.xml" ContentType="application/vnd.openxmlformats-officedocument.presentationml.tags+xml"/>
  <Override PartName="/ppt/tags/tag33.xml" ContentType="application/vnd.openxmlformats-officedocument.presentationml.tags+xml"/>
  <Override PartName="/ppt/tags/tag34.xml" ContentType="application/vnd.openxmlformats-officedocument.presentationml.tags+xml"/>
  <Override PartName="/ppt/tags/tag35.xml" ContentType="application/vnd.openxmlformats-officedocument.presentationml.tags+xml"/>
  <Override PartName="/ppt/tags/tag36.xml" ContentType="application/vnd.openxmlformats-officedocument.presentationml.tags+xml"/>
  <Override PartName="/ppt/tags/tag37.xml" ContentType="application/vnd.openxmlformats-officedocument.presentationml.tags+xml"/>
  <Override PartName="/ppt/tags/tag38.xml" ContentType="application/vnd.openxmlformats-officedocument.presentationml.tags+xml"/>
  <Override PartName="/ppt/tags/tag39.xml" ContentType="application/vnd.openxmlformats-officedocument.presentationml.tags+xml"/>
  <Override PartName="/ppt/tags/tag40.xml" ContentType="application/vnd.openxmlformats-officedocument.presentationml.tags+xml"/>
  <Override PartName="/ppt/tags/tag41.xml" ContentType="application/vnd.openxmlformats-officedocument.presentationml.tags+xml"/>
  <Override PartName="/ppt/tags/tag42.xml" ContentType="application/vnd.openxmlformats-officedocument.presentationml.tags+xml"/>
  <Override PartName="/ppt/tags/tag43.xml" ContentType="application/vnd.openxmlformats-officedocument.presentationml.tags+xml"/>
  <Override PartName="/ppt/tags/tag44.xml" ContentType="application/vnd.openxmlformats-officedocument.presentationml.tags+xml"/>
  <Override PartName="/ppt/tags/tag45.xml" ContentType="application/vnd.openxmlformats-officedocument.presentationml.tags+xml"/>
  <Override PartName="/ppt/tags/tag46.xml" ContentType="application/vnd.openxmlformats-officedocument.presentationml.tags+xml"/>
  <Override PartName="/ppt/tags/tag47.xml" ContentType="application/vnd.openxmlformats-officedocument.presentationml.tags+xml"/>
  <Override PartName="/ppt/tags/tag48.xml" ContentType="application/vnd.openxmlformats-officedocument.presentationml.tags+xml"/>
  <Override PartName="/ppt/tags/tag49.xml" ContentType="application/vnd.openxmlformats-officedocument.presentationml.tags+xml"/>
  <Override PartName="/ppt/tags/tag50.xml" ContentType="application/vnd.openxmlformats-officedocument.presentationml.tags+xml"/>
  <Override PartName="/ppt/tags/tag51.xml" ContentType="application/vnd.openxmlformats-officedocument.presentationml.tags+xml"/>
  <Override PartName="/ppt/tags/tag52.xml" ContentType="application/vnd.openxmlformats-officedocument.presentationml.tags+xml"/>
  <Override PartName="/ppt/tags/tag53.xml" ContentType="application/vnd.openxmlformats-officedocument.presentationml.tags+xml"/>
  <Override PartName="/ppt/tags/tag54.xml" ContentType="application/vnd.openxmlformats-officedocument.presentationml.tags+xml"/>
  <Override PartName="/ppt/tags/tag55.xml" ContentType="application/vnd.openxmlformats-officedocument.presentationml.tags+xml"/>
  <Override PartName="/ppt/tags/tag56.xml" ContentType="application/vnd.openxmlformats-officedocument.presentationml.tags+xml"/>
  <Override PartName="/ppt/tags/tag57.xml" ContentType="application/vnd.openxmlformats-officedocument.presentationml.tags+xml"/>
  <Override PartName="/ppt/tags/tag58.xml" ContentType="application/vnd.openxmlformats-officedocument.presentationml.tags+xml"/>
  <Override PartName="/ppt/tags/tag59.xml" ContentType="application/vnd.openxmlformats-officedocument.presentationml.tags+xml"/>
  <Override PartName="/ppt/tags/tag60.xml" ContentType="application/vnd.openxmlformats-officedocument.presentationml.tags+xml"/>
  <Override PartName="/ppt/tags/tag61.xml" ContentType="application/vnd.openxmlformats-officedocument.presentationml.tags+xml"/>
  <Override PartName="/ppt/tags/tag62.xml" ContentType="application/vnd.openxmlformats-officedocument.presentationml.tags+xml"/>
  <Override PartName="/ppt/tags/tag63.xml" ContentType="application/vnd.openxmlformats-officedocument.presentationml.tags+xml"/>
  <Override PartName="/ppt/tags/tag64.xml" ContentType="application/vnd.openxmlformats-officedocument.presentationml.tags+xml"/>
  <Override PartName="/ppt/tags/tag65.xml" ContentType="application/vnd.openxmlformats-officedocument.presentationml.tags+xml"/>
  <Override PartName="/ppt/tags/tag66.xml" ContentType="application/vnd.openxmlformats-officedocument.presentationml.tags+xml"/>
  <Override PartName="/ppt/tags/tag67.xml" ContentType="application/vnd.openxmlformats-officedocument.presentationml.tags+xml"/>
  <Override PartName="/ppt/tags/tag68.xml" ContentType="application/vnd.openxmlformats-officedocument.presentationml.tags+xml"/>
  <Override PartName="/ppt/tags/tag69.xml" ContentType="application/vnd.openxmlformats-officedocument.presentationml.tags+xml"/>
  <Override PartName="/ppt/tags/tag70.xml" ContentType="application/vnd.openxmlformats-officedocument.presentationml.tags+xml"/>
  <Override PartName="/ppt/notesSlides/notesSlide3.xml" ContentType="application/vnd.openxmlformats-officedocument.presentationml.notesSlide+xml"/>
  <Override PartName="/ppt/notesSlides/notesSlide4.xml" ContentType="application/vnd.openxmlformats-officedocument.presentationml.notesSlide+xml"/>
  <Override PartName="/ppt/notesSlides/notesSlide5.xml" ContentType="application/vnd.openxmlformats-officedocument.presentationml.notesSlide+xml"/>
  <Override PartName="/ppt/notesSlides/notesSlide6.xml" ContentType="application/vnd.openxmlformats-officedocument.presentationml.notesSlide+xml"/>
  <Override PartName="/ppt/changesInfos/changesInfo1.xml" ContentType="application/vnd.ms-powerpoint.changesinfo+xml"/>
  <Override PartName="/docProps/core.xml" ContentType="application/vnd.openxmlformats-package.core-properties+xml"/>
  <Override PartName="/docProps/app.xml" ContentType="application/vnd.openxmlformats-officedocument.extended-properties+xml"/>
</Types>
</file>

<file path=_rels/.rels><?xml version="1.0" encoding="UTF-8" standalone="yes"?>
<Relationships xmlns="http://schemas.openxmlformats.org/package/2006/relationships"><Relationship Id="rId3" Type="http://schemas.openxmlformats.org/package/2006/relationships/metadata/core-properties" Target="docProps/core.xml"/><Relationship Id="rId2" Type="http://schemas.openxmlformats.org/package/2006/relationships/metadata/thumbnail" Target="docProps/thumbnail.jpeg"/><Relationship Id="rId1" Type="http://schemas.openxmlformats.org/officeDocument/2006/relationships/officeDocument" Target="ppt/presentation.xml"/><Relationship Id="rId4" Type="http://schemas.openxmlformats.org/officeDocument/2006/relationships/extended-properties" Target="docProps/app.xml"/></Relationships>
</file>

<file path=ppt/presentation.xml><?xml version="1.0" encoding="utf-8"?>
<p:presentation xmlns:a="http://schemas.openxmlformats.org/drawingml/2006/main" xmlns:r="http://schemas.openxmlformats.org/officeDocument/2006/relationships" xmlns:p="http://schemas.openxmlformats.org/presentationml/2006/main" saveSubsetFonts="1">
  <p:sldMasterIdLst>
    <p:sldMasterId id="2147483780" r:id="rId1"/>
  </p:sldMasterIdLst>
  <p:notesMasterIdLst>
    <p:notesMasterId r:id="rId47"/>
  </p:notesMasterIdLst>
  <p:sldIdLst>
    <p:sldId id="256" r:id="rId2"/>
    <p:sldId id="257" r:id="rId3"/>
    <p:sldId id="302" r:id="rId4"/>
    <p:sldId id="258" r:id="rId5"/>
    <p:sldId id="259" r:id="rId6"/>
    <p:sldId id="260" r:id="rId7"/>
    <p:sldId id="261" r:id="rId8"/>
    <p:sldId id="262" r:id="rId9"/>
    <p:sldId id="263" r:id="rId10"/>
    <p:sldId id="264" r:id="rId11"/>
    <p:sldId id="265" r:id="rId12"/>
    <p:sldId id="266" r:id="rId13"/>
    <p:sldId id="267" r:id="rId14"/>
    <p:sldId id="268" r:id="rId15"/>
    <p:sldId id="269" r:id="rId16"/>
    <p:sldId id="270" r:id="rId17"/>
    <p:sldId id="271" r:id="rId18"/>
    <p:sldId id="272" r:id="rId19"/>
    <p:sldId id="285" r:id="rId20"/>
    <p:sldId id="286" r:id="rId21"/>
    <p:sldId id="274" r:id="rId22"/>
    <p:sldId id="275" r:id="rId23"/>
    <p:sldId id="276" r:id="rId24"/>
    <p:sldId id="277" r:id="rId25"/>
    <p:sldId id="278" r:id="rId26"/>
    <p:sldId id="279" r:id="rId27"/>
    <p:sldId id="280" r:id="rId28"/>
    <p:sldId id="281" r:id="rId29"/>
    <p:sldId id="282" r:id="rId30"/>
    <p:sldId id="283" r:id="rId31"/>
    <p:sldId id="284" r:id="rId32"/>
    <p:sldId id="287" r:id="rId33"/>
    <p:sldId id="288" r:id="rId34"/>
    <p:sldId id="289" r:id="rId35"/>
    <p:sldId id="291" r:id="rId36"/>
    <p:sldId id="303" r:id="rId37"/>
    <p:sldId id="295" r:id="rId38"/>
    <p:sldId id="296" r:id="rId39"/>
    <p:sldId id="297" r:id="rId40"/>
    <p:sldId id="298" r:id="rId41"/>
    <p:sldId id="299" r:id="rId42"/>
    <p:sldId id="300" r:id="rId43"/>
    <p:sldId id="304" r:id="rId44"/>
    <p:sldId id="305" r:id="rId45"/>
    <p:sldId id="292" r:id="rId46"/>
  </p:sldIdLst>
  <p:sldSz cx="9144000" cy="6858000" type="screen4x3"/>
  <p:notesSz cx="6858000" cy="9144000"/>
  <p:defaultTextStyle>
    <a:defPPr>
      <a:defRPr lang="en-US"/>
    </a:defPPr>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defaultTextStyle>
  <p:extLst>
    <p:ext uri="{EFAFB233-063F-42B5-8137-9DF3F51BA10A}">
      <p15:sldGuideLst xmlns:p15="http://schemas.microsoft.com/office/powerpoint/2012/main">
        <p15:guide id="1" orient="horz" pos="2160">
          <p15:clr>
            <a:srgbClr val="A4A3A4"/>
          </p15:clr>
        </p15:guide>
        <p15:guide id="2" pos="2880">
          <p15:clr>
            <a:srgbClr val="A4A3A4"/>
          </p15:clr>
        </p15:guide>
      </p15:sldGuideLst>
    </p:ext>
  </p:extLst>
</p:presentation>
</file>

<file path=ppt/presProps.xml><?xml version="1.0" encoding="utf-8"?>
<p:presentationPr xmlns:a="http://schemas.openxmlformats.org/drawingml/2006/main" xmlns:r="http://schemas.openxmlformats.org/officeDocument/2006/relationships" xmlns:p="http://schemas.openxmlformats.org/presentationml/2006/main">
  <p:extLst>
    <p:ext uri="{E76CE94A-603C-4142-B9EB-6D1370010A27}">
      <p14:discardImageEditData xmlns:p14="http://schemas.microsoft.com/office/powerpoint/2010/main" val="0"/>
    </p:ext>
    <p:ext uri="{D31A062A-798A-4329-ABDD-BBA856620510}">
      <p14:defaultImageDpi xmlns:p14="http://schemas.microsoft.com/office/powerpoint/2010/main" val="220"/>
    </p:ext>
    <p:ext uri="{FD5EFAAD-0ECE-453E-9831-46B23BE46B34}">
      <p15:chartTrackingRefBased xmlns:p15="http://schemas.microsoft.com/office/powerpoint/2012/main" val="0"/>
    </p:ext>
  </p:extLst>
</p:presentationPr>
</file>

<file path=ppt/tableStyles.xml><?xml version="1.0" encoding="utf-8"?>
<a:tblStyleLst xmlns:a="http://schemas.openxmlformats.org/drawingml/2006/main" def="{5C22544A-7EE6-4342-B048-85BDC9FD1C3A}"/>
</file>

<file path=ppt/viewProps.xml><?xml version="1.0" encoding="utf-8"?>
<p:viewPr xmlns:a="http://schemas.openxmlformats.org/drawingml/2006/main" xmlns:r="http://schemas.openxmlformats.org/officeDocument/2006/relationships" xmlns:p="http://schemas.openxmlformats.org/presentationml/2006/main" lastView="sldThumbnailView">
  <p:normalViewPr>
    <p:restoredLeft sz="15620"/>
    <p:restoredTop sz="94660"/>
  </p:normalViewPr>
  <p:slideViewPr>
    <p:cSldViewPr>
      <p:cViewPr varScale="1">
        <p:scale>
          <a:sx n="62" d="100"/>
          <a:sy n="62" d="100"/>
        </p:scale>
        <p:origin x="1400" y="28"/>
      </p:cViewPr>
      <p:guideLst>
        <p:guide orient="horz" pos="2160"/>
        <p:guide pos="2880"/>
      </p:guideLst>
    </p:cSldViewPr>
  </p:slideViewPr>
  <p:notesTextViewPr>
    <p:cViewPr>
      <p:scale>
        <a:sx n="100" d="100"/>
        <a:sy n="100" d="100"/>
      </p:scale>
      <p:origin x="0" y="0"/>
    </p:cViewPr>
  </p:notesTextViewPr>
  <p:gridSpacing cx="76200" cy="76200"/>
</p:viewPr>
</file>

<file path=ppt/_rels/presentation.xml.rels><?xml version="1.0" encoding="UTF-8" standalone="yes"?>
<Relationships xmlns="http://schemas.openxmlformats.org/package/2006/relationships"><Relationship Id="rId13" Type="http://schemas.openxmlformats.org/officeDocument/2006/relationships/slide" Target="slides/slide12.xml"/><Relationship Id="rId18" Type="http://schemas.openxmlformats.org/officeDocument/2006/relationships/slide" Target="slides/slide17.xml"/><Relationship Id="rId26" Type="http://schemas.openxmlformats.org/officeDocument/2006/relationships/slide" Target="slides/slide25.xml"/><Relationship Id="rId39" Type="http://schemas.openxmlformats.org/officeDocument/2006/relationships/slide" Target="slides/slide38.xml"/><Relationship Id="rId21" Type="http://schemas.openxmlformats.org/officeDocument/2006/relationships/slide" Target="slides/slide20.xml"/><Relationship Id="rId34" Type="http://schemas.openxmlformats.org/officeDocument/2006/relationships/slide" Target="slides/slide33.xml"/><Relationship Id="rId42" Type="http://schemas.openxmlformats.org/officeDocument/2006/relationships/slide" Target="slides/slide41.xml"/><Relationship Id="rId47" Type="http://schemas.openxmlformats.org/officeDocument/2006/relationships/notesMaster" Target="notesMasters/notesMaster1.xml"/><Relationship Id="rId50" Type="http://schemas.openxmlformats.org/officeDocument/2006/relationships/theme" Target="theme/theme1.xml"/><Relationship Id="rId7" Type="http://schemas.openxmlformats.org/officeDocument/2006/relationships/slide" Target="slides/slide6.xml"/><Relationship Id="rId2" Type="http://schemas.openxmlformats.org/officeDocument/2006/relationships/slide" Target="slides/slide1.xml"/><Relationship Id="rId16" Type="http://schemas.openxmlformats.org/officeDocument/2006/relationships/slide" Target="slides/slide15.xml"/><Relationship Id="rId29" Type="http://schemas.openxmlformats.org/officeDocument/2006/relationships/slide" Target="slides/slide28.xml"/><Relationship Id="rId11" Type="http://schemas.openxmlformats.org/officeDocument/2006/relationships/slide" Target="slides/slide10.xml"/><Relationship Id="rId24" Type="http://schemas.openxmlformats.org/officeDocument/2006/relationships/slide" Target="slides/slide23.xml"/><Relationship Id="rId32" Type="http://schemas.openxmlformats.org/officeDocument/2006/relationships/slide" Target="slides/slide31.xml"/><Relationship Id="rId37" Type="http://schemas.openxmlformats.org/officeDocument/2006/relationships/slide" Target="slides/slide36.xml"/><Relationship Id="rId40" Type="http://schemas.openxmlformats.org/officeDocument/2006/relationships/slide" Target="slides/slide39.xml"/><Relationship Id="rId45" Type="http://schemas.openxmlformats.org/officeDocument/2006/relationships/slide" Target="slides/slide44.xml"/><Relationship Id="rId5" Type="http://schemas.openxmlformats.org/officeDocument/2006/relationships/slide" Target="slides/slide4.xml"/><Relationship Id="rId15" Type="http://schemas.openxmlformats.org/officeDocument/2006/relationships/slide" Target="slides/slide14.xml"/><Relationship Id="rId23" Type="http://schemas.openxmlformats.org/officeDocument/2006/relationships/slide" Target="slides/slide22.xml"/><Relationship Id="rId28" Type="http://schemas.openxmlformats.org/officeDocument/2006/relationships/slide" Target="slides/slide27.xml"/><Relationship Id="rId36" Type="http://schemas.openxmlformats.org/officeDocument/2006/relationships/slide" Target="slides/slide35.xml"/><Relationship Id="rId49" Type="http://schemas.openxmlformats.org/officeDocument/2006/relationships/viewProps" Target="viewProps.xml"/><Relationship Id="rId10" Type="http://schemas.openxmlformats.org/officeDocument/2006/relationships/slide" Target="slides/slide9.xml"/><Relationship Id="rId19" Type="http://schemas.openxmlformats.org/officeDocument/2006/relationships/slide" Target="slides/slide18.xml"/><Relationship Id="rId31" Type="http://schemas.openxmlformats.org/officeDocument/2006/relationships/slide" Target="slides/slide30.xml"/><Relationship Id="rId44" Type="http://schemas.openxmlformats.org/officeDocument/2006/relationships/slide" Target="slides/slide43.xml"/><Relationship Id="rId52" Type="http://schemas.microsoft.com/office/2016/11/relationships/changesInfo" Target="changesInfos/changesInfo1.xml"/><Relationship Id="rId4" Type="http://schemas.openxmlformats.org/officeDocument/2006/relationships/slide" Target="slides/slide3.xml"/><Relationship Id="rId9" Type="http://schemas.openxmlformats.org/officeDocument/2006/relationships/slide" Target="slides/slide8.xml"/><Relationship Id="rId14" Type="http://schemas.openxmlformats.org/officeDocument/2006/relationships/slide" Target="slides/slide13.xml"/><Relationship Id="rId22" Type="http://schemas.openxmlformats.org/officeDocument/2006/relationships/slide" Target="slides/slide21.xml"/><Relationship Id="rId27" Type="http://schemas.openxmlformats.org/officeDocument/2006/relationships/slide" Target="slides/slide26.xml"/><Relationship Id="rId30" Type="http://schemas.openxmlformats.org/officeDocument/2006/relationships/slide" Target="slides/slide29.xml"/><Relationship Id="rId35" Type="http://schemas.openxmlformats.org/officeDocument/2006/relationships/slide" Target="slides/slide34.xml"/><Relationship Id="rId43" Type="http://schemas.openxmlformats.org/officeDocument/2006/relationships/slide" Target="slides/slide42.xml"/><Relationship Id="rId48" Type="http://schemas.openxmlformats.org/officeDocument/2006/relationships/presProps" Target="presProps.xml"/><Relationship Id="rId8" Type="http://schemas.openxmlformats.org/officeDocument/2006/relationships/slide" Target="slides/slide7.xml"/><Relationship Id="rId51" Type="http://schemas.openxmlformats.org/officeDocument/2006/relationships/tableStyles" Target="tableStyles.xml"/><Relationship Id="rId3" Type="http://schemas.openxmlformats.org/officeDocument/2006/relationships/slide" Target="slides/slide2.xml"/><Relationship Id="rId12" Type="http://schemas.openxmlformats.org/officeDocument/2006/relationships/slide" Target="slides/slide11.xml"/><Relationship Id="rId17" Type="http://schemas.openxmlformats.org/officeDocument/2006/relationships/slide" Target="slides/slide16.xml"/><Relationship Id="rId25" Type="http://schemas.openxmlformats.org/officeDocument/2006/relationships/slide" Target="slides/slide24.xml"/><Relationship Id="rId33" Type="http://schemas.openxmlformats.org/officeDocument/2006/relationships/slide" Target="slides/slide32.xml"/><Relationship Id="rId38" Type="http://schemas.openxmlformats.org/officeDocument/2006/relationships/slide" Target="slides/slide37.xml"/><Relationship Id="rId46" Type="http://schemas.openxmlformats.org/officeDocument/2006/relationships/slide" Target="slides/slide45.xml"/><Relationship Id="rId20" Type="http://schemas.openxmlformats.org/officeDocument/2006/relationships/slide" Target="slides/slide19.xml"/><Relationship Id="rId41" Type="http://schemas.openxmlformats.org/officeDocument/2006/relationships/slide" Target="slides/slide40.xml"/><Relationship Id="rId1" Type="http://schemas.openxmlformats.org/officeDocument/2006/relationships/slideMaster" Target="slideMasters/slideMaster1.xml"/><Relationship Id="rId6" Type="http://schemas.openxmlformats.org/officeDocument/2006/relationships/slide" Target="slides/slide5.xml"/></Relationships>
</file>

<file path=ppt/changesInfos/changesInfo1.xml><?xml version="1.0" encoding="utf-8"?>
<pc:chgInfo xmlns:a="http://schemas.openxmlformats.org/drawingml/2006/main" xmlns:r="http://schemas.openxmlformats.org/officeDocument/2006/relationships" xmlns:ac="http://schemas.microsoft.com/office/drawing/2013/main/command" xmlns:pc="http://schemas.microsoft.com/office/powerpoint/2013/main/command">
  <pc:docChgLst>
    <pc:chgData name="Giannis Tsioulis" userId="d59c48a07cb29050" providerId="LiveId" clId="{D1FB67B2-2F40-423F-AEB1-7CE013CAD466}"/>
    <pc:docChg chg="custSel addSld delSld modSld">
      <pc:chgData name="Giannis Tsioulis" userId="d59c48a07cb29050" providerId="LiveId" clId="{D1FB67B2-2F40-423F-AEB1-7CE013CAD466}" dt="2025-11-04T20:22:12.692" v="6" actId="47"/>
      <pc:docMkLst>
        <pc:docMk/>
      </pc:docMkLst>
      <pc:sldChg chg="modSp add mod">
        <pc:chgData name="Giannis Tsioulis" userId="d59c48a07cb29050" providerId="LiveId" clId="{D1FB67B2-2F40-423F-AEB1-7CE013CAD466}" dt="2025-11-04T20:22:02.396" v="5" actId="207"/>
        <pc:sldMkLst>
          <pc:docMk/>
          <pc:sldMk cId="1762119713" sldId="256"/>
        </pc:sldMkLst>
        <pc:spChg chg="mod">
          <ac:chgData name="Giannis Tsioulis" userId="d59c48a07cb29050" providerId="LiveId" clId="{D1FB67B2-2F40-423F-AEB1-7CE013CAD466}" dt="2025-11-04T20:22:02.396" v="5" actId="207"/>
          <ac:spMkLst>
            <pc:docMk/>
            <pc:sldMk cId="1762119713" sldId="256"/>
            <ac:spMk id="2" creationId="{6B246FF1-9020-F3E7-8FC5-A95BBE191469}"/>
          </ac:spMkLst>
        </pc:spChg>
        <pc:spChg chg="mod">
          <ac:chgData name="Giannis Tsioulis" userId="d59c48a07cb29050" providerId="LiveId" clId="{D1FB67B2-2F40-423F-AEB1-7CE013CAD466}" dt="2025-11-04T20:21:28.561" v="3" actId="1076"/>
          <ac:spMkLst>
            <pc:docMk/>
            <pc:sldMk cId="1762119713" sldId="256"/>
            <ac:spMk id="4" creationId="{00000000-0000-0000-0000-000000000000}"/>
          </ac:spMkLst>
        </pc:spChg>
      </pc:sldChg>
      <pc:sldChg chg="modSp mod">
        <pc:chgData name="Giannis Tsioulis" userId="d59c48a07cb29050" providerId="LiveId" clId="{D1FB67B2-2F40-423F-AEB1-7CE013CAD466}" dt="2025-11-04T20:20:59.235" v="1" actId="27636"/>
        <pc:sldMkLst>
          <pc:docMk/>
          <pc:sldMk cId="1820420668" sldId="266"/>
        </pc:sldMkLst>
        <pc:spChg chg="mod">
          <ac:chgData name="Giannis Tsioulis" userId="d59c48a07cb29050" providerId="LiveId" clId="{D1FB67B2-2F40-423F-AEB1-7CE013CAD466}" dt="2025-11-04T20:20:59.235" v="1" actId="27636"/>
          <ac:spMkLst>
            <pc:docMk/>
            <pc:sldMk cId="1820420668" sldId="266"/>
            <ac:spMk id="3" creationId="{00000000-0000-0000-0000-000000000000}"/>
          </ac:spMkLst>
        </pc:spChg>
      </pc:sldChg>
      <pc:sldChg chg="del">
        <pc:chgData name="Giannis Tsioulis" userId="d59c48a07cb29050" providerId="LiveId" clId="{D1FB67B2-2F40-423F-AEB1-7CE013CAD466}" dt="2025-11-04T20:22:12.692" v="6" actId="47"/>
        <pc:sldMkLst>
          <pc:docMk/>
          <pc:sldMk cId="751710771" sldId="293"/>
        </pc:sldMkLst>
      </pc:sldChg>
    </pc:docChg>
  </pc:docChgLst>
</pc:chgInfo>
</file>

<file path=ppt/charts/_rels/chart1.xml.rels><?xml version="1.0" encoding="UTF-8" standalone="yes"?>
<Relationships xmlns="http://schemas.openxmlformats.org/package/2006/relationships"><Relationship Id="rId1" Type="http://schemas.openxmlformats.org/officeDocument/2006/relationships/oleObject" Target="file:///C:\Users\Public\Documents\ml-class\lectures-slides\assets\portland.xlsx" TargetMode="External"/></Relationships>
</file>

<file path=ppt/charts/chart1.xml><?xml version="1.0" encoding="utf-8"?>
<c:chartSpace xmlns:c="http://schemas.openxmlformats.org/drawingml/2006/chart" xmlns:a="http://schemas.openxmlformats.org/drawingml/2006/main" xmlns:r="http://schemas.openxmlformats.org/officeDocument/2006/relationships" xmlns:c16r2="http://schemas.microsoft.com/office/drawing/2015/06/chart">
  <c:date1904 val="0"/>
  <c:lang val="el-GR"/>
  <c:roundedCorners val="0"/>
  <mc:AlternateContent xmlns:mc="http://schemas.openxmlformats.org/markup-compatibility/2006">
    <mc:Choice xmlns:c14="http://schemas.microsoft.com/office/drawing/2007/8/2/chart" Requires="c14">
      <c14:style val="102"/>
    </mc:Choice>
    <mc:Fallback>
      <c:style val="2"/>
    </mc:Fallback>
  </mc:AlternateContent>
  <c:chart>
    <c:autoTitleDeleted val="0"/>
    <c:plotArea>
      <c:layout/>
      <c:scatterChart>
        <c:scatterStyle val="lineMarker"/>
        <c:varyColors val="0"/>
        <c:ser>
          <c:idx val="0"/>
          <c:order val="0"/>
          <c:spPr>
            <a:ln w="28575">
              <a:noFill/>
            </a:ln>
          </c:spPr>
          <c:marker>
            <c:symbol val="x"/>
            <c:size val="8"/>
            <c:spPr>
              <a:noFill/>
              <a:ln w="12700">
                <a:solidFill>
                  <a:srgbClr val="C00000"/>
                </a:solidFill>
              </a:ln>
            </c:spPr>
          </c:marker>
          <c:xVal>
            <c:numRef>
              <c:f>portland!$A$1:$A$48</c:f>
              <c:numCache>
                <c:formatCode>General</c:formatCode>
                <c:ptCount val="48"/>
                <c:pt idx="0">
                  <c:v>2104</c:v>
                </c:pt>
                <c:pt idx="1">
                  <c:v>1600</c:v>
                </c:pt>
                <c:pt idx="2">
                  <c:v>2400</c:v>
                </c:pt>
                <c:pt idx="3">
                  <c:v>1416</c:v>
                </c:pt>
                <c:pt idx="4">
                  <c:v>3000</c:v>
                </c:pt>
                <c:pt idx="5">
                  <c:v>1985</c:v>
                </c:pt>
                <c:pt idx="6">
                  <c:v>1534</c:v>
                </c:pt>
                <c:pt idx="7">
                  <c:v>1427</c:v>
                </c:pt>
                <c:pt idx="8">
                  <c:v>1380</c:v>
                </c:pt>
                <c:pt idx="9">
                  <c:v>1494</c:v>
                </c:pt>
                <c:pt idx="10">
                  <c:v>1940</c:v>
                </c:pt>
                <c:pt idx="11">
                  <c:v>2000</c:v>
                </c:pt>
                <c:pt idx="12">
                  <c:v>1890</c:v>
                </c:pt>
                <c:pt idx="13">
                  <c:v>4478</c:v>
                </c:pt>
                <c:pt idx="14">
                  <c:v>1268</c:v>
                </c:pt>
                <c:pt idx="15">
                  <c:v>2300</c:v>
                </c:pt>
                <c:pt idx="16">
                  <c:v>1320</c:v>
                </c:pt>
                <c:pt idx="17">
                  <c:v>1236</c:v>
                </c:pt>
                <c:pt idx="18">
                  <c:v>2609</c:v>
                </c:pt>
                <c:pt idx="19">
                  <c:v>3031</c:v>
                </c:pt>
                <c:pt idx="20">
                  <c:v>1767</c:v>
                </c:pt>
                <c:pt idx="21">
                  <c:v>1888</c:v>
                </c:pt>
                <c:pt idx="22">
                  <c:v>1604</c:v>
                </c:pt>
                <c:pt idx="23">
                  <c:v>1962</c:v>
                </c:pt>
                <c:pt idx="24">
                  <c:v>3890</c:v>
                </c:pt>
                <c:pt idx="25">
                  <c:v>1100</c:v>
                </c:pt>
                <c:pt idx="26">
                  <c:v>1458</c:v>
                </c:pt>
                <c:pt idx="27">
                  <c:v>2526</c:v>
                </c:pt>
                <c:pt idx="28">
                  <c:v>2200</c:v>
                </c:pt>
                <c:pt idx="29">
                  <c:v>2637</c:v>
                </c:pt>
                <c:pt idx="30">
                  <c:v>1839</c:v>
                </c:pt>
                <c:pt idx="31">
                  <c:v>1000</c:v>
                </c:pt>
                <c:pt idx="32">
                  <c:v>2040</c:v>
                </c:pt>
                <c:pt idx="33">
                  <c:v>3137</c:v>
                </c:pt>
                <c:pt idx="34">
                  <c:v>1811</c:v>
                </c:pt>
                <c:pt idx="35">
                  <c:v>1437</c:v>
                </c:pt>
                <c:pt idx="36">
                  <c:v>1239</c:v>
                </c:pt>
                <c:pt idx="37">
                  <c:v>2132</c:v>
                </c:pt>
                <c:pt idx="38">
                  <c:v>4215</c:v>
                </c:pt>
                <c:pt idx="39">
                  <c:v>2162</c:v>
                </c:pt>
                <c:pt idx="40">
                  <c:v>1664</c:v>
                </c:pt>
                <c:pt idx="41">
                  <c:v>2238</c:v>
                </c:pt>
                <c:pt idx="42">
                  <c:v>2567</c:v>
                </c:pt>
                <c:pt idx="43">
                  <c:v>1200</c:v>
                </c:pt>
                <c:pt idx="44">
                  <c:v>852</c:v>
                </c:pt>
                <c:pt idx="45">
                  <c:v>1852</c:v>
                </c:pt>
                <c:pt idx="46">
                  <c:v>1203</c:v>
                </c:pt>
              </c:numCache>
            </c:numRef>
          </c:xVal>
          <c:yVal>
            <c:numRef>
              <c:f>portland!$B$1:$B$48</c:f>
              <c:numCache>
                <c:formatCode>General</c:formatCode>
                <c:ptCount val="48"/>
                <c:pt idx="0">
                  <c:v>399900</c:v>
                </c:pt>
                <c:pt idx="1">
                  <c:v>329900</c:v>
                </c:pt>
                <c:pt idx="2">
                  <c:v>369000</c:v>
                </c:pt>
                <c:pt idx="3">
                  <c:v>232000</c:v>
                </c:pt>
                <c:pt idx="4">
                  <c:v>539900</c:v>
                </c:pt>
                <c:pt idx="5">
                  <c:v>299900</c:v>
                </c:pt>
                <c:pt idx="6">
                  <c:v>314900</c:v>
                </c:pt>
                <c:pt idx="7">
                  <c:v>198999</c:v>
                </c:pt>
                <c:pt idx="8">
                  <c:v>212000</c:v>
                </c:pt>
                <c:pt idx="9">
                  <c:v>242500</c:v>
                </c:pt>
                <c:pt idx="10">
                  <c:v>239999</c:v>
                </c:pt>
                <c:pt idx="11">
                  <c:v>347000</c:v>
                </c:pt>
                <c:pt idx="12">
                  <c:v>329999</c:v>
                </c:pt>
                <c:pt idx="13">
                  <c:v>699900</c:v>
                </c:pt>
                <c:pt idx="14">
                  <c:v>259900</c:v>
                </c:pt>
                <c:pt idx="15">
                  <c:v>449900</c:v>
                </c:pt>
                <c:pt idx="16">
                  <c:v>299900</c:v>
                </c:pt>
                <c:pt idx="17">
                  <c:v>199900</c:v>
                </c:pt>
                <c:pt idx="18">
                  <c:v>499998</c:v>
                </c:pt>
                <c:pt idx="19">
                  <c:v>599000</c:v>
                </c:pt>
                <c:pt idx="20">
                  <c:v>252900</c:v>
                </c:pt>
                <c:pt idx="21">
                  <c:v>255000</c:v>
                </c:pt>
                <c:pt idx="22">
                  <c:v>242900</c:v>
                </c:pt>
                <c:pt idx="23">
                  <c:v>259900</c:v>
                </c:pt>
                <c:pt idx="24">
                  <c:v>573900</c:v>
                </c:pt>
                <c:pt idx="25">
                  <c:v>249900</c:v>
                </c:pt>
                <c:pt idx="26">
                  <c:v>464500</c:v>
                </c:pt>
                <c:pt idx="27">
                  <c:v>469000</c:v>
                </c:pt>
                <c:pt idx="28">
                  <c:v>475000</c:v>
                </c:pt>
                <c:pt idx="29">
                  <c:v>299900</c:v>
                </c:pt>
                <c:pt idx="30">
                  <c:v>349900</c:v>
                </c:pt>
                <c:pt idx="31">
                  <c:v>169900</c:v>
                </c:pt>
                <c:pt idx="32">
                  <c:v>314900</c:v>
                </c:pt>
                <c:pt idx="33">
                  <c:v>579900</c:v>
                </c:pt>
                <c:pt idx="34">
                  <c:v>285900</c:v>
                </c:pt>
                <c:pt idx="35">
                  <c:v>249900</c:v>
                </c:pt>
                <c:pt idx="36">
                  <c:v>229900</c:v>
                </c:pt>
                <c:pt idx="37">
                  <c:v>345000</c:v>
                </c:pt>
                <c:pt idx="38">
                  <c:v>549000</c:v>
                </c:pt>
                <c:pt idx="39">
                  <c:v>287000</c:v>
                </c:pt>
                <c:pt idx="40">
                  <c:v>368500</c:v>
                </c:pt>
                <c:pt idx="41">
                  <c:v>329900</c:v>
                </c:pt>
                <c:pt idx="42">
                  <c:v>314000</c:v>
                </c:pt>
                <c:pt idx="43">
                  <c:v>299000</c:v>
                </c:pt>
                <c:pt idx="44">
                  <c:v>179900</c:v>
                </c:pt>
                <c:pt idx="45">
                  <c:v>299900</c:v>
                </c:pt>
                <c:pt idx="46">
                  <c:v>239500</c:v>
                </c:pt>
              </c:numCache>
            </c:numRef>
          </c:yVal>
          <c:smooth val="0"/>
          <c:extLst>
            <c:ext xmlns:c16="http://schemas.microsoft.com/office/drawing/2014/chart" uri="{C3380CC4-5D6E-409C-BE32-E72D297353CC}">
              <c16:uniqueId val="{00000000-089E-4BDF-8DAE-7DFBDCDC4FE5}"/>
            </c:ext>
          </c:extLst>
        </c:ser>
        <c:dLbls>
          <c:showLegendKey val="0"/>
          <c:showVal val="0"/>
          <c:showCatName val="0"/>
          <c:showSerName val="0"/>
          <c:showPercent val="0"/>
          <c:showBubbleSize val="0"/>
        </c:dLbls>
        <c:axId val="150380928"/>
        <c:axId val="150383616"/>
      </c:scatterChart>
      <c:valAx>
        <c:axId val="150380928"/>
        <c:scaling>
          <c:orientation val="minMax"/>
          <c:max val="5000"/>
        </c:scaling>
        <c:delete val="0"/>
        <c:axPos val="b"/>
        <c:numFmt formatCode="General" sourceLinked="1"/>
        <c:majorTickMark val="out"/>
        <c:minorTickMark val="none"/>
        <c:tickLblPos val="nextTo"/>
        <c:crossAx val="150383616"/>
        <c:crosses val="autoZero"/>
        <c:crossBetween val="midCat"/>
        <c:majorUnit val="1000"/>
      </c:valAx>
      <c:valAx>
        <c:axId val="150383616"/>
        <c:scaling>
          <c:orientation val="minMax"/>
          <c:max val="700000"/>
        </c:scaling>
        <c:delete val="0"/>
        <c:axPos val="l"/>
        <c:majorGridlines/>
        <c:numFmt formatCode="General" sourceLinked="0"/>
        <c:majorTickMark val="out"/>
        <c:minorTickMark val="none"/>
        <c:tickLblPos val="nextTo"/>
        <c:crossAx val="150380928"/>
        <c:crosses val="autoZero"/>
        <c:crossBetween val="midCat"/>
        <c:majorUnit val="100000"/>
        <c:dispUnits>
          <c:builtInUnit val="thousands"/>
        </c:dispUnits>
      </c:valAx>
    </c:plotArea>
    <c:plotVisOnly val="1"/>
    <c:dispBlanksAs val="gap"/>
    <c:showDLblsOverMax val="0"/>
  </c:chart>
  <c:txPr>
    <a:bodyPr/>
    <a:lstStyle/>
    <a:p>
      <a:pPr>
        <a:defRPr sz="1600"/>
      </a:pPr>
      <a:endParaRPr lang="en-US"/>
    </a:p>
  </c:txPr>
  <c:externalData r:id="rId1">
    <c:autoUpdate val="0"/>
  </c:externalData>
</c:chartSpace>
</file>

<file path=ppt/notesMasters/_rels/notesMaster1.xml.rels><?xml version="1.0" encoding="UTF-8" standalone="yes"?>
<Relationships xmlns="http://schemas.openxmlformats.org/package/2006/relationships"><Relationship Id="rId1" Type="http://schemas.openxmlformats.org/officeDocument/2006/relationships/theme" Target="../theme/theme2.xml"/></Relationships>
</file>

<file path=ppt/notesMasters/notesMaster1.xml><?xml version="1.0" encoding="utf-8"?>
<p:notes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
        <p:nvSpPr>
          <p:cNvPr id="2" name="Header Placeholder 1"/>
          <p:cNvSpPr>
            <a:spLocks noGrp="1"/>
          </p:cNvSpPr>
          <p:nvPr>
            <p:ph type="hdr" sz="quarter"/>
          </p:nvPr>
        </p:nvSpPr>
        <p:spPr>
          <a:xfrm>
            <a:off x="0" y="0"/>
            <a:ext cx="2971800" cy="457200"/>
          </a:xfrm>
          <a:prstGeom prst="rect">
            <a:avLst/>
          </a:prstGeom>
        </p:spPr>
        <p:txBody>
          <a:bodyPr vert="horz" lIns="91440" tIns="45720" rIns="91440" bIns="45720" rtlCol="0"/>
          <a:lstStyle>
            <a:lvl1pPr algn="l">
              <a:defRPr sz="1200"/>
            </a:lvl1pPr>
          </a:lstStyle>
          <a:p>
            <a:endParaRPr lang="en-GB"/>
          </a:p>
        </p:txBody>
      </p:sp>
      <p:sp>
        <p:nvSpPr>
          <p:cNvPr id="3" name="Date Placeholder 2"/>
          <p:cNvSpPr>
            <a:spLocks noGrp="1"/>
          </p:cNvSpPr>
          <p:nvPr>
            <p:ph type="dt" idx="1"/>
          </p:nvPr>
        </p:nvSpPr>
        <p:spPr>
          <a:xfrm>
            <a:off x="3884613" y="0"/>
            <a:ext cx="2971800" cy="457200"/>
          </a:xfrm>
          <a:prstGeom prst="rect">
            <a:avLst/>
          </a:prstGeom>
        </p:spPr>
        <p:txBody>
          <a:bodyPr vert="horz" lIns="91440" tIns="45720" rIns="91440" bIns="45720" rtlCol="0"/>
          <a:lstStyle>
            <a:lvl1pPr algn="r">
              <a:defRPr sz="1200"/>
            </a:lvl1pPr>
          </a:lstStyle>
          <a:p>
            <a:fld id="{D5B45574-19A8-40AB-85BA-53451DF73ECF}" type="datetimeFigureOut">
              <a:rPr lang="en-GB" smtClean="0"/>
              <a:t>04/11/2025</a:t>
            </a:fld>
            <a:endParaRPr lang="en-GB"/>
          </a:p>
        </p:txBody>
      </p:sp>
      <p:sp>
        <p:nvSpPr>
          <p:cNvPr id="4" name="Slide Image Placeholder 3"/>
          <p:cNvSpPr>
            <a:spLocks noGrp="1" noRot="1" noChangeAspect="1"/>
          </p:cNvSpPr>
          <p:nvPr>
            <p:ph type="sldImg" idx="2"/>
          </p:nvPr>
        </p:nvSpPr>
        <p:spPr>
          <a:xfrm>
            <a:off x="1143000" y="685800"/>
            <a:ext cx="4572000" cy="3429000"/>
          </a:xfrm>
          <a:prstGeom prst="rect">
            <a:avLst/>
          </a:prstGeom>
          <a:noFill/>
          <a:ln w="12700">
            <a:solidFill>
              <a:prstClr val="black"/>
            </a:solidFill>
          </a:ln>
        </p:spPr>
        <p:txBody>
          <a:bodyPr vert="horz" lIns="91440" tIns="45720" rIns="91440" bIns="45720" rtlCol="0" anchor="ctr"/>
          <a:lstStyle/>
          <a:p>
            <a:endParaRPr lang="en-GB"/>
          </a:p>
        </p:txBody>
      </p:sp>
      <p:sp>
        <p:nvSpPr>
          <p:cNvPr id="5" name="Notes Placeholder 4"/>
          <p:cNvSpPr>
            <a:spLocks noGrp="1"/>
          </p:cNvSpPr>
          <p:nvPr>
            <p:ph type="body" sz="quarter" idx="3"/>
          </p:nvPr>
        </p:nvSpPr>
        <p:spPr>
          <a:xfrm>
            <a:off x="685800" y="4343400"/>
            <a:ext cx="5486400" cy="4114800"/>
          </a:xfrm>
          <a:prstGeom prst="rect">
            <a:avLst/>
          </a:prstGeom>
        </p:spPr>
        <p:txBody>
          <a:bodyPr vert="horz" lIns="91440" tIns="45720" rIns="91440" bIns="45720" rtlCol="0"/>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endParaRPr lang="en-GB"/>
          </a:p>
        </p:txBody>
      </p:sp>
      <p:sp>
        <p:nvSpPr>
          <p:cNvPr id="6" name="Footer Placeholder 5"/>
          <p:cNvSpPr>
            <a:spLocks noGrp="1"/>
          </p:cNvSpPr>
          <p:nvPr>
            <p:ph type="ftr" sz="quarter" idx="4"/>
          </p:nvPr>
        </p:nvSpPr>
        <p:spPr>
          <a:xfrm>
            <a:off x="0" y="8685213"/>
            <a:ext cx="2971800" cy="457200"/>
          </a:xfrm>
          <a:prstGeom prst="rect">
            <a:avLst/>
          </a:prstGeom>
        </p:spPr>
        <p:txBody>
          <a:bodyPr vert="horz" lIns="91440" tIns="45720" rIns="91440" bIns="45720" rtlCol="0" anchor="b"/>
          <a:lstStyle>
            <a:lvl1pPr algn="l">
              <a:defRPr sz="1200"/>
            </a:lvl1pPr>
          </a:lstStyle>
          <a:p>
            <a:endParaRPr lang="en-GB"/>
          </a:p>
        </p:txBody>
      </p:sp>
      <p:sp>
        <p:nvSpPr>
          <p:cNvPr id="7" name="Slide Number Placeholder 6"/>
          <p:cNvSpPr>
            <a:spLocks noGrp="1"/>
          </p:cNvSpPr>
          <p:nvPr>
            <p:ph type="sldNum" sz="quarter" idx="5"/>
          </p:nvPr>
        </p:nvSpPr>
        <p:spPr>
          <a:xfrm>
            <a:off x="3884613" y="8685213"/>
            <a:ext cx="2971800" cy="457200"/>
          </a:xfrm>
          <a:prstGeom prst="rect">
            <a:avLst/>
          </a:prstGeom>
        </p:spPr>
        <p:txBody>
          <a:bodyPr vert="horz" lIns="91440" tIns="45720" rIns="91440" bIns="45720" rtlCol="0" anchor="b"/>
          <a:lstStyle>
            <a:lvl1pPr algn="r">
              <a:defRPr sz="1200"/>
            </a:lvl1pPr>
          </a:lstStyle>
          <a:p>
            <a:fld id="{0EE21F6E-FFA6-4F20-A02E-4CBF7D5984BB}" type="slidenum">
              <a:rPr lang="en-GB" smtClean="0"/>
              <a:t>‹#›</a:t>
            </a:fld>
            <a:endParaRPr lang="en-GB"/>
          </a:p>
        </p:txBody>
      </p:sp>
    </p:spTree>
    <p:extLst>
      <p:ext uri="{BB962C8B-B14F-4D97-AF65-F5344CB8AC3E}">
        <p14:creationId xmlns:p14="http://schemas.microsoft.com/office/powerpoint/2010/main" val="1689884141"/>
      </p:ext>
    </p:extLst>
  </p:cSld>
  <p:clrMap bg1="lt1" tx1="dk1" bg2="lt2" tx2="dk2" accent1="accent1" accent2="accent2" accent3="accent3" accent4="accent4" accent5="accent5" accent6="accent6" hlink="hlink" folHlink="folHlink"/>
  <p:notesStyle>
    <a:lvl1pPr marL="0" algn="l" defTabSz="914400" rtl="0" eaLnBrk="1" latinLnBrk="0" hangingPunct="1">
      <a:defRPr sz="1200" kern="1200">
        <a:solidFill>
          <a:schemeClr val="tx1"/>
        </a:solidFill>
        <a:latin typeface="+mn-lt"/>
        <a:ea typeface="+mn-ea"/>
        <a:cs typeface="+mn-cs"/>
      </a:defRPr>
    </a:lvl1pPr>
    <a:lvl2pPr marL="457200" algn="l" defTabSz="914400" rtl="0" eaLnBrk="1" latinLnBrk="0" hangingPunct="1">
      <a:defRPr sz="1200" kern="1200">
        <a:solidFill>
          <a:schemeClr val="tx1"/>
        </a:solidFill>
        <a:latin typeface="+mn-lt"/>
        <a:ea typeface="+mn-ea"/>
        <a:cs typeface="+mn-cs"/>
      </a:defRPr>
    </a:lvl2pPr>
    <a:lvl3pPr marL="914400" algn="l" defTabSz="914400" rtl="0" eaLnBrk="1" latinLnBrk="0" hangingPunct="1">
      <a:defRPr sz="1200" kern="1200">
        <a:solidFill>
          <a:schemeClr val="tx1"/>
        </a:solidFill>
        <a:latin typeface="+mn-lt"/>
        <a:ea typeface="+mn-ea"/>
        <a:cs typeface="+mn-cs"/>
      </a:defRPr>
    </a:lvl3pPr>
    <a:lvl4pPr marL="1371600" algn="l" defTabSz="914400" rtl="0" eaLnBrk="1" latinLnBrk="0" hangingPunct="1">
      <a:defRPr sz="1200" kern="1200">
        <a:solidFill>
          <a:schemeClr val="tx1"/>
        </a:solidFill>
        <a:latin typeface="+mn-lt"/>
        <a:ea typeface="+mn-ea"/>
        <a:cs typeface="+mn-cs"/>
      </a:defRPr>
    </a:lvl4pPr>
    <a:lvl5pPr marL="1828800" algn="l" defTabSz="914400" rtl="0" eaLnBrk="1" latinLnBrk="0" hangingPunct="1">
      <a:defRPr sz="1200" kern="1200">
        <a:solidFill>
          <a:schemeClr val="tx1"/>
        </a:solidFill>
        <a:latin typeface="+mn-lt"/>
        <a:ea typeface="+mn-ea"/>
        <a:cs typeface="+mn-cs"/>
      </a:defRPr>
    </a:lvl5pPr>
    <a:lvl6pPr marL="2286000" algn="l" defTabSz="914400" rtl="0" eaLnBrk="1" latinLnBrk="0" hangingPunct="1">
      <a:defRPr sz="1200" kern="1200">
        <a:solidFill>
          <a:schemeClr val="tx1"/>
        </a:solidFill>
        <a:latin typeface="+mn-lt"/>
        <a:ea typeface="+mn-ea"/>
        <a:cs typeface="+mn-cs"/>
      </a:defRPr>
    </a:lvl6pPr>
    <a:lvl7pPr marL="2743200" algn="l" defTabSz="914400" rtl="0" eaLnBrk="1" latinLnBrk="0" hangingPunct="1">
      <a:defRPr sz="1200" kern="1200">
        <a:solidFill>
          <a:schemeClr val="tx1"/>
        </a:solidFill>
        <a:latin typeface="+mn-lt"/>
        <a:ea typeface="+mn-ea"/>
        <a:cs typeface="+mn-cs"/>
      </a:defRPr>
    </a:lvl7pPr>
    <a:lvl8pPr marL="3200400" algn="l" defTabSz="914400" rtl="0" eaLnBrk="1" latinLnBrk="0" hangingPunct="1">
      <a:defRPr sz="1200" kern="1200">
        <a:solidFill>
          <a:schemeClr val="tx1"/>
        </a:solidFill>
        <a:latin typeface="+mn-lt"/>
        <a:ea typeface="+mn-ea"/>
        <a:cs typeface="+mn-cs"/>
      </a:defRPr>
    </a:lvl8pPr>
    <a:lvl9pPr marL="3657600" algn="l" defTabSz="914400" rtl="0" eaLnBrk="1" latinLnBrk="0" hangingPunct="1">
      <a:defRPr sz="1200" kern="1200">
        <a:solidFill>
          <a:schemeClr val="tx1"/>
        </a:solidFill>
        <a:latin typeface="+mn-lt"/>
        <a:ea typeface="+mn-ea"/>
        <a:cs typeface="+mn-cs"/>
      </a:defRPr>
    </a:lvl9pPr>
  </p:notesStyle>
</p:notesMaster>
</file>

<file path=ppt/notesSlides/_rels/notesSlide1.xml.rels><?xml version="1.0" encoding="UTF-8" standalone="yes"?>
<Relationships xmlns="http://schemas.openxmlformats.org/package/2006/relationships"><Relationship Id="rId2" Type="http://schemas.openxmlformats.org/officeDocument/2006/relationships/slide" Target="../slides/slide11.xml"/><Relationship Id="rId1" Type="http://schemas.openxmlformats.org/officeDocument/2006/relationships/notesMaster" Target="../notesMasters/notesMaster1.xml"/></Relationships>
</file>

<file path=ppt/notesSlides/_rels/notesSlide2.xml.rels><?xml version="1.0" encoding="UTF-8" standalone="yes"?>
<Relationships xmlns="http://schemas.openxmlformats.org/package/2006/relationships"><Relationship Id="rId2" Type="http://schemas.openxmlformats.org/officeDocument/2006/relationships/slide" Target="../slides/slide17.xml"/><Relationship Id="rId1" Type="http://schemas.openxmlformats.org/officeDocument/2006/relationships/notesMaster" Target="../notesMasters/notesMaster1.xml"/></Relationships>
</file>

<file path=ppt/notesSlides/_rels/notesSlide3.xml.rels><?xml version="1.0" encoding="UTF-8" standalone="yes"?>
<Relationships xmlns="http://schemas.openxmlformats.org/package/2006/relationships"><Relationship Id="rId2" Type="http://schemas.openxmlformats.org/officeDocument/2006/relationships/slide" Target="../slides/slide38.xml"/><Relationship Id="rId1" Type="http://schemas.openxmlformats.org/officeDocument/2006/relationships/notesMaster" Target="../notesMasters/notesMaster1.xml"/></Relationships>
</file>

<file path=ppt/notesSlides/_rels/notesSlide4.xml.rels><?xml version="1.0" encoding="UTF-8" standalone="yes"?>
<Relationships xmlns="http://schemas.openxmlformats.org/package/2006/relationships"><Relationship Id="rId2" Type="http://schemas.openxmlformats.org/officeDocument/2006/relationships/slide" Target="../slides/slide40.xml"/><Relationship Id="rId1" Type="http://schemas.openxmlformats.org/officeDocument/2006/relationships/notesMaster" Target="../notesMasters/notesMaster1.xml"/></Relationships>
</file>

<file path=ppt/notesSlides/_rels/notesSlide5.xml.rels><?xml version="1.0" encoding="UTF-8" standalone="yes"?>
<Relationships xmlns="http://schemas.openxmlformats.org/package/2006/relationships"><Relationship Id="rId2" Type="http://schemas.openxmlformats.org/officeDocument/2006/relationships/slide" Target="../slides/slide41.xml"/><Relationship Id="rId1" Type="http://schemas.openxmlformats.org/officeDocument/2006/relationships/notesMaster" Target="../notesMasters/notesMaster1.xml"/></Relationships>
</file>

<file path=ppt/notesSlides/_rels/notesSlide6.xml.rels><?xml version="1.0" encoding="UTF-8" standalone="yes"?>
<Relationships xmlns="http://schemas.openxmlformats.org/package/2006/relationships"><Relationship Id="rId2" Type="http://schemas.openxmlformats.org/officeDocument/2006/relationships/slide" Target="../slides/slide42.xml"/><Relationship Id="rId1" Type="http://schemas.openxmlformats.org/officeDocument/2006/relationships/notesMaster" Target="../notesMasters/notesMaster1.xml"/></Relationships>
</file>

<file path=ppt/notesSlides/_rels/notesSlide7.xml.rels><?xml version="1.0" encoding="UTF-8" standalone="yes"?>
<Relationships xmlns="http://schemas.openxmlformats.org/package/2006/relationships"><Relationship Id="rId2" Type="http://schemas.openxmlformats.org/officeDocument/2006/relationships/slide" Target="../slides/slide18.xml"/><Relationship Id="rId1" Type="http://schemas.openxmlformats.org/officeDocument/2006/relationships/notesMaster" Target="../notesMasters/notesMaster1.xml"/></Relationships>
</file>

<file path=ppt/notesSlides/notesSlide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endParaRPr lang="en-GB" dirty="0"/>
          </a:p>
        </p:txBody>
      </p:sp>
      <p:sp>
        <p:nvSpPr>
          <p:cNvPr id="4" name="Slide Number Placeholder 3"/>
          <p:cNvSpPr>
            <a:spLocks noGrp="1"/>
          </p:cNvSpPr>
          <p:nvPr>
            <p:ph type="sldNum" sz="quarter" idx="10"/>
          </p:nvPr>
        </p:nvSpPr>
        <p:spPr/>
        <p:txBody>
          <a:bodyPr/>
          <a:lstStyle/>
          <a:p>
            <a:fld id="{0EE21F6E-FFA6-4F20-A02E-4CBF7D5984BB}" type="slidenum">
              <a:rPr lang="en-GB" smtClean="0"/>
              <a:t>11</a:t>
            </a:fld>
            <a:endParaRPr lang="en-GB"/>
          </a:p>
        </p:txBody>
      </p:sp>
    </p:spTree>
    <p:extLst>
      <p:ext uri="{BB962C8B-B14F-4D97-AF65-F5344CB8AC3E}">
        <p14:creationId xmlns:p14="http://schemas.microsoft.com/office/powerpoint/2010/main" val="3274454655"/>
      </p:ext>
    </p:extLst>
  </p:cSld>
  <p:clrMapOvr>
    <a:masterClrMapping/>
  </p:clrMapOvr>
</p:notes>
</file>

<file path=ppt/notesSlides/notesSlide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GB" sz="1200" kern="1200" dirty="0">
                <a:solidFill>
                  <a:schemeClr val="tx1"/>
                </a:solidFill>
                <a:effectLst/>
                <a:latin typeface="+mn-lt"/>
                <a:ea typeface="+mn-ea"/>
                <a:cs typeface="+mn-cs"/>
              </a:rPr>
              <a:t>Click on 3</a:t>
            </a:r>
            <a:r>
              <a:rPr lang="en-GB" sz="1200" kern="1200" baseline="30000" dirty="0">
                <a:solidFill>
                  <a:schemeClr val="tx1"/>
                </a:solidFill>
                <a:effectLst/>
                <a:latin typeface="+mn-lt"/>
                <a:ea typeface="+mn-ea"/>
                <a:cs typeface="+mn-cs"/>
              </a:rPr>
              <a:t>rd</a:t>
            </a:r>
            <a:r>
              <a:rPr lang="en-GB" sz="1200" kern="1200" dirty="0">
                <a:solidFill>
                  <a:schemeClr val="tx1"/>
                </a:solidFill>
                <a:effectLst/>
                <a:latin typeface="+mn-lt"/>
                <a:ea typeface="+mn-ea"/>
                <a:cs typeface="+mn-cs"/>
              </a:rPr>
              <a:t> animation script: Let’s first work it out for the case where we have only one training example (x, y), so that we can neglect the sum in the definition of J</a:t>
            </a:r>
            <a:endParaRPr lang="en-GB" dirty="0"/>
          </a:p>
        </p:txBody>
      </p:sp>
      <p:sp>
        <p:nvSpPr>
          <p:cNvPr id="4" name="Slide Number Placeholder 3"/>
          <p:cNvSpPr>
            <a:spLocks noGrp="1"/>
          </p:cNvSpPr>
          <p:nvPr>
            <p:ph type="sldNum" sz="quarter" idx="10"/>
          </p:nvPr>
        </p:nvSpPr>
        <p:spPr/>
        <p:txBody>
          <a:bodyPr/>
          <a:lstStyle/>
          <a:p>
            <a:fld id="{0EE21F6E-FFA6-4F20-A02E-4CBF7D5984BB}" type="slidenum">
              <a:rPr lang="en-GB" smtClean="0"/>
              <a:t>17</a:t>
            </a:fld>
            <a:endParaRPr lang="en-GB"/>
          </a:p>
        </p:txBody>
      </p:sp>
    </p:spTree>
    <p:extLst>
      <p:ext uri="{BB962C8B-B14F-4D97-AF65-F5344CB8AC3E}">
        <p14:creationId xmlns:p14="http://schemas.microsoft.com/office/powerpoint/2010/main" val="1387334201"/>
      </p:ext>
    </p:extLst>
  </p:cSld>
  <p:clrMapOvr>
    <a:masterClrMapping/>
  </p:clrMapOvr>
</p:notes>
</file>

<file path=ppt/notesSlides/notesSlide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marL="0" marR="0" indent="0" algn="l" defTabSz="914400" rtl="0" eaLnBrk="1" fontAlgn="auto" latinLnBrk="0" hangingPunct="1">
              <a:lnSpc>
                <a:spcPct val="100000"/>
              </a:lnSpc>
              <a:spcBef>
                <a:spcPts val="0"/>
              </a:spcBef>
              <a:spcAft>
                <a:spcPts val="0"/>
              </a:spcAft>
              <a:buClrTx/>
              <a:buSzTx/>
              <a:buFontTx/>
              <a:buNone/>
              <a:tabLst/>
              <a:defRPr/>
            </a:pPr>
            <a:r>
              <a:rPr lang="en-GB" dirty="0"/>
              <a:t>We identify a problem as a classification problem when the dependent (target) variable is categorical, i.e. it takes classes such as a positive class and a negative class; the independent variables can be continuous or categorical. Real-life examples of classification are to categorize an email as spam or not spam, a tumor as malignant or benign, and a transaction as fraudulent or genuine. The answers to all these problems are categorical, i.e. Yes or No, and that is why they are two-class classification problems.</a:t>
            </a:r>
          </a:p>
          <a:p>
            <a:pPr marL="0" marR="0" indent="0" algn="l" defTabSz="914400" rtl="0" eaLnBrk="1" fontAlgn="auto" latinLnBrk="0" hangingPunct="1">
              <a:lnSpc>
                <a:spcPct val="100000"/>
              </a:lnSpc>
              <a:spcBef>
                <a:spcPts val="0"/>
              </a:spcBef>
              <a:spcAft>
                <a:spcPts val="0"/>
              </a:spcAft>
              <a:buClrTx/>
              <a:buSzTx/>
              <a:buFontTx/>
              <a:buNone/>
              <a:tabLst/>
              <a:defRPr/>
            </a:pPr>
            <a:endParaRPr lang="en-GB" dirty="0"/>
          </a:p>
          <a:p>
            <a:pPr marL="0" marR="0" indent="0" algn="l" defTabSz="914400" rtl="0" eaLnBrk="1" fontAlgn="auto" latinLnBrk="0" hangingPunct="1">
              <a:lnSpc>
                <a:spcPct val="100000"/>
              </a:lnSpc>
              <a:spcBef>
                <a:spcPts val="0"/>
              </a:spcBef>
              <a:spcAft>
                <a:spcPts val="0"/>
              </a:spcAft>
              <a:buClrTx/>
              <a:buSzTx/>
              <a:buFontTx/>
              <a:buNone/>
              <a:tabLst/>
              <a:defRPr/>
            </a:pPr>
            <a:r>
              <a:rPr lang="en-GB" dirty="0"/>
              <a:t>Suppose we have data on tumor size vs its malignancy. As it is a classification problem, if we plot it we can see that all the values lie on 0 and 1. And if we fit the best regression line and use a threshold of 0.5, the line does a pretty reasonable job.</a:t>
            </a:r>
          </a:p>
          <a:p>
            <a:pPr marL="0" marR="0" indent="0" algn="l" defTabSz="914400" rtl="0" eaLnBrk="1" fontAlgn="auto" latinLnBrk="0" hangingPunct="1">
              <a:lnSpc>
                <a:spcPct val="100000"/>
              </a:lnSpc>
              <a:spcBef>
                <a:spcPts val="0"/>
              </a:spcBef>
              <a:spcAft>
                <a:spcPts val="0"/>
              </a:spcAft>
              <a:buClrTx/>
              <a:buSzTx/>
              <a:buFontTx/>
              <a:buNone/>
              <a:tabLst/>
              <a:defRPr/>
            </a:pPr>
            <a:endParaRPr lang="en-GB" dirty="0"/>
          </a:p>
          <a:p>
            <a:pPr marL="0" marR="0" indent="0" algn="l" defTabSz="914400" rtl="0" eaLnBrk="1" fontAlgn="auto" latinLnBrk="0" hangingPunct="1">
              <a:lnSpc>
                <a:spcPct val="100000"/>
              </a:lnSpc>
              <a:spcBef>
                <a:spcPts val="0"/>
              </a:spcBef>
              <a:spcAft>
                <a:spcPts val="0"/>
              </a:spcAft>
              <a:buClrTx/>
              <a:buSzTx/>
              <a:buFontTx/>
              <a:buNone/>
              <a:tabLst/>
              <a:defRPr/>
            </a:pPr>
            <a:r>
              <a:rPr lang="en-GB" dirty="0"/>
              <a:t>Sometimes we come across more than 2 classes and it is still a classification problem. These types of problems are known as multi-class classification problems.</a:t>
            </a:r>
          </a:p>
          <a:p>
            <a:pPr marL="0" marR="0" indent="0" algn="l" defTabSz="914400" rtl="0" eaLnBrk="1" fontAlgn="auto" latinLnBrk="0" hangingPunct="1">
              <a:lnSpc>
                <a:spcPct val="100000"/>
              </a:lnSpc>
              <a:spcBef>
                <a:spcPts val="0"/>
              </a:spcBef>
              <a:spcAft>
                <a:spcPts val="0"/>
              </a:spcAft>
              <a:buClrTx/>
              <a:buSzTx/>
              <a:buFontTx/>
              <a:buNone/>
              <a:tabLst/>
              <a:defRPr/>
            </a:pPr>
            <a:endParaRPr lang="en-GB" dirty="0"/>
          </a:p>
        </p:txBody>
      </p:sp>
      <p:sp>
        <p:nvSpPr>
          <p:cNvPr id="4" name="Slide Number Placeholder 3"/>
          <p:cNvSpPr>
            <a:spLocks noGrp="1"/>
          </p:cNvSpPr>
          <p:nvPr>
            <p:ph type="sldNum" sz="quarter" idx="10"/>
          </p:nvPr>
        </p:nvSpPr>
        <p:spPr/>
        <p:txBody>
          <a:bodyPr/>
          <a:lstStyle/>
          <a:p>
            <a:fld id="{491D9B5E-31D9-46E7-8C21-794CBB760F51}" type="slidenum">
              <a:rPr lang="en-GB" smtClean="0"/>
              <a:t>38</a:t>
            </a:fld>
            <a:endParaRPr lang="en-GB"/>
          </a:p>
        </p:txBody>
      </p:sp>
    </p:spTree>
    <p:extLst>
      <p:ext uri="{BB962C8B-B14F-4D97-AF65-F5344CB8AC3E}">
        <p14:creationId xmlns:p14="http://schemas.microsoft.com/office/powerpoint/2010/main" val="4033423553"/>
      </p:ext>
    </p:extLst>
  </p:cSld>
  <p:clrMapOvr>
    <a:masterClrMapping/>
  </p:clrMapOvr>
</p:notes>
</file>

<file path=ppt/notesSlides/notesSlide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endParaRPr lang="en-GB" dirty="0"/>
          </a:p>
        </p:txBody>
      </p:sp>
      <p:sp>
        <p:nvSpPr>
          <p:cNvPr id="4" name="Slide Number Placeholder 3"/>
          <p:cNvSpPr>
            <a:spLocks noGrp="1"/>
          </p:cNvSpPr>
          <p:nvPr>
            <p:ph type="sldNum" sz="quarter" idx="10"/>
          </p:nvPr>
        </p:nvSpPr>
        <p:spPr/>
        <p:txBody>
          <a:bodyPr/>
          <a:lstStyle/>
          <a:p>
            <a:fld id="{491D9B5E-31D9-46E7-8C21-794CBB760F51}" type="slidenum">
              <a:rPr lang="en-GB" smtClean="0"/>
              <a:t>40</a:t>
            </a:fld>
            <a:endParaRPr lang="en-GB"/>
          </a:p>
        </p:txBody>
      </p:sp>
    </p:spTree>
    <p:extLst>
      <p:ext uri="{BB962C8B-B14F-4D97-AF65-F5344CB8AC3E}">
        <p14:creationId xmlns:p14="http://schemas.microsoft.com/office/powerpoint/2010/main" val="752391512"/>
      </p:ext>
    </p:extLst>
  </p:cSld>
  <p:clrMapOvr>
    <a:masterClrMapping/>
  </p:clrMapOvr>
</p:notes>
</file>

<file path=ppt/notesSlides/notesSlide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GB" sz="1200" b="0" i="0" u="none" strike="noStrike" kern="1200" baseline="0" dirty="0">
                <a:solidFill>
                  <a:schemeClr val="tx1"/>
                </a:solidFill>
                <a:latin typeface="+mn-lt"/>
                <a:ea typeface="+mn-ea"/>
                <a:cs typeface="+mn-cs"/>
              </a:rPr>
              <a:t>So, given the logistic regression model, how do we fit θ for it? Following how we saw least squares regression could be derived as the maximum likelihood estimator under a set of assumptions, let’s endow our classification model with a set of probabilistic assumptions, and then fit the parameters via maximum likelihood.</a:t>
            </a:r>
          </a:p>
          <a:p>
            <a:endParaRPr lang="en-GB" dirty="0"/>
          </a:p>
          <a:p>
            <a:r>
              <a:rPr lang="en-GB" sz="1200" b="0" i="0" u="none" strike="noStrike" kern="1200" baseline="0" dirty="0">
                <a:solidFill>
                  <a:schemeClr val="tx1"/>
                </a:solidFill>
                <a:latin typeface="+mn-lt"/>
                <a:ea typeface="+mn-ea"/>
                <a:cs typeface="+mn-cs"/>
              </a:rPr>
              <a:t>Assuming that the m training examples were generated independently, we can then write down the likelihood of the parameters as L(θ).</a:t>
            </a:r>
          </a:p>
        </p:txBody>
      </p:sp>
      <p:sp>
        <p:nvSpPr>
          <p:cNvPr id="4" name="Slide Number Placeholder 3"/>
          <p:cNvSpPr>
            <a:spLocks noGrp="1"/>
          </p:cNvSpPr>
          <p:nvPr>
            <p:ph type="sldNum" sz="quarter" idx="10"/>
          </p:nvPr>
        </p:nvSpPr>
        <p:spPr/>
        <p:txBody>
          <a:bodyPr/>
          <a:lstStyle/>
          <a:p>
            <a:fld id="{491D9B5E-31D9-46E7-8C21-794CBB760F51}" type="slidenum">
              <a:rPr lang="en-GB" smtClean="0"/>
              <a:t>41</a:t>
            </a:fld>
            <a:endParaRPr lang="en-GB"/>
          </a:p>
        </p:txBody>
      </p:sp>
    </p:spTree>
    <p:extLst>
      <p:ext uri="{BB962C8B-B14F-4D97-AF65-F5344CB8AC3E}">
        <p14:creationId xmlns:p14="http://schemas.microsoft.com/office/powerpoint/2010/main" val="4075878423"/>
      </p:ext>
    </p:extLst>
  </p:cSld>
  <p:clrMapOvr>
    <a:masterClrMapping/>
  </p:clrMapOvr>
</p:notes>
</file>

<file path=ppt/notesSlides/notesSlide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GB" sz="1200" b="0" i="0" u="none" strike="noStrike" kern="1200" baseline="0" dirty="0">
                <a:solidFill>
                  <a:schemeClr val="tx1"/>
                </a:solidFill>
                <a:latin typeface="+mn-lt"/>
                <a:ea typeface="+mn-ea"/>
                <a:cs typeface="+mn-cs"/>
              </a:rPr>
              <a:t>If we compare this to the LMS update rule, we see that it looks identical; but this is not the same algorithm, because h(x(i)) is now defined as a non-linear function of θᵀx(i). Nonetheless, it’s a little surprising that we end up with the same update rule for a rather different algorithm and learning problem.</a:t>
            </a:r>
          </a:p>
        </p:txBody>
      </p:sp>
      <p:sp>
        <p:nvSpPr>
          <p:cNvPr id="4" name="Slide Number Placeholder 3"/>
          <p:cNvSpPr>
            <a:spLocks noGrp="1"/>
          </p:cNvSpPr>
          <p:nvPr>
            <p:ph type="sldNum" sz="quarter" idx="10"/>
          </p:nvPr>
        </p:nvSpPr>
        <p:spPr/>
        <p:txBody>
          <a:bodyPr/>
          <a:lstStyle/>
          <a:p>
            <a:fld id="{491D9B5E-31D9-46E7-8C21-794CBB760F51}" type="slidenum">
              <a:rPr lang="en-GB" smtClean="0"/>
              <a:t>42</a:t>
            </a:fld>
            <a:endParaRPr lang="en-GB"/>
          </a:p>
        </p:txBody>
      </p:sp>
    </p:spTree>
    <p:extLst>
      <p:ext uri="{BB962C8B-B14F-4D97-AF65-F5344CB8AC3E}">
        <p14:creationId xmlns:p14="http://schemas.microsoft.com/office/powerpoint/2010/main" val="3997391864"/>
      </p:ext>
    </p:extLst>
  </p:cSld>
  <p:clrMapOvr>
    <a:masterClrMapping/>
  </p:clrMapOvr>
</p:notes>
</file>

<file path=ppt/notesSlides/notesSlide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GB" dirty="0"/>
              <a:t>Slide 13 writes the cost function with ½ and this slide with 1/(2m). Dividing by the constant m (the number of training examples) does not change which θ minimises J, so both versions give the same answer; 1/(2m) simply makes J an average, so its size does not grow with the number of examples.</a:t>
            </a:r>
          </a:p>
        </p:txBody>
      </p:sp>
      <p:sp>
        <p:nvSpPr>
          <p:cNvPr id="4" name="Slide Number Placeholder 3"/>
          <p:cNvSpPr>
            <a:spLocks noGrp="1"/>
          </p:cNvSpPr>
          <p:nvPr>
            <p:ph type="sldNum" sz="quarter" idx="10"/>
          </p:nvPr>
        </p:nvSpPr>
        <p:spPr/>
        <p:txBody>
          <a:bodyPr/>
          <a:lstStyle/>
          <a:p>
            <a:fld id="{0EE21F6E-FFA6-4F20-A02E-4CBF7D5984BB}" type="slidenum">
              <a:rPr lang="en-GB" smtClean="0"/>
              <a:t>18</a:t>
            </a:fld>
            <a:endParaRPr lang="en-GB"/>
          </a:p>
        </p:txBody>
      </p:sp>
    </p:spTree>
    <p:extLst>
      <p:ext uri="{BB962C8B-B14F-4D97-AF65-F5344CB8AC3E}">
        <p14:creationId xmlns:p14="http://schemas.microsoft.com/office/powerpoint/2010/main" val="1387334218"/>
      </p:ext>
    </p:extLst>
  </p:cSld>
  <p:clrMapOvr>
    <a:masterClrMapping/>
  </p:clrMapOvr>
</p:notes>
</file>

<file path=ppt/slideLayouts/_rels/slideLayout1.xml.rels><?xml version="1.0" encoding="UTF-8" standalone="yes"?>
<Relationships xmlns="http://schemas.openxmlformats.org/package/2006/relationships"><Relationship Id="rId3" Type="http://schemas.openxmlformats.org/officeDocument/2006/relationships/image" Target="../media/image2.png"/><Relationship Id="rId2" Type="http://schemas.openxmlformats.org/officeDocument/2006/relationships/image" Target="../media/image3.jpg"/><Relationship Id="rId1" Type="http://schemas.openxmlformats.org/officeDocument/2006/relationships/slideMaster" Target="../slideMasters/slideMaster1.xml"/></Relationships>
</file>

<file path=ppt/slideLayouts/_rels/slideLayout2.xml.rels><?xml version="1.0" encoding="UTF-8" standalone="yes"?>
<Relationships xmlns="http://schemas.openxmlformats.org/package/2006/relationships"><Relationship Id="rId3" Type="http://schemas.openxmlformats.org/officeDocument/2006/relationships/image" Target="../media/image2.png"/><Relationship Id="rId2" Type="http://schemas.openxmlformats.org/officeDocument/2006/relationships/image" Target="../media/image3.jpg"/><Relationship Id="rId1" Type="http://schemas.openxmlformats.org/officeDocument/2006/relationships/slideMaster" Target="../slideMasters/slideMaster1.xml"/></Relationships>
</file>

<file path=ppt/slideLayouts/_rels/slideLayout3.xml.rels><?xml version="1.0" encoding="UTF-8" standalone="yes"?>
<Relationships xmlns="http://schemas.openxmlformats.org/package/2006/relationships"><Relationship Id="rId3" Type="http://schemas.openxmlformats.org/officeDocument/2006/relationships/image" Target="../media/image2.png"/><Relationship Id="rId2" Type="http://schemas.openxmlformats.org/officeDocument/2006/relationships/image" Target="../media/image1.emf"/><Relationship Id="rId1" Type="http://schemas.openxmlformats.org/officeDocument/2006/relationships/slideMaster" Target="../slideMasters/slideMaster1.xml"/></Relationships>
</file>

<file path=ppt/slideLayouts/_rels/slideLayout4.xml.rels><?xml version="1.0" encoding="UTF-8" standalone="yes"?>
<Relationships xmlns="http://schemas.openxmlformats.org/package/2006/relationships"><Relationship Id="rId3" Type="http://schemas.openxmlformats.org/officeDocument/2006/relationships/image" Target="../media/image2.png"/><Relationship Id="rId2" Type="http://schemas.openxmlformats.org/officeDocument/2006/relationships/image" Target="../media/image1.emf"/><Relationship Id="rId1" Type="http://schemas.openxmlformats.org/officeDocument/2006/relationships/slideMaster" Target="../slideMasters/slideMaster1.xml"/></Relationships>
</file>

<file path=ppt/slideLayouts/_rels/slideLayout5.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slideLayout1.xml><?xml version="1.0" encoding="utf-8"?>
<p:sldLayout xmlns:a="http://schemas.openxmlformats.org/drawingml/2006/main" xmlns:r="http://schemas.openxmlformats.org/officeDocument/2006/relationships" xmlns:p="http://schemas.openxmlformats.org/presentationml/2006/main" type="title" preserve="1">
  <p:cSld name="Title Slide">
    <p:bg>
      <p:bgPr>
        <a:blipFill dpi="0" rotWithShape="1">
          <a:blip r:embed="rId2">
            <a:lum/>
          </a:blip>
          <a:srcRect/>
          <a:stretch>
            <a:fillRect/>
          </a:stretch>
        </a:blipFill>
        <a:effectLst/>
      </p:bgPr>
    </p:bg>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212508D7-2280-7445-9E56-56259A07FC8A}"/>
              </a:ext>
            </a:extLst>
          </p:cNvPr>
          <p:cNvSpPr>
            <a:spLocks noGrp="1"/>
          </p:cNvSpPr>
          <p:nvPr>
            <p:ph type="ctrTitle" hasCustomPrompt="1"/>
          </p:nvPr>
        </p:nvSpPr>
        <p:spPr>
          <a:xfrm>
            <a:off x="1794424" y="373770"/>
            <a:ext cx="6206576" cy="540631"/>
          </a:xfrm>
          <a:prstGeom prst="rect">
            <a:avLst/>
          </a:prstGeom>
        </p:spPr>
        <p:txBody>
          <a:bodyPr anchor="t"/>
          <a:lstStyle>
            <a:lvl1pPr algn="l">
              <a:lnSpc>
                <a:spcPct val="100000"/>
              </a:lnSpc>
              <a:defRPr sz="3200" b="1" i="0">
                <a:latin typeface="Arial" panose="020B0604020202020204" pitchFamily="34" charset="0"/>
                <a:cs typeface="Arial" panose="020B0604020202020204" pitchFamily="34" charset="0"/>
              </a:defRPr>
            </a:lvl1pPr>
          </a:lstStyle>
          <a:p>
            <a:r>
              <a:rPr lang="en-US" dirty="0"/>
              <a:t>Title Arial 32pt</a:t>
            </a:r>
          </a:p>
        </p:txBody>
      </p:sp>
      <p:sp>
        <p:nvSpPr>
          <p:cNvPr id="3" name="Subtitle 2">
            <a:extLst>
              <a:ext uri="{FF2B5EF4-FFF2-40B4-BE49-F238E27FC236}">
                <a16:creationId xmlns:a16="http://schemas.microsoft.com/office/drawing/2014/main" id="{C1FF6D12-0445-E148-BB09-E64C08B1BA55}"/>
              </a:ext>
            </a:extLst>
          </p:cNvPr>
          <p:cNvSpPr>
            <a:spLocks noGrp="1"/>
          </p:cNvSpPr>
          <p:nvPr>
            <p:ph type="subTitle" idx="1" hasCustomPrompt="1"/>
          </p:nvPr>
        </p:nvSpPr>
        <p:spPr>
          <a:xfrm>
            <a:off x="1794423" y="1435007"/>
            <a:ext cx="6206577" cy="5039212"/>
          </a:xfrm>
          <a:prstGeom prst="rect">
            <a:avLst/>
          </a:prstGeom>
        </p:spPr>
        <p:txBody>
          <a:bodyPr/>
          <a:lstStyle>
            <a:lvl1pPr marL="0" indent="0" algn="l">
              <a:buNone/>
              <a:defRPr sz="1600"/>
            </a:lvl1pPr>
            <a:lvl2pPr marL="457200" indent="0" algn="ctr">
              <a:buNone/>
              <a:defRPr sz="2000"/>
            </a:lvl2pPr>
            <a:lvl3pPr marL="914400" indent="0" algn="ctr">
              <a:buNone/>
              <a:defRPr sz="1800"/>
            </a:lvl3pPr>
            <a:lvl4pPr marL="1371600" indent="0" algn="ctr">
              <a:buNone/>
              <a:defRPr sz="1600"/>
            </a:lvl4pPr>
            <a:lvl5pPr marL="1828800" indent="0" algn="ctr">
              <a:buNone/>
              <a:defRPr sz="1600"/>
            </a:lvl5pPr>
            <a:lvl6pPr marL="2286000" indent="0" algn="ctr">
              <a:buNone/>
              <a:defRPr sz="1600"/>
            </a:lvl6pPr>
            <a:lvl7pPr marL="2743200" indent="0" algn="ctr">
              <a:buNone/>
              <a:defRPr sz="1600"/>
            </a:lvl7pPr>
            <a:lvl8pPr marL="3200400" indent="0" algn="ctr">
              <a:buNone/>
              <a:defRPr sz="1600"/>
            </a:lvl8pPr>
            <a:lvl9pPr marL="3657600" indent="0" algn="ctr">
              <a:buNone/>
              <a:defRPr sz="1600"/>
            </a:lvl9pPr>
          </a:lstStyle>
          <a:p>
            <a:r>
              <a:rPr lang="en-US" dirty="0"/>
              <a:t>Body Copy  ARIAL 16pt</a:t>
            </a:r>
          </a:p>
        </p:txBody>
      </p:sp>
      <p:pic>
        <p:nvPicPr>
          <p:cNvPr id="7" name="Picture 6">
            <a:extLst>
              <a:ext uri="{FF2B5EF4-FFF2-40B4-BE49-F238E27FC236}">
                <a16:creationId xmlns:a16="http://schemas.microsoft.com/office/drawing/2014/main" id="{5276B2E5-FD2E-2F48-B255-21F97B6C0E40}"/>
              </a:ext>
            </a:extLst>
          </p:cNvPr>
          <p:cNvPicPr>
            <a:picLocks noChangeAspect="1"/>
          </p:cNvPicPr>
          <p:nvPr/>
        </p:nvPicPr>
        <p:blipFill>
          <a:blip r:embed="rId3"/>
          <a:stretch>
            <a:fillRect/>
          </a:stretch>
        </p:blipFill>
        <p:spPr>
          <a:xfrm>
            <a:off x="461745" y="4925113"/>
            <a:ext cx="748535" cy="619477"/>
          </a:xfrm>
          <a:prstGeom prst="rect">
            <a:avLst/>
          </a:prstGeom>
        </p:spPr>
      </p:pic>
    </p:spTree>
    <p:extLst>
      <p:ext uri="{BB962C8B-B14F-4D97-AF65-F5344CB8AC3E}">
        <p14:creationId xmlns:p14="http://schemas.microsoft.com/office/powerpoint/2010/main" val="3347972053"/>
      </p:ext>
    </p:extLst>
  </p:cSld>
  <p:clrMapOvr>
    <a:masterClrMapping/>
  </p:clrMapOvr>
</p:sldLayout>
</file>

<file path=ppt/slideLayouts/slideLayout2.xml><?xml version="1.0" encoding="utf-8"?>
<p:sldLayout xmlns:a="http://schemas.openxmlformats.org/drawingml/2006/main" xmlns:r="http://schemas.openxmlformats.org/officeDocument/2006/relationships" xmlns:p="http://schemas.openxmlformats.org/presentationml/2006/main" type="obj" preserve="1">
  <p:cSld name="Title and Content">
    <p:bg>
      <p:bgPr>
        <a:blipFill dpi="0" rotWithShape="1">
          <a:blip r:embed="rId2">
            <a:lum/>
          </a:blip>
          <a:srcRect/>
          <a:stretch>
            <a:fillRect/>
          </a:stretch>
        </a:blipFill>
        <a:effectLst/>
      </p:bgPr>
    </p:bg>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7CB8135D-D60C-5E43-A2E0-33CB99A83166}"/>
              </a:ext>
            </a:extLst>
          </p:cNvPr>
          <p:cNvSpPr>
            <a:spLocks noGrp="1"/>
          </p:cNvSpPr>
          <p:nvPr>
            <p:ph type="title" hasCustomPrompt="1"/>
          </p:nvPr>
        </p:nvSpPr>
        <p:spPr>
          <a:xfrm>
            <a:off x="1809893" y="365126"/>
            <a:ext cx="6705457" cy="595996"/>
          </a:xfrm>
          <a:prstGeom prst="rect">
            <a:avLst/>
          </a:prstGeom>
        </p:spPr>
        <p:txBody>
          <a:bodyPr/>
          <a:lstStyle>
            <a:lvl1pPr>
              <a:defRPr sz="3200" b="1" i="0">
                <a:latin typeface="Arial" panose="020B0604020202020204" pitchFamily="34" charset="0"/>
                <a:cs typeface="Arial" panose="020B0604020202020204" pitchFamily="34" charset="0"/>
              </a:defRPr>
            </a:lvl1pPr>
          </a:lstStyle>
          <a:p>
            <a:r>
              <a:rPr lang="en-US" dirty="0"/>
              <a:t>Title Arial 32pt</a:t>
            </a:r>
          </a:p>
        </p:txBody>
      </p:sp>
      <p:sp>
        <p:nvSpPr>
          <p:cNvPr id="3" name="Content Placeholder 2">
            <a:extLst>
              <a:ext uri="{FF2B5EF4-FFF2-40B4-BE49-F238E27FC236}">
                <a16:creationId xmlns:a16="http://schemas.microsoft.com/office/drawing/2014/main" id="{EC9E60C7-65E9-2D4E-8F6F-2124696CD5C9}"/>
              </a:ext>
            </a:extLst>
          </p:cNvPr>
          <p:cNvSpPr>
            <a:spLocks noGrp="1"/>
          </p:cNvSpPr>
          <p:nvPr>
            <p:ph idx="1" hasCustomPrompt="1"/>
          </p:nvPr>
        </p:nvSpPr>
        <p:spPr>
          <a:xfrm>
            <a:off x="1809892" y="1414984"/>
            <a:ext cx="6705458" cy="4761979"/>
          </a:xfrm>
          <a:prstGeom prst="rect">
            <a:avLst/>
          </a:prstGeom>
        </p:spPr>
        <p:txBody>
          <a:bodyPr/>
          <a:lstStyle>
            <a:lvl1pPr marL="0" indent="0">
              <a:buNone/>
              <a:defRPr sz="2400" b="0" i="0">
                <a:latin typeface="Arial" panose="020B0604020202020204" pitchFamily="34" charset="0"/>
                <a:cs typeface="Arial" panose="020B0604020202020204" pitchFamily="34" charset="0"/>
              </a:defRPr>
            </a:lvl1pPr>
            <a:lvl2pPr>
              <a:defRPr sz="1600" b="0" i="0">
                <a:latin typeface="Arial" panose="020B0604020202020204" pitchFamily="34" charset="0"/>
                <a:cs typeface="Arial" panose="020B0604020202020204" pitchFamily="34" charset="0"/>
              </a:defRPr>
            </a:lvl2pPr>
            <a:lvl3pPr>
              <a:defRPr sz="1600" b="0" i="0">
                <a:latin typeface="Arial" panose="020B0604020202020204" pitchFamily="34" charset="0"/>
                <a:cs typeface="Arial" panose="020B0604020202020204" pitchFamily="34" charset="0"/>
              </a:defRPr>
            </a:lvl3pPr>
            <a:lvl4pPr>
              <a:defRPr sz="1600" b="0" i="0">
                <a:latin typeface="Arial" panose="020B0604020202020204" pitchFamily="34" charset="0"/>
                <a:cs typeface="Arial" panose="020B0604020202020204" pitchFamily="34" charset="0"/>
              </a:defRPr>
            </a:lvl4pPr>
            <a:lvl5pPr>
              <a:defRPr sz="1600" b="0" i="0">
                <a:latin typeface="Arial" panose="020B0604020202020204" pitchFamily="34" charset="0"/>
                <a:cs typeface="Arial" panose="020B0604020202020204" pitchFamily="34" charset="0"/>
              </a:defRPr>
            </a:lvl5pPr>
          </a:lstStyle>
          <a:p>
            <a:pPr lvl="0"/>
            <a:r>
              <a:rPr lang="en-US" dirty="0"/>
              <a:t>Body Copy Arial 16pt</a:t>
            </a:r>
          </a:p>
        </p:txBody>
      </p:sp>
      <p:pic>
        <p:nvPicPr>
          <p:cNvPr id="7" name="Picture 6">
            <a:extLst>
              <a:ext uri="{FF2B5EF4-FFF2-40B4-BE49-F238E27FC236}">
                <a16:creationId xmlns:a16="http://schemas.microsoft.com/office/drawing/2014/main" id="{1B90AFCE-B625-D845-858E-A0692B422D71}"/>
              </a:ext>
            </a:extLst>
          </p:cNvPr>
          <p:cNvPicPr>
            <a:picLocks noChangeAspect="1"/>
          </p:cNvPicPr>
          <p:nvPr/>
        </p:nvPicPr>
        <p:blipFill>
          <a:blip r:embed="rId3"/>
          <a:stretch>
            <a:fillRect/>
          </a:stretch>
        </p:blipFill>
        <p:spPr>
          <a:xfrm>
            <a:off x="461745" y="4925113"/>
            <a:ext cx="748535" cy="619477"/>
          </a:xfrm>
          <a:prstGeom prst="rect">
            <a:avLst/>
          </a:prstGeom>
        </p:spPr>
      </p:pic>
    </p:spTree>
    <p:extLst>
      <p:ext uri="{BB962C8B-B14F-4D97-AF65-F5344CB8AC3E}">
        <p14:creationId xmlns:p14="http://schemas.microsoft.com/office/powerpoint/2010/main" val="219271537"/>
      </p:ext>
    </p:extLst>
  </p:cSld>
  <p:clrMapOvr>
    <a:masterClrMapping/>
  </p:clrMapOvr>
</p:sldLayout>
</file>

<file path=ppt/slideLayouts/slideLayout3.xml><?xml version="1.0" encoding="utf-8"?>
<p:sldLayout xmlns:a="http://schemas.openxmlformats.org/drawingml/2006/main" xmlns:r="http://schemas.openxmlformats.org/officeDocument/2006/relationships" xmlns:p="http://schemas.openxmlformats.org/presentationml/2006/main" type="secHead" preserve="1">
  <p:cSld name="Section Header">
    <p:bg>
      <p:bgPr>
        <a:blipFill dpi="0" rotWithShape="1">
          <a:blip r:embed="rId2">
            <a:lum/>
          </a:blip>
          <a:srcRect/>
          <a:stretch>
            <a:fillRect/>
          </a:stretch>
        </a:blipFill>
        <a:effectLst/>
      </p:bgPr>
    </p:bg>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15131BC6-EBE9-7C40-8DF3-ADD0BBB8D7AF}"/>
              </a:ext>
            </a:extLst>
          </p:cNvPr>
          <p:cNvSpPr>
            <a:spLocks noGrp="1"/>
          </p:cNvSpPr>
          <p:nvPr>
            <p:ph type="title" hasCustomPrompt="1"/>
          </p:nvPr>
        </p:nvSpPr>
        <p:spPr>
          <a:xfrm>
            <a:off x="1701986" y="373771"/>
            <a:ext cx="6808602" cy="493909"/>
          </a:xfrm>
          <a:prstGeom prst="rect">
            <a:avLst/>
          </a:prstGeom>
        </p:spPr>
        <p:txBody>
          <a:bodyPr anchor="t"/>
          <a:lstStyle>
            <a:lvl1pPr algn="l">
              <a:defRPr sz="3200" b="1" i="0">
                <a:latin typeface="Arial" panose="020B0604020202020204" pitchFamily="34" charset="0"/>
                <a:cs typeface="Arial" panose="020B0604020202020204" pitchFamily="34" charset="0"/>
              </a:defRPr>
            </a:lvl1pPr>
          </a:lstStyle>
          <a:p>
            <a:r>
              <a:rPr lang="en-US" dirty="0"/>
              <a:t>Title Arial 32pt</a:t>
            </a:r>
          </a:p>
        </p:txBody>
      </p:sp>
      <p:sp>
        <p:nvSpPr>
          <p:cNvPr id="3" name="Text Placeholder 2">
            <a:extLst>
              <a:ext uri="{FF2B5EF4-FFF2-40B4-BE49-F238E27FC236}">
                <a16:creationId xmlns:a16="http://schemas.microsoft.com/office/drawing/2014/main" id="{A31ED869-0B77-A24D-B0EF-98935AA253BC}"/>
              </a:ext>
            </a:extLst>
          </p:cNvPr>
          <p:cNvSpPr>
            <a:spLocks noGrp="1"/>
          </p:cNvSpPr>
          <p:nvPr>
            <p:ph type="body" idx="1" hasCustomPrompt="1"/>
          </p:nvPr>
        </p:nvSpPr>
        <p:spPr>
          <a:xfrm>
            <a:off x="1701986" y="1428334"/>
            <a:ext cx="6808602" cy="4661317"/>
          </a:xfrm>
          <a:prstGeom prst="rect">
            <a:avLst/>
          </a:prstGeom>
        </p:spPr>
        <p:txBody>
          <a:bodyPr/>
          <a:lstStyle>
            <a:lvl1pPr marL="0" indent="0">
              <a:buNone/>
              <a:defRPr sz="2400">
                <a:solidFill>
                  <a:schemeClr val="tx1">
                    <a:tint val="75000"/>
                  </a:schemeClr>
                </a:solidFill>
              </a:defRPr>
            </a:lvl1pPr>
            <a:lvl2pPr marL="457200" indent="0">
              <a:buNone/>
              <a:defRPr sz="2000">
                <a:solidFill>
                  <a:schemeClr val="tx1">
                    <a:tint val="75000"/>
                  </a:schemeClr>
                </a:solidFill>
              </a:defRPr>
            </a:lvl2pPr>
            <a:lvl3pPr marL="914400" indent="0">
              <a:buNone/>
              <a:defRPr sz="1800">
                <a:solidFill>
                  <a:schemeClr val="tx1">
                    <a:tint val="75000"/>
                  </a:schemeClr>
                </a:solidFill>
              </a:defRPr>
            </a:lvl3pPr>
            <a:lvl4pPr marL="1371600" indent="0">
              <a:buNone/>
              <a:defRPr sz="1600">
                <a:solidFill>
                  <a:schemeClr val="tx1">
                    <a:tint val="75000"/>
                  </a:schemeClr>
                </a:solidFill>
              </a:defRPr>
            </a:lvl4pPr>
            <a:lvl5pPr marL="1828800" indent="0">
              <a:buNone/>
              <a:defRPr sz="1600">
                <a:solidFill>
                  <a:schemeClr val="tx1">
                    <a:tint val="75000"/>
                  </a:schemeClr>
                </a:solidFill>
              </a:defRPr>
            </a:lvl5pPr>
            <a:lvl6pPr marL="2286000" indent="0">
              <a:buNone/>
              <a:defRPr sz="1600">
                <a:solidFill>
                  <a:schemeClr val="tx1">
                    <a:tint val="75000"/>
                  </a:schemeClr>
                </a:solidFill>
              </a:defRPr>
            </a:lvl6pPr>
            <a:lvl7pPr marL="2743200" indent="0">
              <a:buNone/>
              <a:defRPr sz="1600">
                <a:solidFill>
                  <a:schemeClr val="tx1">
                    <a:tint val="75000"/>
                  </a:schemeClr>
                </a:solidFill>
              </a:defRPr>
            </a:lvl7pPr>
            <a:lvl8pPr marL="3200400" indent="0">
              <a:buNone/>
              <a:defRPr sz="1600">
                <a:solidFill>
                  <a:schemeClr val="tx1">
                    <a:tint val="75000"/>
                  </a:schemeClr>
                </a:solidFill>
              </a:defRPr>
            </a:lvl8pPr>
            <a:lvl9pPr marL="3657600" indent="0">
              <a:buNone/>
              <a:defRPr sz="1600">
                <a:solidFill>
                  <a:schemeClr val="tx1">
                    <a:tint val="75000"/>
                  </a:schemeClr>
                </a:solidFill>
              </a:defRPr>
            </a:lvl9pPr>
          </a:lstStyle>
          <a:p>
            <a:pPr lvl="0"/>
            <a:r>
              <a:rPr lang="en-US" dirty="0"/>
              <a:t>Body Copy Arial 16pt</a:t>
            </a:r>
          </a:p>
        </p:txBody>
      </p:sp>
      <p:pic>
        <p:nvPicPr>
          <p:cNvPr id="7" name="Picture 6">
            <a:extLst>
              <a:ext uri="{FF2B5EF4-FFF2-40B4-BE49-F238E27FC236}">
                <a16:creationId xmlns:a16="http://schemas.microsoft.com/office/drawing/2014/main" id="{45A86DEB-DB85-A34A-BADA-0D640BBCD362}"/>
              </a:ext>
            </a:extLst>
          </p:cNvPr>
          <p:cNvPicPr>
            <a:picLocks noChangeAspect="1"/>
          </p:cNvPicPr>
          <p:nvPr/>
        </p:nvPicPr>
        <p:blipFill>
          <a:blip r:embed="rId3"/>
          <a:stretch>
            <a:fillRect/>
          </a:stretch>
        </p:blipFill>
        <p:spPr>
          <a:xfrm>
            <a:off x="461745" y="4925113"/>
            <a:ext cx="748535" cy="619477"/>
          </a:xfrm>
          <a:prstGeom prst="rect">
            <a:avLst/>
          </a:prstGeom>
        </p:spPr>
      </p:pic>
    </p:spTree>
    <p:extLst>
      <p:ext uri="{BB962C8B-B14F-4D97-AF65-F5344CB8AC3E}">
        <p14:creationId xmlns:p14="http://schemas.microsoft.com/office/powerpoint/2010/main" val="389899785"/>
      </p:ext>
    </p:extLst>
  </p:cSld>
  <p:clrMapOvr>
    <a:masterClrMapping/>
  </p:clrMapOvr>
</p:sldLayout>
</file>

<file path=ppt/slideLayouts/slideLayout4.xml><?xml version="1.0" encoding="utf-8"?>
<p:sldLayout xmlns:a="http://schemas.openxmlformats.org/drawingml/2006/main" xmlns:r="http://schemas.openxmlformats.org/officeDocument/2006/relationships" xmlns:p="http://schemas.openxmlformats.org/presentationml/2006/main" type="twoObj" preserve="1">
  <p:cSld name="Two Content">
    <p:bg>
      <p:bgPr>
        <a:blipFill dpi="0" rotWithShape="1">
          <a:blip r:embed="rId2">
            <a:lum/>
          </a:blip>
          <a:srcRect/>
          <a:stretch>
            <a:fillRect/>
          </a:stretch>
        </a:blipFill>
        <a:effectLst/>
      </p:bgPr>
    </p:bg>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231E027B-BEB9-F140-97F9-C790358BCFB2}"/>
              </a:ext>
            </a:extLst>
          </p:cNvPr>
          <p:cNvSpPr>
            <a:spLocks noGrp="1"/>
          </p:cNvSpPr>
          <p:nvPr>
            <p:ph type="title" hasCustomPrompt="1"/>
          </p:nvPr>
        </p:nvSpPr>
        <p:spPr>
          <a:xfrm>
            <a:off x="1701152" y="365126"/>
            <a:ext cx="7089102" cy="605836"/>
          </a:xfrm>
          <a:prstGeom prst="rect">
            <a:avLst/>
          </a:prstGeom>
        </p:spPr>
        <p:txBody>
          <a:bodyPr/>
          <a:lstStyle>
            <a:lvl1pPr>
              <a:defRPr sz="3200" b="1" i="0">
                <a:latin typeface="Arial" panose="020B0604020202020204" pitchFamily="34" charset="0"/>
                <a:cs typeface="Arial" panose="020B0604020202020204" pitchFamily="34" charset="0"/>
              </a:defRPr>
            </a:lvl1pPr>
          </a:lstStyle>
          <a:p>
            <a:r>
              <a:rPr lang="en-US" dirty="0"/>
              <a:t>Title Arial 32pt</a:t>
            </a:r>
          </a:p>
        </p:txBody>
      </p:sp>
      <p:sp>
        <p:nvSpPr>
          <p:cNvPr id="3" name="Content Placeholder 2">
            <a:extLst>
              <a:ext uri="{FF2B5EF4-FFF2-40B4-BE49-F238E27FC236}">
                <a16:creationId xmlns:a16="http://schemas.microsoft.com/office/drawing/2014/main" id="{EF93DD45-69DA-CE42-8028-948E1F6A678F}"/>
              </a:ext>
            </a:extLst>
          </p:cNvPr>
          <p:cNvSpPr>
            <a:spLocks noGrp="1"/>
          </p:cNvSpPr>
          <p:nvPr>
            <p:ph sz="half" idx="1" hasCustomPrompt="1"/>
          </p:nvPr>
        </p:nvSpPr>
        <p:spPr>
          <a:xfrm>
            <a:off x="1701152" y="1159497"/>
            <a:ext cx="3329718" cy="5017466"/>
          </a:xfrm>
          <a:prstGeom prst="rect">
            <a:avLst/>
          </a:prstGeom>
        </p:spPr>
        <p:txBody>
          <a:bodyPr/>
          <a:lstStyle>
            <a:lvl1pPr marL="0" marR="0" indent="0" algn="l" defTabSz="914400" rtl="0" eaLnBrk="1" fontAlgn="auto" latinLnBrk="0" hangingPunct="1">
              <a:lnSpc>
                <a:spcPct val="90000"/>
              </a:lnSpc>
              <a:spcBef>
                <a:spcPts val="1000"/>
              </a:spcBef>
              <a:spcAft>
                <a:spcPts val="0"/>
              </a:spcAft>
              <a:buClrTx/>
              <a:buSzTx/>
              <a:buFontTx/>
              <a:buNone/>
              <a:tabLst/>
              <a:defRPr sz="2400"/>
            </a:lvl1pPr>
          </a:lstStyle>
          <a:p>
            <a:pPr marL="228600" marR="0" lvl="0" indent="-228600" algn="l" defTabSz="914400" rtl="0" eaLnBrk="1" fontAlgn="auto" latinLnBrk="0" hangingPunct="1">
              <a:lnSpc>
                <a:spcPct val="90000"/>
              </a:lnSpc>
              <a:spcBef>
                <a:spcPts val="1000"/>
              </a:spcBef>
              <a:spcAft>
                <a:spcPts val="0"/>
              </a:spcAft>
              <a:buClrTx/>
              <a:buSzTx/>
              <a:buFont typeface="Arial" panose="020B0604020202020204" pitchFamily="34" charset="0"/>
              <a:buChar char="•"/>
              <a:tabLst/>
              <a:defRPr/>
            </a:pPr>
            <a:r>
              <a:rPr lang="en-US" dirty="0"/>
              <a:t>Body Copy Arial 16pt</a:t>
            </a:r>
          </a:p>
          <a:p>
            <a:pPr lvl="0"/>
            <a:endParaRPr lang="en-US" dirty="0"/>
          </a:p>
        </p:txBody>
      </p:sp>
      <p:sp>
        <p:nvSpPr>
          <p:cNvPr id="4" name="Content Placeholder 3">
            <a:extLst>
              <a:ext uri="{FF2B5EF4-FFF2-40B4-BE49-F238E27FC236}">
                <a16:creationId xmlns:a16="http://schemas.microsoft.com/office/drawing/2014/main" id="{5BBBB932-9B4D-8B43-9456-CBAA647F0883}"/>
              </a:ext>
            </a:extLst>
          </p:cNvPr>
          <p:cNvSpPr>
            <a:spLocks noGrp="1"/>
          </p:cNvSpPr>
          <p:nvPr>
            <p:ph sz="half" idx="2" hasCustomPrompt="1"/>
          </p:nvPr>
        </p:nvSpPr>
        <p:spPr>
          <a:xfrm>
            <a:off x="5226097" y="1159497"/>
            <a:ext cx="3564158" cy="5017466"/>
          </a:xfrm>
          <a:prstGeom prst="rect">
            <a:avLst/>
          </a:prstGeom>
        </p:spPr>
        <p:txBody>
          <a:bodyPr/>
          <a:lstStyle>
            <a:lvl1pPr marL="228600" marR="0" indent="-228600" algn="l" defTabSz="914400" rtl="0" eaLnBrk="1" fontAlgn="auto" latinLnBrk="0" hangingPunct="1">
              <a:lnSpc>
                <a:spcPct val="90000"/>
              </a:lnSpc>
              <a:spcBef>
                <a:spcPts val="1000"/>
              </a:spcBef>
              <a:spcAft>
                <a:spcPts val="0"/>
              </a:spcAft>
              <a:buClrTx/>
              <a:buSzTx/>
              <a:buFont typeface="Arial" panose="020B0604020202020204" pitchFamily="34" charset="0"/>
              <a:buChar char="•"/>
              <a:tabLst/>
              <a:defRPr sz="2400"/>
            </a:lvl1pPr>
          </a:lstStyle>
          <a:p>
            <a:pPr marL="228600" marR="0" lvl="0" indent="-228600" algn="l" defTabSz="914400" rtl="0" eaLnBrk="1" fontAlgn="auto" latinLnBrk="0" hangingPunct="1">
              <a:lnSpc>
                <a:spcPct val="90000"/>
              </a:lnSpc>
              <a:spcBef>
                <a:spcPts val="1000"/>
              </a:spcBef>
              <a:spcAft>
                <a:spcPts val="0"/>
              </a:spcAft>
              <a:buClrTx/>
              <a:buSzTx/>
              <a:buFont typeface="Arial" panose="020B0604020202020204" pitchFamily="34" charset="0"/>
              <a:buChar char="•"/>
              <a:tabLst/>
              <a:defRPr/>
            </a:pPr>
            <a:r>
              <a:rPr lang="en-US" dirty="0"/>
              <a:t>Body Copy Arial 16pt</a:t>
            </a:r>
          </a:p>
        </p:txBody>
      </p:sp>
      <p:pic>
        <p:nvPicPr>
          <p:cNvPr id="8" name="Picture 7">
            <a:extLst>
              <a:ext uri="{FF2B5EF4-FFF2-40B4-BE49-F238E27FC236}">
                <a16:creationId xmlns:a16="http://schemas.microsoft.com/office/drawing/2014/main" id="{EE1306C6-F56C-F74F-AD6E-673B032DAFEE}"/>
              </a:ext>
            </a:extLst>
          </p:cNvPr>
          <p:cNvPicPr>
            <a:picLocks noChangeAspect="1"/>
          </p:cNvPicPr>
          <p:nvPr/>
        </p:nvPicPr>
        <p:blipFill>
          <a:blip r:embed="rId3"/>
          <a:stretch>
            <a:fillRect/>
          </a:stretch>
        </p:blipFill>
        <p:spPr>
          <a:xfrm>
            <a:off x="461745" y="4925113"/>
            <a:ext cx="748535" cy="619477"/>
          </a:xfrm>
          <a:prstGeom prst="rect">
            <a:avLst/>
          </a:prstGeom>
        </p:spPr>
      </p:pic>
    </p:spTree>
    <p:extLst>
      <p:ext uri="{BB962C8B-B14F-4D97-AF65-F5344CB8AC3E}">
        <p14:creationId xmlns:p14="http://schemas.microsoft.com/office/powerpoint/2010/main" val="3977692285"/>
      </p:ext>
    </p:extLst>
  </p:cSld>
  <p:clrMapOvr>
    <a:masterClrMapping/>
  </p:clrMapOvr>
</p:sldLayout>
</file>

<file path=ppt/slideLayouts/slideLayout5.xml><?xml version="1.0" encoding="utf-8"?>
<p:sldLayout xmlns:a="http://schemas.openxmlformats.org/drawingml/2006/main" xmlns:r="http://schemas.openxmlformats.org/officeDocument/2006/relationships" xmlns:p="http://schemas.openxmlformats.org/presentationml/2006/main" type="blank">
  <p:cSld name="Blank">
    <p:spTree>
      <p:nvGrpSpPr>
        <p:cNvPr id="1" name=""/>
        <p:cNvGrpSpPr/>
        <p:nvPr/>
      </p:nvGrpSpPr>
      <p:grpSpPr>
        <a:xfrm>
          <a:off x="0" y="0"/>
          <a:ext cx="0" cy="0"/>
          <a:chOff x="0" y="0"/>
          <a:chExt cx="0" cy="0"/>
        </a:xfrm>
      </p:grpSpPr>
      <p:sp>
        <p:nvSpPr>
          <p:cNvPr id="2" name="Date Placeholder 1"/>
          <p:cNvSpPr>
            <a:spLocks noGrp="1"/>
          </p:cNvSpPr>
          <p:nvPr>
            <p:ph type="dt" sz="half" idx="10"/>
          </p:nvPr>
        </p:nvSpPr>
        <p:spPr>
          <a:xfrm>
            <a:off x="457200" y="18288"/>
            <a:ext cx="2895600" cy="329184"/>
          </a:xfrm>
          <a:prstGeom prst="rect">
            <a:avLst/>
          </a:prstGeom>
        </p:spPr>
        <p:txBody>
          <a:bodyPr/>
          <a:lstStyle/>
          <a:p>
            <a:fld id="{1D8BD707-D9CF-40AE-B4C6-C98DA3205C09}" type="datetimeFigureOut">
              <a:rPr lang="en-US" smtClean="0"/>
              <a:pPr/>
              <a:t>11/4/2025</a:t>
            </a:fld>
            <a:endParaRPr lang="en-US"/>
          </a:p>
        </p:txBody>
      </p:sp>
      <p:sp>
        <p:nvSpPr>
          <p:cNvPr id="3" name="Footer Placeholder 2"/>
          <p:cNvSpPr>
            <a:spLocks noGrp="1"/>
          </p:cNvSpPr>
          <p:nvPr>
            <p:ph type="ftr" sz="quarter" idx="11"/>
          </p:nvPr>
        </p:nvSpPr>
        <p:spPr>
          <a:xfrm>
            <a:off x="3429000" y="18288"/>
            <a:ext cx="4114800" cy="329184"/>
          </a:xfrm>
          <a:prstGeom prst="rect">
            <a:avLst/>
          </a:prstGeom>
        </p:spPr>
        <p:txBody>
          <a:bodyPr/>
          <a:lstStyle/>
          <a:p>
            <a:endParaRPr lang="en-US"/>
          </a:p>
        </p:txBody>
      </p:sp>
      <p:sp>
        <p:nvSpPr>
          <p:cNvPr id="4" name="Slide Number Placeholder 3"/>
          <p:cNvSpPr>
            <a:spLocks noGrp="1"/>
          </p:cNvSpPr>
          <p:nvPr>
            <p:ph type="sldNum" sz="quarter" idx="12"/>
          </p:nvPr>
        </p:nvSpPr>
        <p:spPr>
          <a:xfrm>
            <a:off x="7620000" y="18288"/>
            <a:ext cx="1066800" cy="329184"/>
          </a:xfrm>
          <a:prstGeom prst="rect">
            <a:avLst/>
          </a:prstGeom>
        </p:spPr>
        <p:txBody>
          <a:bodyPr/>
          <a:lstStyle/>
          <a:p>
            <a:fld id="{B6F15528-21DE-4FAA-801E-634DDDAF4B2B}" type="slidenum">
              <a:rPr lang="en-US" smtClean="0"/>
              <a:pPr/>
              <a:t>‹#›</a:t>
            </a:fld>
            <a:endParaRPr lang="en-US"/>
          </a:p>
        </p:txBody>
      </p:sp>
    </p:spTree>
  </p:cSld>
  <p:clrMapOvr>
    <a:masterClrMapping/>
  </p:clrMapOvr>
</p:sldLayout>
</file>

<file path=ppt/slideMasters/_rels/slideMaster1.xml.rels><?xml version="1.0" encoding="UTF-8" standalone="yes"?>
<Relationships xmlns="http://schemas.openxmlformats.org/package/2006/relationships"><Relationship Id="rId8" Type="http://schemas.openxmlformats.org/officeDocument/2006/relationships/image" Target="../media/image2.png"/><Relationship Id="rId3" Type="http://schemas.openxmlformats.org/officeDocument/2006/relationships/slideLayout" Target="../slideLayouts/slideLayout3.xml"/><Relationship Id="rId7" Type="http://schemas.openxmlformats.org/officeDocument/2006/relationships/image" Target="../media/image1.emf"/><Relationship Id="rId2" Type="http://schemas.openxmlformats.org/officeDocument/2006/relationships/slideLayout" Target="../slideLayouts/slideLayout2.xml"/><Relationship Id="rId1" Type="http://schemas.openxmlformats.org/officeDocument/2006/relationships/slideLayout" Target="../slideLayouts/slideLayout1.xml"/><Relationship Id="rId6" Type="http://schemas.openxmlformats.org/officeDocument/2006/relationships/theme" Target="../theme/theme1.xml"/><Relationship Id="rId5" Type="http://schemas.openxmlformats.org/officeDocument/2006/relationships/slideLayout" Target="../slideLayouts/slideLayout5.xml"/><Relationship Id="rId4" Type="http://schemas.openxmlformats.org/officeDocument/2006/relationships/slideLayout" Target="../slideLayouts/slideLayout4.xml"/></Relationships>
</file>

<file path=ppt/slideMasters/slideMaster1.xml><?xml version="1.0" encoding="utf-8"?>
<p:sldMaster xmlns:a="http://schemas.openxmlformats.org/drawingml/2006/main" xmlns:r="http://schemas.openxmlformats.org/officeDocument/2006/relationships" xmlns:p="http://schemas.openxmlformats.org/presentationml/2006/main">
  <p:cSld>
    <p:bg>
      <p:bgPr>
        <a:blipFill dpi="0" rotWithShape="1">
          <a:blip r:embed="rId7">
            <a:lum/>
          </a:blip>
          <a:srcRect/>
          <a:stretch>
            <a:fillRect/>
          </a:stretch>
        </a:blipFill>
        <a:effectLst/>
      </p:bgPr>
    </p:bg>
    <p:spTree>
      <p:nvGrpSpPr>
        <p:cNvPr id="1" name=""/>
        <p:cNvGrpSpPr/>
        <p:nvPr/>
      </p:nvGrpSpPr>
      <p:grpSpPr>
        <a:xfrm>
          <a:off x="0" y="0"/>
          <a:ext cx="0" cy="0"/>
          <a:chOff x="0" y="0"/>
          <a:chExt cx="0" cy="0"/>
        </a:xfrm>
      </p:grpSpPr>
      <p:pic>
        <p:nvPicPr>
          <p:cNvPr id="7" name="Picture 6">
            <a:extLst>
              <a:ext uri="{FF2B5EF4-FFF2-40B4-BE49-F238E27FC236}">
                <a16:creationId xmlns:a16="http://schemas.microsoft.com/office/drawing/2014/main" id="{F3C81EAB-9B18-3048-B3A6-B3FFDF441029}"/>
              </a:ext>
            </a:extLst>
          </p:cNvPr>
          <p:cNvPicPr>
            <a:picLocks noChangeAspect="1"/>
          </p:cNvPicPr>
          <p:nvPr/>
        </p:nvPicPr>
        <p:blipFill>
          <a:blip r:embed="rId8"/>
          <a:stretch>
            <a:fillRect/>
          </a:stretch>
        </p:blipFill>
        <p:spPr>
          <a:xfrm>
            <a:off x="461745" y="4925113"/>
            <a:ext cx="748535" cy="619477"/>
          </a:xfrm>
          <a:prstGeom prst="rect">
            <a:avLst/>
          </a:prstGeom>
        </p:spPr>
      </p:pic>
      <p:sp>
        <p:nvSpPr>
          <p:cNvPr id="2" name="MSIPCMContentMarking" descr="{&quot;HashCode&quot;:269818377,&quot;Placement&quot;:&quot;Footer&quot;}"/>
          <p:cNvSpPr txBox="1"/>
          <p:nvPr/>
        </p:nvSpPr>
        <p:spPr>
          <a:xfrm>
            <a:off x="0" y="6525073"/>
            <a:ext cx="1141854" cy="369332"/>
          </a:xfrm>
          <a:prstGeom prst="rect">
            <a:avLst/>
          </a:prstGeom>
          <a:noFill/>
        </p:spPr>
        <p:txBody>
          <a:bodyPr vert="horz" wrap="square" lIns="0" tIns="0" rIns="0" bIns="0" rtlCol="0" anchor="ctr" anchorCtr="1">
            <a:spAutoFit/>
          </a:bodyPr>
          <a:lstStyle/>
          <a:p>
            <a:pPr algn="l">
              <a:spcBef>
                <a:spcPts val="0"/>
              </a:spcBef>
              <a:spcAft>
                <a:spcPts val="0"/>
              </a:spcAft>
            </a:pPr>
            <a:r>
              <a:rPr lang="en-GB" sz="1200">
                <a:solidFill>
                  <a:srgbClr val="000000"/>
                </a:solidFill>
                <a:latin typeface="Calibri" panose="020F0502020204030204" pitchFamily="34" charset="0"/>
              </a:rPr>
              <a:t>Sensitivity: Internal</a:t>
            </a:r>
          </a:p>
        </p:txBody>
      </p:sp>
    </p:spTree>
    <p:extLst>
      <p:ext uri="{BB962C8B-B14F-4D97-AF65-F5344CB8AC3E}">
        <p14:creationId xmlns:p14="http://schemas.microsoft.com/office/powerpoint/2010/main" val="2740705076"/>
      </p:ext>
    </p:extLst>
  </p:cSld>
  <p:clrMap bg1="lt1" tx1="dk1" bg2="lt2" tx2="dk2" accent1="accent1" accent2="accent2" accent3="accent3" accent4="accent4" accent5="accent5" accent6="accent6" hlink="hlink" folHlink="folHlink"/>
  <p:sldLayoutIdLst>
    <p:sldLayoutId id="2147483781" r:id="rId1"/>
    <p:sldLayoutId id="2147483782" r:id="rId2"/>
    <p:sldLayoutId id="2147483783" r:id="rId3"/>
    <p:sldLayoutId id="2147483784" r:id="rId4"/>
    <p:sldLayoutId id="2147483785" r:id="rId5"/>
  </p:sldLayoutIdLst>
  <p:txStyles>
    <p:titleStyle>
      <a:lvl1pPr algn="l" defTabSz="914400" rtl="0" eaLnBrk="1" latinLnBrk="0" hangingPunct="1">
        <a:lnSpc>
          <a:spcPct val="90000"/>
        </a:lnSpc>
        <a:spcBef>
          <a:spcPct val="0"/>
        </a:spcBef>
        <a:buNone/>
        <a:defRPr sz="4400" kern="1200">
          <a:solidFill>
            <a:schemeClr val="tx1"/>
          </a:solidFill>
          <a:latin typeface="+mj-lt"/>
          <a:ea typeface="+mj-ea"/>
          <a:cs typeface="+mj-cs"/>
        </a:defRPr>
      </a:lvl1pPr>
    </p:titleStyle>
    <p:bodyStyle>
      <a:lvl1pPr marL="228600" indent="-228600" algn="l" defTabSz="914400" rtl="0" eaLnBrk="1" latinLnBrk="0" hangingPunct="1">
        <a:lnSpc>
          <a:spcPct val="90000"/>
        </a:lnSpc>
        <a:spcBef>
          <a:spcPts val="1000"/>
        </a:spcBef>
        <a:buFont typeface="Arial" panose="020B0604020202020204" pitchFamily="34" charset="0"/>
        <a:buChar char="•"/>
        <a:defRPr sz="2800" kern="1200">
          <a:solidFill>
            <a:schemeClr val="tx1"/>
          </a:solidFill>
          <a:latin typeface="+mn-lt"/>
          <a:ea typeface="+mn-ea"/>
          <a:cs typeface="+mn-cs"/>
        </a:defRPr>
      </a:lvl1pPr>
      <a:lvl2pPr marL="685800" indent="-228600" algn="l" defTabSz="914400" rtl="0" eaLnBrk="1" latinLnBrk="0" hangingPunct="1">
        <a:lnSpc>
          <a:spcPct val="90000"/>
        </a:lnSpc>
        <a:spcBef>
          <a:spcPts val="500"/>
        </a:spcBef>
        <a:buFont typeface="Arial" panose="020B0604020202020204" pitchFamily="34" charset="0"/>
        <a:buChar char="•"/>
        <a:defRPr sz="2400" kern="1200">
          <a:solidFill>
            <a:schemeClr val="tx1"/>
          </a:solidFill>
          <a:latin typeface="+mn-lt"/>
          <a:ea typeface="+mn-ea"/>
          <a:cs typeface="+mn-cs"/>
        </a:defRPr>
      </a:lvl2pPr>
      <a:lvl3pPr marL="1143000" indent="-228600" algn="l" defTabSz="914400" rtl="0" eaLnBrk="1" latinLnBrk="0" hangingPunct="1">
        <a:lnSpc>
          <a:spcPct val="90000"/>
        </a:lnSpc>
        <a:spcBef>
          <a:spcPts val="500"/>
        </a:spcBef>
        <a:buFont typeface="Arial" panose="020B0604020202020204" pitchFamily="34" charset="0"/>
        <a:buChar char="•"/>
        <a:defRPr sz="2000" kern="1200">
          <a:solidFill>
            <a:schemeClr val="tx1"/>
          </a:solidFill>
          <a:latin typeface="+mn-lt"/>
          <a:ea typeface="+mn-ea"/>
          <a:cs typeface="+mn-cs"/>
        </a:defRPr>
      </a:lvl3pPr>
      <a:lvl4pPr marL="16002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4pPr>
      <a:lvl5pPr marL="20574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5pPr>
      <a:lvl6pPr marL="25146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6pPr>
      <a:lvl7pPr marL="29718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7pPr>
      <a:lvl8pPr marL="34290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8pPr>
      <a:lvl9pPr marL="38862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9pPr>
    </p:bodyStyle>
    <p:otherStyle>
      <a:defPPr>
        <a:defRPr lang="en-US"/>
      </a:defPPr>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otherStyle>
  </p:txStyles>
</p:sldMaster>
</file>

<file path=ppt/slides/_rels/slide1.xml.rels><?xml version="1.0" encoding="UTF-8" standalone="yes"?>
<Relationships xmlns="http://schemas.openxmlformats.org/package/2006/relationships"><Relationship Id="rId2" Type="http://schemas.openxmlformats.org/officeDocument/2006/relationships/image" Target="../media/image4.jpeg"/><Relationship Id="rId1" Type="http://schemas.openxmlformats.org/officeDocument/2006/relationships/slideLayout" Target="../slideLayouts/slideLayout1.xml"/></Relationships>
</file>

<file path=ppt/slides/_rels/slide2.xml.rels><?xml version="1.0" encoding="UTF-8" standalone="yes"?>
<Relationships xmlns="http://schemas.openxmlformats.org/package/2006/relationships"><Relationship Id="rId2" Type="http://schemas.openxmlformats.org/officeDocument/2006/relationships/hyperlink" Target="http://www.ml-class.org/" TargetMode="External"/><Relationship Id="rId1" Type="http://schemas.openxmlformats.org/officeDocument/2006/relationships/slideLayout" Target="../slideLayouts/slideLayout2.xml"/></Relationships>
</file>

<file path=ppt/slides/_rels/slide3.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4.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5.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6.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7.xml.rels><?xml version="1.0" encoding="UTF-8" standalone="yes"?>
<Relationships xmlns="http://schemas.openxmlformats.org/package/2006/relationships"><Relationship Id="rId2" Type="http://schemas.openxmlformats.org/officeDocument/2006/relationships/image" Target="../media/image5.png"/><Relationship Id="rId1" Type="http://schemas.openxmlformats.org/officeDocument/2006/relationships/slideLayout" Target="../slideLayouts/slideLayout2.xml"/></Relationships>
</file>

<file path=ppt/slides/_rels/slide8.xml.rels><?xml version="1.0" encoding="UTF-8" standalone="yes"?>
<Relationships xmlns="http://schemas.openxmlformats.org/package/2006/relationships"><Relationship Id="rId2" Type="http://schemas.openxmlformats.org/officeDocument/2006/relationships/chart" Target="../charts/chart1.xml"/><Relationship Id="rId1" Type="http://schemas.openxmlformats.org/officeDocument/2006/relationships/slideLayout" Target="../slideLayouts/slideLayout2.xml"/></Relationships>
</file>

<file path=ppt/slides/_rels/slide9.xml.rels><?xml version="1.0" encoding="UTF-8" standalone="yes"?>
<Relationships xmlns="http://schemas.openxmlformats.org/package/2006/relationships"><Relationship Id="rId3" Type="http://schemas.openxmlformats.org/officeDocument/2006/relationships/image" Target="../media/image6.png"/><Relationship Id="rId2" Type="http://schemas.openxmlformats.org/officeDocument/2006/relationships/slideLayout" Target="../slideLayouts/slideLayout2.xml"/><Relationship Id="rId1" Type="http://schemas.openxmlformats.org/officeDocument/2006/relationships/tags" Target="../tags/tag1.xml"/><Relationship Id="rId5" Type="http://schemas.openxmlformats.org/officeDocument/2006/relationships/image" Target="../media/image8.png"/><Relationship Id="rId4" Type="http://schemas.openxmlformats.org/officeDocument/2006/relationships/image" Target="../media/image7.png"/></Relationships>
</file>

<file path=ppt/slides/_rels/slide10.xml.rels><?xml version="1.0" encoding="UTF-8" standalone="yes"?>
<Relationships xmlns="http://schemas.openxmlformats.org/package/2006/relationships"><Relationship Id="rId2" Type="http://schemas.openxmlformats.org/officeDocument/2006/relationships/image" Target="../media/image9.png"/><Relationship Id="rId1" Type="http://schemas.openxmlformats.org/officeDocument/2006/relationships/slideLayout" Target="../slideLayouts/slideLayout2.xml"/></Relationships>
</file>

<file path=ppt/slides/_rels/slide11.xml.rels><?xml version="1.0" encoding="UTF-8" standalone="yes"?>
<Relationships xmlns="http://schemas.openxmlformats.org/package/2006/relationships"><Relationship Id="rId3" Type="http://schemas.openxmlformats.org/officeDocument/2006/relationships/image" Target="../media/image10.png"/><Relationship Id="rId2" Type="http://schemas.openxmlformats.org/officeDocument/2006/relationships/notesSlide" Target="../notesSlides/notesSlide1.xml"/><Relationship Id="rId1" Type="http://schemas.openxmlformats.org/officeDocument/2006/relationships/slideLayout" Target="../slideLayouts/slideLayout2.xml"/><Relationship Id="rId6" Type="http://schemas.openxmlformats.org/officeDocument/2006/relationships/image" Target="../media/image13.png"/><Relationship Id="rId5" Type="http://schemas.openxmlformats.org/officeDocument/2006/relationships/image" Target="../media/image12.png"/><Relationship Id="rId4" Type="http://schemas.openxmlformats.org/officeDocument/2006/relationships/image" Target="../media/image11.png"/></Relationships>
</file>

<file path=ppt/slides/_rels/slide12.xml.rels><?xml version="1.0" encoding="UTF-8" standalone="yes"?>
<Relationships xmlns="http://schemas.openxmlformats.org/package/2006/relationships"><Relationship Id="rId3" Type="http://schemas.openxmlformats.org/officeDocument/2006/relationships/image" Target="../media/image15.png"/><Relationship Id="rId2" Type="http://schemas.openxmlformats.org/officeDocument/2006/relationships/image" Target="../media/image14.png"/><Relationship Id="rId1" Type="http://schemas.openxmlformats.org/officeDocument/2006/relationships/slideLayout" Target="../slideLayouts/slideLayout2.xml"/><Relationship Id="rId5" Type="http://schemas.openxmlformats.org/officeDocument/2006/relationships/image" Target="../media/image150.png"/><Relationship Id="rId4" Type="http://schemas.openxmlformats.org/officeDocument/2006/relationships/image" Target="../media/image130.png"/></Relationships>
</file>

<file path=ppt/slides/_rels/slide13.xml.rels><?xml version="1.0" encoding="UTF-8" standalone="yes"?>
<Relationships xmlns="http://schemas.openxmlformats.org/package/2006/relationships"><Relationship Id="rId2" Type="http://schemas.openxmlformats.org/officeDocument/2006/relationships/image" Target="../media/image16.png"/><Relationship Id="rId1" Type="http://schemas.openxmlformats.org/officeDocument/2006/relationships/slideLayout" Target="../slideLayouts/slideLayout2.xml"/></Relationships>
</file>

<file path=ppt/slides/_rels/slide14.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15.xml.rels><?xml version="1.0" encoding="UTF-8" standalone="yes"?>
<Relationships xmlns="http://schemas.openxmlformats.org/package/2006/relationships"><Relationship Id="rId2" Type="http://schemas.openxmlformats.org/officeDocument/2006/relationships/image" Target="../media/image17.png"/><Relationship Id="rId1" Type="http://schemas.openxmlformats.org/officeDocument/2006/relationships/slideLayout" Target="../slideLayouts/slideLayout2.xml"/></Relationships>
</file>

<file path=ppt/slides/_rels/slide16.xml.rels><?xml version="1.0" encoding="UTF-8" standalone="yes"?>
<Relationships xmlns="http://schemas.openxmlformats.org/package/2006/relationships"><Relationship Id="rId2" Type="http://schemas.openxmlformats.org/officeDocument/2006/relationships/image" Target="../media/image17.png"/><Relationship Id="rId1" Type="http://schemas.openxmlformats.org/officeDocument/2006/relationships/slideLayout" Target="../slideLayouts/slideLayout2.xml"/></Relationships>
</file>

<file path=ppt/slides/_rels/slide17.xml.rels><?xml version="1.0" encoding="UTF-8" standalone="yes"?>
<Relationships xmlns="http://schemas.openxmlformats.org/package/2006/relationships"><Relationship Id="rId3" Type="http://schemas.openxmlformats.org/officeDocument/2006/relationships/image" Target="../media/image18.png"/><Relationship Id="rId2" Type="http://schemas.openxmlformats.org/officeDocument/2006/relationships/notesSlide" Target="../notesSlides/notesSlide2.xml"/><Relationship Id="rId1" Type="http://schemas.openxmlformats.org/officeDocument/2006/relationships/slideLayout" Target="../slideLayouts/slideLayout2.xml"/><Relationship Id="rId6" Type="http://schemas.openxmlformats.org/officeDocument/2006/relationships/image" Target="../media/image20.png"/><Relationship Id="rId5" Type="http://schemas.openxmlformats.org/officeDocument/2006/relationships/image" Target="../media/image19.png"/><Relationship Id="rId4" Type="http://schemas.openxmlformats.org/officeDocument/2006/relationships/image" Target="../media/image170.png"/></Relationships>
</file>

<file path=ppt/slides/_rels/slide18.xml.rels><?xml version="1.0" encoding="UTF-8" standalone="yes"?>
<Relationships xmlns="http://schemas.openxmlformats.org/package/2006/relationships"><Relationship Id="rId8" Type="http://schemas.openxmlformats.org/officeDocument/2006/relationships/image" Target="../media/image22.png"/><Relationship Id="rId3" Type="http://schemas.openxmlformats.org/officeDocument/2006/relationships/tags" Target="../tags/tag4.xml"/><Relationship Id="rId7" Type="http://schemas.openxmlformats.org/officeDocument/2006/relationships/image" Target="../media/image21.png"/><Relationship Id="rId2" Type="http://schemas.openxmlformats.org/officeDocument/2006/relationships/tags" Target="../tags/tag3.xml"/><Relationship Id="rId1" Type="http://schemas.openxmlformats.org/officeDocument/2006/relationships/tags" Target="../tags/tag2.xml"/><Relationship Id="rId6" Type="http://schemas.openxmlformats.org/officeDocument/2006/relationships/image" Target="../media/image8.png"/><Relationship Id="rId5" Type="http://schemas.openxmlformats.org/officeDocument/2006/relationships/slideLayout" Target="../slideLayouts/slideLayout2.xml"/><Relationship Id="rId4" Type="http://schemas.openxmlformats.org/officeDocument/2006/relationships/tags" Target="../tags/tag5.xml"/><Relationship Id="rId9" Type="http://schemas.openxmlformats.org/officeDocument/2006/relationships/image" Target="../media/image23.png"/><Relationship Id="rId10" Type="http://schemas.openxmlformats.org/officeDocument/2006/relationships/notesSlide" Target="../notesSlides/notesSlide7.xml"/></Relationships>
</file>

<file path=ppt/slides/_rels/slide19.xml.rels><?xml version="1.0" encoding="UTF-8" standalone="yes"?>
<Relationships xmlns="http://schemas.openxmlformats.org/package/2006/relationships"><Relationship Id="rId2" Type="http://schemas.openxmlformats.org/officeDocument/2006/relationships/image" Target="../media/image24.png"/><Relationship Id="rId1" Type="http://schemas.openxmlformats.org/officeDocument/2006/relationships/slideLayout" Target="../slideLayouts/slideLayout2.xml"/></Relationships>
</file>

<file path=ppt/slides/_rels/slide20.xml.rels><?xml version="1.0" encoding="UTF-8" standalone="yes"?>
<Relationships xmlns="http://schemas.openxmlformats.org/package/2006/relationships"><Relationship Id="rId3" Type="http://schemas.openxmlformats.org/officeDocument/2006/relationships/image" Target="../media/image26.png"/><Relationship Id="rId2" Type="http://schemas.openxmlformats.org/officeDocument/2006/relationships/image" Target="../media/image25.png"/><Relationship Id="rId1" Type="http://schemas.openxmlformats.org/officeDocument/2006/relationships/slideLayout" Target="../slideLayouts/slideLayout2.xml"/></Relationships>
</file>

<file path=ppt/slides/_rels/slide21.xml.rels><?xml version="1.0" encoding="UTF-8" standalone="yes"?>
<Relationships xmlns="http://schemas.openxmlformats.org/package/2006/relationships"><Relationship Id="rId8" Type="http://schemas.openxmlformats.org/officeDocument/2006/relationships/image" Target="../media/image29.png"/><Relationship Id="rId3" Type="http://schemas.openxmlformats.org/officeDocument/2006/relationships/tags" Target="../tags/tag8.xml"/><Relationship Id="rId7" Type="http://schemas.openxmlformats.org/officeDocument/2006/relationships/image" Target="../media/image28.png"/><Relationship Id="rId2" Type="http://schemas.openxmlformats.org/officeDocument/2006/relationships/tags" Target="../tags/tag7.xml"/><Relationship Id="rId1" Type="http://schemas.openxmlformats.org/officeDocument/2006/relationships/tags" Target="../tags/tag6.xml"/><Relationship Id="rId6" Type="http://schemas.openxmlformats.org/officeDocument/2006/relationships/image" Target="../media/image27.png"/><Relationship Id="rId11" Type="http://schemas.openxmlformats.org/officeDocument/2006/relationships/image" Target="../media/image32.png"/><Relationship Id="rId5" Type="http://schemas.openxmlformats.org/officeDocument/2006/relationships/slideLayout" Target="../slideLayouts/slideLayout2.xml"/><Relationship Id="rId10" Type="http://schemas.openxmlformats.org/officeDocument/2006/relationships/image" Target="../media/image31.png"/><Relationship Id="rId4" Type="http://schemas.openxmlformats.org/officeDocument/2006/relationships/tags" Target="../tags/tag9.xml"/><Relationship Id="rId9" Type="http://schemas.openxmlformats.org/officeDocument/2006/relationships/image" Target="../media/image30.png"/></Relationships>
</file>

<file path=ppt/slides/_rels/slide22.xml.rels><?xml version="1.0" encoding="UTF-8" standalone="yes"?>
<Relationships xmlns="http://schemas.openxmlformats.org/package/2006/relationships"><Relationship Id="rId8" Type="http://schemas.openxmlformats.org/officeDocument/2006/relationships/image" Target="../media/image29.png"/><Relationship Id="rId3" Type="http://schemas.openxmlformats.org/officeDocument/2006/relationships/tags" Target="../tags/tag12.xml"/><Relationship Id="rId7" Type="http://schemas.openxmlformats.org/officeDocument/2006/relationships/image" Target="../media/image34.png"/><Relationship Id="rId2" Type="http://schemas.openxmlformats.org/officeDocument/2006/relationships/tags" Target="../tags/tag11.xml"/><Relationship Id="rId1" Type="http://schemas.openxmlformats.org/officeDocument/2006/relationships/tags" Target="../tags/tag10.xml"/><Relationship Id="rId6" Type="http://schemas.openxmlformats.org/officeDocument/2006/relationships/image" Target="../media/image33.png"/><Relationship Id="rId11" Type="http://schemas.openxmlformats.org/officeDocument/2006/relationships/image" Target="../media/image32.png"/><Relationship Id="rId5" Type="http://schemas.openxmlformats.org/officeDocument/2006/relationships/slideLayout" Target="../slideLayouts/slideLayout5.xml"/><Relationship Id="rId10" Type="http://schemas.openxmlformats.org/officeDocument/2006/relationships/image" Target="../media/image31.png"/><Relationship Id="rId4" Type="http://schemas.openxmlformats.org/officeDocument/2006/relationships/tags" Target="../tags/tag13.xml"/><Relationship Id="rId9" Type="http://schemas.openxmlformats.org/officeDocument/2006/relationships/image" Target="../media/image30.png"/></Relationships>
</file>

<file path=ppt/slides/_rels/slide23.xml.rels><?xml version="1.0" encoding="UTF-8" standalone="yes"?>
<Relationships xmlns="http://schemas.openxmlformats.org/package/2006/relationships"><Relationship Id="rId8" Type="http://schemas.openxmlformats.org/officeDocument/2006/relationships/image" Target="../media/image29.png"/><Relationship Id="rId3" Type="http://schemas.openxmlformats.org/officeDocument/2006/relationships/tags" Target="../tags/tag16.xml"/><Relationship Id="rId7" Type="http://schemas.openxmlformats.org/officeDocument/2006/relationships/image" Target="../media/image36.png"/><Relationship Id="rId2" Type="http://schemas.openxmlformats.org/officeDocument/2006/relationships/tags" Target="../tags/tag15.xml"/><Relationship Id="rId1" Type="http://schemas.openxmlformats.org/officeDocument/2006/relationships/tags" Target="../tags/tag14.xml"/><Relationship Id="rId6" Type="http://schemas.openxmlformats.org/officeDocument/2006/relationships/image" Target="../media/image35.png"/><Relationship Id="rId11" Type="http://schemas.openxmlformats.org/officeDocument/2006/relationships/image" Target="../media/image32.png"/><Relationship Id="rId5" Type="http://schemas.openxmlformats.org/officeDocument/2006/relationships/slideLayout" Target="../slideLayouts/slideLayout5.xml"/><Relationship Id="rId10" Type="http://schemas.openxmlformats.org/officeDocument/2006/relationships/image" Target="../media/image31.png"/><Relationship Id="rId4" Type="http://schemas.openxmlformats.org/officeDocument/2006/relationships/tags" Target="../tags/tag17.xml"/><Relationship Id="rId9" Type="http://schemas.openxmlformats.org/officeDocument/2006/relationships/image" Target="../media/image30.png"/></Relationships>
</file>

<file path=ppt/slides/_rels/slide24.xml.rels><?xml version="1.0" encoding="UTF-8" standalone="yes"?>
<Relationships xmlns="http://schemas.openxmlformats.org/package/2006/relationships"><Relationship Id="rId8" Type="http://schemas.openxmlformats.org/officeDocument/2006/relationships/image" Target="../media/image29.png"/><Relationship Id="rId3" Type="http://schemas.openxmlformats.org/officeDocument/2006/relationships/tags" Target="../tags/tag20.xml"/><Relationship Id="rId7" Type="http://schemas.openxmlformats.org/officeDocument/2006/relationships/image" Target="../media/image38.png"/><Relationship Id="rId2" Type="http://schemas.openxmlformats.org/officeDocument/2006/relationships/tags" Target="../tags/tag19.xml"/><Relationship Id="rId1" Type="http://schemas.openxmlformats.org/officeDocument/2006/relationships/tags" Target="../tags/tag18.xml"/><Relationship Id="rId6" Type="http://schemas.openxmlformats.org/officeDocument/2006/relationships/image" Target="../media/image37.png"/><Relationship Id="rId11" Type="http://schemas.openxmlformats.org/officeDocument/2006/relationships/image" Target="../media/image32.png"/><Relationship Id="rId5" Type="http://schemas.openxmlformats.org/officeDocument/2006/relationships/slideLayout" Target="../slideLayouts/slideLayout5.xml"/><Relationship Id="rId10" Type="http://schemas.openxmlformats.org/officeDocument/2006/relationships/image" Target="../media/image31.png"/><Relationship Id="rId4" Type="http://schemas.openxmlformats.org/officeDocument/2006/relationships/tags" Target="../tags/tag21.xml"/><Relationship Id="rId9" Type="http://schemas.openxmlformats.org/officeDocument/2006/relationships/image" Target="../media/image30.png"/></Relationships>
</file>

<file path=ppt/slides/_rels/slide25.xml.rels><?xml version="1.0" encoding="UTF-8" standalone="yes"?>
<Relationships xmlns="http://schemas.openxmlformats.org/package/2006/relationships"><Relationship Id="rId8" Type="http://schemas.openxmlformats.org/officeDocument/2006/relationships/image" Target="../media/image29.png"/><Relationship Id="rId3" Type="http://schemas.openxmlformats.org/officeDocument/2006/relationships/tags" Target="../tags/tag24.xml"/><Relationship Id="rId7" Type="http://schemas.openxmlformats.org/officeDocument/2006/relationships/image" Target="../media/image40.png"/><Relationship Id="rId2" Type="http://schemas.openxmlformats.org/officeDocument/2006/relationships/tags" Target="../tags/tag23.xml"/><Relationship Id="rId1" Type="http://schemas.openxmlformats.org/officeDocument/2006/relationships/tags" Target="../tags/tag22.xml"/><Relationship Id="rId6" Type="http://schemas.openxmlformats.org/officeDocument/2006/relationships/image" Target="../media/image39.png"/><Relationship Id="rId11" Type="http://schemas.openxmlformats.org/officeDocument/2006/relationships/image" Target="../media/image32.png"/><Relationship Id="rId5" Type="http://schemas.openxmlformats.org/officeDocument/2006/relationships/slideLayout" Target="../slideLayouts/slideLayout5.xml"/><Relationship Id="rId10" Type="http://schemas.openxmlformats.org/officeDocument/2006/relationships/image" Target="../media/image31.png"/><Relationship Id="rId4" Type="http://schemas.openxmlformats.org/officeDocument/2006/relationships/tags" Target="../tags/tag25.xml"/><Relationship Id="rId9" Type="http://schemas.openxmlformats.org/officeDocument/2006/relationships/image" Target="../media/image30.png"/></Relationships>
</file>

<file path=ppt/slides/_rels/slide26.xml.rels><?xml version="1.0" encoding="UTF-8" standalone="yes"?>
<Relationships xmlns="http://schemas.openxmlformats.org/package/2006/relationships"><Relationship Id="rId8" Type="http://schemas.openxmlformats.org/officeDocument/2006/relationships/image" Target="../media/image29.png"/><Relationship Id="rId3" Type="http://schemas.openxmlformats.org/officeDocument/2006/relationships/tags" Target="../tags/tag28.xml"/><Relationship Id="rId7" Type="http://schemas.openxmlformats.org/officeDocument/2006/relationships/image" Target="../media/image42.png"/><Relationship Id="rId2" Type="http://schemas.openxmlformats.org/officeDocument/2006/relationships/tags" Target="../tags/tag27.xml"/><Relationship Id="rId1" Type="http://schemas.openxmlformats.org/officeDocument/2006/relationships/tags" Target="../tags/tag26.xml"/><Relationship Id="rId6" Type="http://schemas.openxmlformats.org/officeDocument/2006/relationships/image" Target="../media/image41.png"/><Relationship Id="rId11" Type="http://schemas.openxmlformats.org/officeDocument/2006/relationships/image" Target="../media/image32.png"/><Relationship Id="rId5" Type="http://schemas.openxmlformats.org/officeDocument/2006/relationships/slideLayout" Target="../slideLayouts/slideLayout5.xml"/><Relationship Id="rId10" Type="http://schemas.openxmlformats.org/officeDocument/2006/relationships/image" Target="../media/image31.png"/><Relationship Id="rId4" Type="http://schemas.openxmlformats.org/officeDocument/2006/relationships/tags" Target="../tags/tag29.xml"/><Relationship Id="rId9" Type="http://schemas.openxmlformats.org/officeDocument/2006/relationships/image" Target="../media/image30.png"/></Relationships>
</file>

<file path=ppt/slides/_rels/slide27.xml.rels><?xml version="1.0" encoding="UTF-8" standalone="yes"?>
<Relationships xmlns="http://schemas.openxmlformats.org/package/2006/relationships"><Relationship Id="rId8" Type="http://schemas.openxmlformats.org/officeDocument/2006/relationships/image" Target="../media/image29.png"/><Relationship Id="rId3" Type="http://schemas.openxmlformats.org/officeDocument/2006/relationships/tags" Target="../tags/tag32.xml"/><Relationship Id="rId7" Type="http://schemas.openxmlformats.org/officeDocument/2006/relationships/image" Target="../media/image44.png"/><Relationship Id="rId2" Type="http://schemas.openxmlformats.org/officeDocument/2006/relationships/tags" Target="../tags/tag31.xml"/><Relationship Id="rId1" Type="http://schemas.openxmlformats.org/officeDocument/2006/relationships/tags" Target="../tags/tag30.xml"/><Relationship Id="rId6" Type="http://schemas.openxmlformats.org/officeDocument/2006/relationships/image" Target="../media/image43.png"/><Relationship Id="rId11" Type="http://schemas.openxmlformats.org/officeDocument/2006/relationships/image" Target="../media/image32.png"/><Relationship Id="rId5" Type="http://schemas.openxmlformats.org/officeDocument/2006/relationships/slideLayout" Target="../slideLayouts/slideLayout5.xml"/><Relationship Id="rId10" Type="http://schemas.openxmlformats.org/officeDocument/2006/relationships/image" Target="../media/image31.png"/><Relationship Id="rId4" Type="http://schemas.openxmlformats.org/officeDocument/2006/relationships/tags" Target="../tags/tag33.xml"/><Relationship Id="rId9" Type="http://schemas.openxmlformats.org/officeDocument/2006/relationships/image" Target="../media/image30.png"/></Relationships>
</file>

<file path=ppt/slides/_rels/slide28.xml.rels><?xml version="1.0" encoding="UTF-8" standalone="yes"?>
<Relationships xmlns="http://schemas.openxmlformats.org/package/2006/relationships"><Relationship Id="rId8" Type="http://schemas.openxmlformats.org/officeDocument/2006/relationships/image" Target="../media/image29.png"/><Relationship Id="rId3" Type="http://schemas.openxmlformats.org/officeDocument/2006/relationships/tags" Target="../tags/tag36.xml"/><Relationship Id="rId7" Type="http://schemas.openxmlformats.org/officeDocument/2006/relationships/image" Target="../media/image46.png"/><Relationship Id="rId2" Type="http://schemas.openxmlformats.org/officeDocument/2006/relationships/tags" Target="../tags/tag35.xml"/><Relationship Id="rId1" Type="http://schemas.openxmlformats.org/officeDocument/2006/relationships/tags" Target="../tags/tag34.xml"/><Relationship Id="rId6" Type="http://schemas.openxmlformats.org/officeDocument/2006/relationships/image" Target="../media/image45.png"/><Relationship Id="rId11" Type="http://schemas.openxmlformats.org/officeDocument/2006/relationships/image" Target="../media/image32.png"/><Relationship Id="rId5" Type="http://schemas.openxmlformats.org/officeDocument/2006/relationships/slideLayout" Target="../slideLayouts/slideLayout5.xml"/><Relationship Id="rId10" Type="http://schemas.openxmlformats.org/officeDocument/2006/relationships/image" Target="../media/image31.png"/><Relationship Id="rId4" Type="http://schemas.openxmlformats.org/officeDocument/2006/relationships/tags" Target="../tags/tag37.xml"/><Relationship Id="rId9" Type="http://schemas.openxmlformats.org/officeDocument/2006/relationships/image" Target="../media/image30.png"/></Relationships>
</file>

<file path=ppt/slides/_rels/slide29.xml.rels><?xml version="1.0" encoding="UTF-8" standalone="yes"?>
<Relationships xmlns="http://schemas.openxmlformats.org/package/2006/relationships"><Relationship Id="rId8" Type="http://schemas.openxmlformats.org/officeDocument/2006/relationships/image" Target="../media/image29.png"/><Relationship Id="rId3" Type="http://schemas.openxmlformats.org/officeDocument/2006/relationships/tags" Target="../tags/tag40.xml"/><Relationship Id="rId7" Type="http://schemas.openxmlformats.org/officeDocument/2006/relationships/image" Target="../media/image48.png"/><Relationship Id="rId2" Type="http://schemas.openxmlformats.org/officeDocument/2006/relationships/tags" Target="../tags/tag39.xml"/><Relationship Id="rId1" Type="http://schemas.openxmlformats.org/officeDocument/2006/relationships/tags" Target="../tags/tag38.xml"/><Relationship Id="rId6" Type="http://schemas.openxmlformats.org/officeDocument/2006/relationships/image" Target="../media/image47.png"/><Relationship Id="rId11" Type="http://schemas.openxmlformats.org/officeDocument/2006/relationships/image" Target="../media/image32.png"/><Relationship Id="rId5" Type="http://schemas.openxmlformats.org/officeDocument/2006/relationships/slideLayout" Target="../slideLayouts/slideLayout5.xml"/><Relationship Id="rId10" Type="http://schemas.openxmlformats.org/officeDocument/2006/relationships/image" Target="../media/image31.png"/><Relationship Id="rId4" Type="http://schemas.openxmlformats.org/officeDocument/2006/relationships/tags" Target="../tags/tag41.xml"/><Relationship Id="rId9" Type="http://schemas.openxmlformats.org/officeDocument/2006/relationships/image" Target="../media/image30.png"/></Relationships>
</file>

<file path=ppt/slides/_rels/slide30.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31.xml.rels><?xml version="1.0" encoding="UTF-8" standalone="yes"?>
<Relationships xmlns="http://schemas.openxmlformats.org/package/2006/relationships"><Relationship Id="rId8" Type="http://schemas.openxmlformats.org/officeDocument/2006/relationships/tags" Target="../tags/tag49.xml"/><Relationship Id="rId13" Type="http://schemas.openxmlformats.org/officeDocument/2006/relationships/image" Target="../media/image52.png"/><Relationship Id="rId3" Type="http://schemas.openxmlformats.org/officeDocument/2006/relationships/tags" Target="../tags/tag44.xml"/><Relationship Id="rId7" Type="http://schemas.openxmlformats.org/officeDocument/2006/relationships/tags" Target="../tags/tag48.xml"/><Relationship Id="rId12" Type="http://schemas.openxmlformats.org/officeDocument/2006/relationships/image" Target="../media/image51.png"/><Relationship Id="rId17" Type="http://schemas.openxmlformats.org/officeDocument/2006/relationships/image" Target="../media/image56.png"/><Relationship Id="rId2" Type="http://schemas.openxmlformats.org/officeDocument/2006/relationships/tags" Target="../tags/tag43.xml"/><Relationship Id="rId16" Type="http://schemas.openxmlformats.org/officeDocument/2006/relationships/image" Target="../media/image55.png"/><Relationship Id="rId1" Type="http://schemas.openxmlformats.org/officeDocument/2006/relationships/tags" Target="../tags/tag42.xml"/><Relationship Id="rId6" Type="http://schemas.openxmlformats.org/officeDocument/2006/relationships/tags" Target="../tags/tag47.xml"/><Relationship Id="rId11" Type="http://schemas.openxmlformats.org/officeDocument/2006/relationships/image" Target="../media/image50.png"/><Relationship Id="rId5" Type="http://schemas.openxmlformats.org/officeDocument/2006/relationships/tags" Target="../tags/tag46.xml"/><Relationship Id="rId15" Type="http://schemas.openxmlformats.org/officeDocument/2006/relationships/image" Target="../media/image54.png"/><Relationship Id="rId10" Type="http://schemas.openxmlformats.org/officeDocument/2006/relationships/image" Target="../media/image49.png"/><Relationship Id="rId4" Type="http://schemas.openxmlformats.org/officeDocument/2006/relationships/tags" Target="../tags/tag45.xml"/><Relationship Id="rId9" Type="http://schemas.openxmlformats.org/officeDocument/2006/relationships/slideLayout" Target="../slideLayouts/slideLayout2.xml"/><Relationship Id="rId14" Type="http://schemas.openxmlformats.org/officeDocument/2006/relationships/image" Target="../media/image53.png"/></Relationships>
</file>

<file path=ppt/slides/_rels/slide32.xml.rels><?xml version="1.0" encoding="UTF-8" standalone="yes"?>
<Relationships xmlns="http://schemas.openxmlformats.org/package/2006/relationships"><Relationship Id="rId8" Type="http://schemas.openxmlformats.org/officeDocument/2006/relationships/image" Target="../media/image58.png"/><Relationship Id="rId3" Type="http://schemas.openxmlformats.org/officeDocument/2006/relationships/tags" Target="../tags/tag52.xml"/><Relationship Id="rId7" Type="http://schemas.openxmlformats.org/officeDocument/2006/relationships/image" Target="../media/image57.png"/><Relationship Id="rId2" Type="http://schemas.openxmlformats.org/officeDocument/2006/relationships/tags" Target="../tags/tag51.xml"/><Relationship Id="rId1" Type="http://schemas.openxmlformats.org/officeDocument/2006/relationships/tags" Target="../tags/tag50.xml"/><Relationship Id="rId6" Type="http://schemas.openxmlformats.org/officeDocument/2006/relationships/slideLayout" Target="../slideLayouts/slideLayout5.xml"/><Relationship Id="rId11" Type="http://schemas.openxmlformats.org/officeDocument/2006/relationships/image" Target="../media/image61.png"/><Relationship Id="rId5" Type="http://schemas.openxmlformats.org/officeDocument/2006/relationships/tags" Target="../tags/tag54.xml"/><Relationship Id="rId10" Type="http://schemas.openxmlformats.org/officeDocument/2006/relationships/image" Target="../media/image60.png"/><Relationship Id="rId4" Type="http://schemas.openxmlformats.org/officeDocument/2006/relationships/tags" Target="../tags/tag53.xml"/><Relationship Id="rId9" Type="http://schemas.openxmlformats.org/officeDocument/2006/relationships/image" Target="../media/image59.png"/></Relationships>
</file>

<file path=ppt/slides/_rels/slide33.xml.rels><?xml version="1.0" encoding="UTF-8" standalone="yes"?>
<Relationships xmlns="http://schemas.openxmlformats.org/package/2006/relationships"><Relationship Id="rId8" Type="http://schemas.openxmlformats.org/officeDocument/2006/relationships/tags" Target="../tags/tag62.xml"/><Relationship Id="rId13" Type="http://schemas.openxmlformats.org/officeDocument/2006/relationships/image" Target="../media/image63.png"/><Relationship Id="rId3" Type="http://schemas.openxmlformats.org/officeDocument/2006/relationships/tags" Target="../tags/tag57.xml"/><Relationship Id="rId7" Type="http://schemas.openxmlformats.org/officeDocument/2006/relationships/tags" Target="../tags/tag61.xml"/><Relationship Id="rId12" Type="http://schemas.openxmlformats.org/officeDocument/2006/relationships/image" Target="../media/image62.png"/><Relationship Id="rId17" Type="http://schemas.openxmlformats.org/officeDocument/2006/relationships/image" Target="../media/image67.png"/><Relationship Id="rId2" Type="http://schemas.openxmlformats.org/officeDocument/2006/relationships/tags" Target="../tags/tag56.xml"/><Relationship Id="rId16" Type="http://schemas.openxmlformats.org/officeDocument/2006/relationships/image" Target="../media/image66.png"/><Relationship Id="rId1" Type="http://schemas.openxmlformats.org/officeDocument/2006/relationships/tags" Target="../tags/tag55.xml"/><Relationship Id="rId6" Type="http://schemas.openxmlformats.org/officeDocument/2006/relationships/tags" Target="../tags/tag60.xml"/><Relationship Id="rId11" Type="http://schemas.openxmlformats.org/officeDocument/2006/relationships/image" Target="../media/image58.png"/><Relationship Id="rId5" Type="http://schemas.openxmlformats.org/officeDocument/2006/relationships/tags" Target="../tags/tag59.xml"/><Relationship Id="rId15" Type="http://schemas.openxmlformats.org/officeDocument/2006/relationships/image" Target="../media/image65.png"/><Relationship Id="rId10" Type="http://schemas.openxmlformats.org/officeDocument/2006/relationships/image" Target="../media/image57.png"/><Relationship Id="rId4" Type="http://schemas.openxmlformats.org/officeDocument/2006/relationships/tags" Target="../tags/tag58.xml"/><Relationship Id="rId9" Type="http://schemas.openxmlformats.org/officeDocument/2006/relationships/slideLayout" Target="../slideLayouts/slideLayout5.xml"/><Relationship Id="rId14" Type="http://schemas.openxmlformats.org/officeDocument/2006/relationships/image" Target="../media/image64.png"/></Relationships>
</file>

<file path=ppt/slides/_rels/slide34.xml.rels><?xml version="1.0" encoding="UTF-8" standalone="yes"?>
<Relationships xmlns="http://schemas.openxmlformats.org/package/2006/relationships"><Relationship Id="rId3" Type="http://schemas.openxmlformats.org/officeDocument/2006/relationships/slideLayout" Target="../slideLayouts/slideLayout5.xml"/><Relationship Id="rId2" Type="http://schemas.openxmlformats.org/officeDocument/2006/relationships/tags" Target="../tags/tag64.xml"/><Relationship Id="rId1" Type="http://schemas.openxmlformats.org/officeDocument/2006/relationships/tags" Target="../tags/tag63.xml"/><Relationship Id="rId5" Type="http://schemas.openxmlformats.org/officeDocument/2006/relationships/image" Target="../media/image69.png"/><Relationship Id="rId4" Type="http://schemas.openxmlformats.org/officeDocument/2006/relationships/image" Target="../media/image68.png"/></Relationships>
</file>

<file path=ppt/slides/_rels/slide35.xml.rels><?xml version="1.0" encoding="UTF-8" standalone="yes"?>
<Relationships xmlns="http://schemas.openxmlformats.org/package/2006/relationships"><Relationship Id="rId8" Type="http://schemas.openxmlformats.org/officeDocument/2006/relationships/image" Target="../media/image69.png"/><Relationship Id="rId3" Type="http://schemas.openxmlformats.org/officeDocument/2006/relationships/tags" Target="../tags/tag67.xml"/><Relationship Id="rId7" Type="http://schemas.openxmlformats.org/officeDocument/2006/relationships/slideLayout" Target="../slideLayouts/slideLayout5.xml"/><Relationship Id="rId2" Type="http://schemas.openxmlformats.org/officeDocument/2006/relationships/tags" Target="../tags/tag66.xml"/><Relationship Id="rId1" Type="http://schemas.openxmlformats.org/officeDocument/2006/relationships/tags" Target="../tags/tag65.xml"/><Relationship Id="rId6" Type="http://schemas.openxmlformats.org/officeDocument/2006/relationships/tags" Target="../tags/tag70.xml"/><Relationship Id="rId5" Type="http://schemas.openxmlformats.org/officeDocument/2006/relationships/tags" Target="../tags/tag69.xml"/><Relationship Id="rId10" Type="http://schemas.openxmlformats.org/officeDocument/2006/relationships/image" Target="../media/image71.png"/><Relationship Id="rId4" Type="http://schemas.openxmlformats.org/officeDocument/2006/relationships/tags" Target="../tags/tag68.xml"/><Relationship Id="rId9" Type="http://schemas.openxmlformats.org/officeDocument/2006/relationships/image" Target="../media/image70.png"/></Relationships>
</file>

<file path=ppt/slides/_rels/slide36.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37.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38.xml.rels><?xml version="1.0" encoding="UTF-8" standalone="yes"?>
<Relationships xmlns="http://schemas.openxmlformats.org/package/2006/relationships"><Relationship Id="rId3" Type="http://schemas.openxmlformats.org/officeDocument/2006/relationships/image" Target="../media/image72.jpeg"/><Relationship Id="rId2" Type="http://schemas.openxmlformats.org/officeDocument/2006/relationships/notesSlide" Target="../notesSlides/notesSlide3.xml"/><Relationship Id="rId1" Type="http://schemas.openxmlformats.org/officeDocument/2006/relationships/slideLayout" Target="../slideLayouts/slideLayout2.xml"/><Relationship Id="rId4" Type="http://schemas.openxmlformats.org/officeDocument/2006/relationships/image" Target="../media/image73.png"/></Relationships>
</file>

<file path=ppt/slides/_rels/slide39.xml.rels><?xml version="1.0" encoding="UTF-8" standalone="yes"?>
<Relationships xmlns="http://schemas.openxmlformats.org/package/2006/relationships"><Relationship Id="rId3" Type="http://schemas.openxmlformats.org/officeDocument/2006/relationships/image" Target="../media/image75.png"/><Relationship Id="rId2" Type="http://schemas.openxmlformats.org/officeDocument/2006/relationships/image" Target="../media/image74.png"/><Relationship Id="rId1" Type="http://schemas.openxmlformats.org/officeDocument/2006/relationships/slideLayout" Target="../slideLayouts/slideLayout2.xml"/><Relationship Id="rId4" Type="http://schemas.openxmlformats.org/officeDocument/2006/relationships/image" Target="../media/image76.png"/></Relationships>
</file>

<file path=ppt/slides/_rels/slide40.xml.rels><?xml version="1.0" encoding="UTF-8" standalone="yes"?>
<Relationships xmlns="http://schemas.openxmlformats.org/package/2006/relationships"><Relationship Id="rId8" Type="http://schemas.openxmlformats.org/officeDocument/2006/relationships/image" Target="../media/image82.png"/><Relationship Id="rId13" Type="http://schemas.openxmlformats.org/officeDocument/2006/relationships/image" Target="../media/image87.png"/><Relationship Id="rId3" Type="http://schemas.openxmlformats.org/officeDocument/2006/relationships/image" Target="../media/image77.png"/><Relationship Id="rId7" Type="http://schemas.openxmlformats.org/officeDocument/2006/relationships/image" Target="../media/image81.png"/><Relationship Id="rId12" Type="http://schemas.openxmlformats.org/officeDocument/2006/relationships/image" Target="../media/image86.png"/><Relationship Id="rId2" Type="http://schemas.openxmlformats.org/officeDocument/2006/relationships/notesSlide" Target="../notesSlides/notesSlide4.xml"/><Relationship Id="rId1" Type="http://schemas.openxmlformats.org/officeDocument/2006/relationships/slideLayout" Target="../slideLayouts/slideLayout2.xml"/><Relationship Id="rId6" Type="http://schemas.openxmlformats.org/officeDocument/2006/relationships/image" Target="../media/image80.png"/><Relationship Id="rId11" Type="http://schemas.openxmlformats.org/officeDocument/2006/relationships/image" Target="../media/image85.png"/><Relationship Id="rId5" Type="http://schemas.openxmlformats.org/officeDocument/2006/relationships/image" Target="../media/image79.png"/><Relationship Id="rId10" Type="http://schemas.openxmlformats.org/officeDocument/2006/relationships/image" Target="../media/image84.png"/><Relationship Id="rId4" Type="http://schemas.openxmlformats.org/officeDocument/2006/relationships/image" Target="../media/image78.png"/><Relationship Id="rId9" Type="http://schemas.openxmlformats.org/officeDocument/2006/relationships/image" Target="../media/image83.png"/><Relationship Id="rId14" Type="http://schemas.openxmlformats.org/officeDocument/2006/relationships/image" Target="../media/image88.png"/></Relationships>
</file>

<file path=ppt/slides/_rels/slide41.xml.rels><?xml version="1.0" encoding="UTF-8" standalone="yes"?>
<Relationships xmlns="http://schemas.openxmlformats.org/package/2006/relationships"><Relationship Id="rId8" Type="http://schemas.openxmlformats.org/officeDocument/2006/relationships/image" Target="../media/image92.png"/><Relationship Id="rId3" Type="http://schemas.openxmlformats.org/officeDocument/2006/relationships/image" Target="../media/image75.png"/><Relationship Id="rId7" Type="http://schemas.openxmlformats.org/officeDocument/2006/relationships/image" Target="../media/image91.png"/><Relationship Id="rId2" Type="http://schemas.openxmlformats.org/officeDocument/2006/relationships/notesSlide" Target="../notesSlides/notesSlide5.xml"/><Relationship Id="rId1" Type="http://schemas.openxmlformats.org/officeDocument/2006/relationships/slideLayout" Target="../slideLayouts/slideLayout2.xml"/><Relationship Id="rId6" Type="http://schemas.openxmlformats.org/officeDocument/2006/relationships/image" Target="../media/image90.png"/><Relationship Id="rId5" Type="http://schemas.openxmlformats.org/officeDocument/2006/relationships/image" Target="../media/image89.png"/><Relationship Id="rId4" Type="http://schemas.openxmlformats.org/officeDocument/2006/relationships/image" Target="../media/image76.png"/></Relationships>
</file>

<file path=ppt/slides/_rels/slide42.xml.rels><?xml version="1.0" encoding="UTF-8" standalone="yes"?>
<Relationships xmlns="http://schemas.openxmlformats.org/package/2006/relationships"><Relationship Id="rId3" Type="http://schemas.openxmlformats.org/officeDocument/2006/relationships/image" Target="../media/image77.png"/><Relationship Id="rId2" Type="http://schemas.openxmlformats.org/officeDocument/2006/relationships/notesSlide" Target="../notesSlides/notesSlide6.xml"/><Relationship Id="rId1" Type="http://schemas.openxmlformats.org/officeDocument/2006/relationships/slideLayout" Target="../slideLayouts/slideLayout2.xml"/><Relationship Id="rId5" Type="http://schemas.openxmlformats.org/officeDocument/2006/relationships/image" Target="../media/image94.png"/><Relationship Id="rId4" Type="http://schemas.openxmlformats.org/officeDocument/2006/relationships/image" Target="../media/image93.png"/></Relationships>
</file>

<file path=ppt/slides/_rels/slide43.xml.rels><?xml version="1.0" encoding="UTF-8" standalone="yes"?>
<Relationships xmlns="http://schemas.openxmlformats.org/package/2006/relationships"><Relationship Id="rId3" Type="http://schemas.openxmlformats.org/officeDocument/2006/relationships/image" Target="../media/image96.png"/><Relationship Id="rId2" Type="http://schemas.openxmlformats.org/officeDocument/2006/relationships/image" Target="../media/image95.png"/><Relationship Id="rId1" Type="http://schemas.openxmlformats.org/officeDocument/2006/relationships/slideLayout" Target="../slideLayouts/slideLayout2.xml"/></Relationships>
</file>

<file path=ppt/slides/_rels/slide44.xml.rels><?xml version="1.0" encoding="UTF-8" standalone="yes"?>
<Relationships xmlns="http://schemas.openxmlformats.org/package/2006/relationships"><Relationship Id="rId3" Type="http://schemas.openxmlformats.org/officeDocument/2006/relationships/image" Target="../media/image98.png"/><Relationship Id="rId2" Type="http://schemas.openxmlformats.org/officeDocument/2006/relationships/image" Target="../media/image97.png"/><Relationship Id="rId1" Type="http://schemas.openxmlformats.org/officeDocument/2006/relationships/slideLayout" Target="../slideLayouts/slideLayout2.xml"/></Relationships>
</file>

<file path=ppt/slides/_rels/slide45.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slide1.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4" name="Title 3"/>
          <p:cNvSpPr>
            <a:spLocks noGrp="1"/>
          </p:cNvSpPr>
          <p:nvPr>
            <p:ph type="ctrTitle"/>
          </p:nvPr>
        </p:nvSpPr>
        <p:spPr>
          <a:xfrm>
            <a:off x="2590800" y="3276600"/>
            <a:ext cx="8991600" cy="609600"/>
          </a:xfrm>
        </p:spPr>
        <p:txBody>
          <a:bodyPr/>
          <a:lstStyle/>
          <a:p>
            <a:r>
              <a:rPr lang="en-GB" dirty="0">
                <a:solidFill>
                  <a:srgbClr val="FF0000"/>
                </a:solidFill>
              </a:rPr>
              <a:t>Regression Problem</a:t>
            </a:r>
            <a:br>
              <a:rPr lang="en-GB" dirty="0"/>
            </a:br>
            <a:br>
              <a:rPr lang="en-GB" dirty="0"/>
            </a:br>
            <a:endParaRPr lang="en-GB" sz="2000" dirty="0"/>
          </a:p>
        </p:txBody>
      </p:sp>
      <p:pic>
        <p:nvPicPr>
          <p:cNvPr id="1026" name="Picture 2" descr="Robot Artificial Intelligence World Connection Gear Vector Illustration  Royalty Free Cliparts, Vectors, And Stock Illustration. Image 108901860."/>
          <p:cNvPicPr>
            <a:picLocks noChangeAspect="1" noChangeArrowheads="1"/>
          </p:cNvPicPr>
          <p:nvPr/>
        </p:nvPicPr>
        <p:blipFill>
          <a:blip r:embed="rId2" cstate="print">
            <a:extLst>
              <a:ext uri="{28A0092B-C50C-407E-A947-70E740481C1C}">
                <a14:useLocalDpi xmlns:a14="http://schemas.microsoft.com/office/drawing/2010/main" val="0"/>
              </a:ext>
            </a:extLst>
          </a:blip>
          <a:srcRect/>
          <a:stretch>
            <a:fillRect/>
          </a:stretch>
        </p:blipFill>
        <p:spPr bwMode="auto">
          <a:xfrm>
            <a:off x="3810000" y="381000"/>
            <a:ext cx="2743200" cy="2743200"/>
          </a:xfrm>
          <a:prstGeom prst="rect">
            <a:avLst/>
          </a:prstGeom>
          <a:noFill/>
          <a:extLst>
            <a:ext uri="{909E8E84-426E-40DD-AFC4-6F175D3DCCD1}">
              <a14:hiddenFill xmlns:a14="http://schemas.microsoft.com/office/drawing/2010/main">
                <a:solidFill>
                  <a:srgbClr val="FFFFFF"/>
                </a:solidFill>
              </a14:hiddenFill>
            </a:ext>
          </a:extLst>
        </p:spPr>
      </p:pic>
      <p:sp>
        <p:nvSpPr>
          <p:cNvPr id="5" name="Rectangle 4"/>
          <p:cNvSpPr/>
          <p:nvPr/>
        </p:nvSpPr>
        <p:spPr>
          <a:xfrm>
            <a:off x="1676400" y="228600"/>
            <a:ext cx="7086600" cy="461665"/>
          </a:xfrm>
          <a:prstGeom prst="rect">
            <a:avLst/>
          </a:prstGeom>
        </p:spPr>
        <p:txBody>
          <a:bodyPr wrap="square">
            <a:spAutoFit/>
          </a:bodyPr>
          <a:lstStyle/>
          <a:p>
            <a:r>
              <a:rPr lang="en-GB" sz="2400" dirty="0">
                <a:solidFill>
                  <a:srgbClr val="0070C0"/>
                </a:solidFill>
              </a:rPr>
              <a:t>Module 6CM521: </a:t>
            </a:r>
            <a:r>
              <a:rPr lang="en-US" sz="2400" dirty="0">
                <a:solidFill>
                  <a:srgbClr val="0070C0"/>
                </a:solidFill>
              </a:rPr>
              <a:t>Frontiers in AI and Data Science </a:t>
            </a:r>
            <a:endParaRPr lang="en-GB" sz="2400" dirty="0"/>
          </a:p>
        </p:txBody>
      </p:sp>
      <p:sp>
        <p:nvSpPr>
          <p:cNvPr id="2" name="TextBox 1">
            <a:extLst>
              <a:ext uri="{FF2B5EF4-FFF2-40B4-BE49-F238E27FC236}">
                <a16:creationId xmlns:a16="http://schemas.microsoft.com/office/drawing/2014/main" id="{6B246FF1-9020-F3E7-8FC5-A95BBE191469}"/>
              </a:ext>
            </a:extLst>
          </p:cNvPr>
          <p:cNvSpPr txBox="1"/>
          <p:nvPr/>
        </p:nvSpPr>
        <p:spPr>
          <a:xfrm>
            <a:off x="6477000" y="6144089"/>
            <a:ext cx="3048000" cy="584775"/>
          </a:xfrm>
          <a:prstGeom prst="rect">
            <a:avLst/>
          </a:prstGeom>
          <a:noFill/>
        </p:spPr>
        <p:txBody>
          <a:bodyPr wrap="square" rtlCol="0">
            <a:spAutoFit/>
          </a:bodyPr>
          <a:lstStyle/>
          <a:p>
            <a:r>
              <a:rPr lang="en-GB" sz="1600" dirty="0">
                <a:solidFill>
                  <a:schemeClr val="tx1">
                    <a:lumMod val="85000"/>
                    <a:lumOff val="15000"/>
                  </a:schemeClr>
                </a:solidFill>
              </a:rPr>
              <a:t>Slides acknowledgements:</a:t>
            </a:r>
          </a:p>
          <a:p>
            <a:r>
              <a:rPr lang="en-GB" sz="1600" dirty="0">
                <a:solidFill>
                  <a:schemeClr val="tx1">
                    <a:lumMod val="85000"/>
                    <a:lumOff val="15000"/>
                  </a:schemeClr>
                </a:solidFill>
              </a:rPr>
              <a:t>Dr Aaisha Makkar</a:t>
            </a:r>
            <a:endParaRPr lang="el-GR" sz="1600" dirty="0">
              <a:solidFill>
                <a:schemeClr val="tx1">
                  <a:lumMod val="85000"/>
                  <a:lumOff val="15000"/>
                </a:schemeClr>
              </a:solidFill>
            </a:endParaRPr>
          </a:p>
        </p:txBody>
      </p:sp>
      <p:sp>
        <p:nvSpPr>
          <p:cNvPr id="3" name="TextBox 2">
            <a:extLst>
              <a:ext uri="{FF2B5EF4-FFF2-40B4-BE49-F238E27FC236}">
                <a16:creationId xmlns:a16="http://schemas.microsoft.com/office/drawing/2014/main" id="{F506DA0F-9E79-2E9B-A996-5C8CE0755C04}"/>
              </a:ext>
            </a:extLst>
          </p:cNvPr>
          <p:cNvSpPr txBox="1"/>
          <p:nvPr/>
        </p:nvSpPr>
        <p:spPr>
          <a:xfrm>
            <a:off x="2324100" y="3838544"/>
            <a:ext cx="4495800" cy="400110"/>
          </a:xfrm>
          <a:prstGeom prst="rect">
            <a:avLst/>
          </a:prstGeom>
          <a:noFill/>
        </p:spPr>
        <p:txBody>
          <a:bodyPr wrap="square" rtlCol="0">
            <a:spAutoFit/>
          </a:bodyPr>
          <a:lstStyle/>
          <a:p>
            <a:pPr algn="ctr"/>
            <a:r>
              <a:rPr lang="en-US" sz="2000" dirty="0">
                <a:solidFill>
                  <a:schemeClr val="accent5">
                    <a:lumMod val="50000"/>
                  </a:schemeClr>
                </a:solidFill>
              </a:rPr>
              <a:t>Ioannis Tsioulis (MC)</a:t>
            </a:r>
            <a:endParaRPr lang="el-GR" sz="2000" dirty="0">
              <a:solidFill>
                <a:schemeClr val="accent5">
                  <a:lumMod val="50000"/>
                </a:schemeClr>
              </a:solidFill>
            </a:endParaRPr>
          </a:p>
        </p:txBody>
      </p:sp>
    </p:spTree>
    <p:extLst>
      <p:ext uri="{BB962C8B-B14F-4D97-AF65-F5344CB8AC3E}">
        <p14:creationId xmlns:p14="http://schemas.microsoft.com/office/powerpoint/2010/main" val="1762119713"/>
      </p:ext>
    </p:extLst>
  </p:cSld>
  <p:clrMapOvr>
    <a:masterClrMapping/>
  </p:clrMapOvr>
</p:sld>
</file>

<file path=ppt/slides/slide2.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GB" dirty="0"/>
              <a:t>Declaration</a:t>
            </a:r>
          </a:p>
        </p:txBody>
      </p:sp>
      <p:sp>
        <p:nvSpPr>
          <p:cNvPr id="3" name="Content Placeholder 2"/>
          <p:cNvSpPr>
            <a:spLocks noGrp="1"/>
          </p:cNvSpPr>
          <p:nvPr>
            <p:ph idx="1"/>
          </p:nvPr>
        </p:nvSpPr>
        <p:spPr/>
        <p:txBody>
          <a:bodyPr/>
          <a:lstStyle/>
          <a:p>
            <a:r>
              <a:rPr lang="en-US" altLang="en-US" dirty="0"/>
              <a:t>T</a:t>
            </a:r>
            <a:r>
              <a:rPr lang="en-US" altLang="en-US" dirty="0">
                <a:latin typeface="Calibri" charset="0"/>
              </a:rPr>
              <a:t>he content of these slides is based on: </a:t>
            </a:r>
          </a:p>
          <a:p>
            <a:pPr lvl="1"/>
            <a:r>
              <a:rPr lang="en-US" altLang="en-US" sz="2400" dirty="0">
                <a:latin typeface="Calibri" charset="0"/>
              </a:rPr>
              <a:t>The book “Doing Data Science”</a:t>
            </a:r>
          </a:p>
          <a:p>
            <a:pPr lvl="1"/>
            <a:r>
              <a:rPr lang="en-US" altLang="en-US" sz="2400" dirty="0">
                <a:latin typeface="Calibri" charset="0"/>
              </a:rPr>
              <a:t>The Stanford ML course </a:t>
            </a:r>
            <a:r>
              <a:rPr lang="en-US" altLang="en-US" sz="2400" dirty="0">
                <a:latin typeface="Calibri" charset="0"/>
                <a:hlinkClick r:id="rId2"/>
              </a:rPr>
              <a:t>http://www.ml-class.org/</a:t>
            </a:r>
            <a:endParaRPr lang="en-US" altLang="en-US" sz="2400" dirty="0">
              <a:latin typeface="Calibri" charset="0"/>
            </a:endParaRPr>
          </a:p>
          <a:p>
            <a:pPr lvl="1"/>
            <a:r>
              <a:rPr lang="en-US" altLang="en-US" sz="2400" dirty="0">
                <a:latin typeface="Calibri" charset="0"/>
              </a:rPr>
              <a:t>Some other references</a:t>
            </a:r>
          </a:p>
          <a:p>
            <a:pPr lvl="1"/>
            <a:endParaRPr lang="en-US" altLang="en-US" sz="2400" dirty="0">
              <a:latin typeface="Calibri" charset="0"/>
            </a:endParaRPr>
          </a:p>
          <a:p>
            <a:r>
              <a:rPr lang="en-GB" sz="3200" dirty="0">
                <a:solidFill>
                  <a:srgbClr val="FF0000"/>
                </a:solidFill>
              </a:rPr>
              <a:t>Acknowledgement</a:t>
            </a:r>
          </a:p>
          <a:p>
            <a:endParaRPr lang="en-GB" sz="2800" dirty="0">
              <a:solidFill>
                <a:srgbClr val="FF0000"/>
              </a:solidFill>
            </a:endParaRPr>
          </a:p>
          <a:p>
            <a:r>
              <a:rPr lang="en-GB" sz="2400" b="0" dirty="0"/>
              <a:t>Most of the slides are adapted from the lecture slides of Dr Hong Qing Yu (Harry).</a:t>
            </a:r>
          </a:p>
          <a:p>
            <a:pPr marL="457200" lvl="1" indent="0">
              <a:buNone/>
            </a:pPr>
            <a:endParaRPr lang="en-US" altLang="en-US" sz="2400" dirty="0">
              <a:latin typeface="Calibri" charset="0"/>
            </a:endParaRPr>
          </a:p>
          <a:p>
            <a:pPr marL="457200" lvl="1" indent="0">
              <a:buNone/>
            </a:pPr>
            <a:endParaRPr lang="en-US" altLang="en-US" sz="2400" dirty="0">
              <a:latin typeface="Calibri" charset="0"/>
            </a:endParaRPr>
          </a:p>
          <a:p>
            <a:pPr marL="457200" lvl="1" indent="0">
              <a:buNone/>
            </a:pPr>
            <a:endParaRPr lang="en-US" altLang="en-US" sz="2400" dirty="0">
              <a:latin typeface="Calibri" charset="0"/>
            </a:endParaRPr>
          </a:p>
          <a:p>
            <a:endParaRPr lang="en-GB" dirty="0"/>
          </a:p>
        </p:txBody>
      </p:sp>
    </p:spTree>
    <p:extLst>
      <p:ext uri="{BB962C8B-B14F-4D97-AF65-F5344CB8AC3E}">
        <p14:creationId xmlns:p14="http://schemas.microsoft.com/office/powerpoint/2010/main" val="1899181570"/>
      </p:ext>
    </p:extLst>
  </p:cSld>
  <p:clrMapOvr>
    <a:masterClrMapping/>
  </p:clrMapOvr>
</p:sld>
</file>

<file path=ppt/slides/slide3.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GB" dirty="0"/>
              <a:t>Outline</a:t>
            </a:r>
          </a:p>
        </p:txBody>
      </p:sp>
      <p:sp>
        <p:nvSpPr>
          <p:cNvPr id="3" name="Content Placeholder 2"/>
          <p:cNvSpPr>
            <a:spLocks noGrp="1"/>
          </p:cNvSpPr>
          <p:nvPr>
            <p:ph idx="1"/>
          </p:nvPr>
        </p:nvSpPr>
        <p:spPr/>
        <p:txBody>
          <a:bodyPr/>
          <a:lstStyle/>
          <a:p>
            <a:pPr marL="457200" indent="-457200">
              <a:buAutoNum type="arabicPeriod"/>
            </a:pPr>
            <a:r>
              <a:rPr lang="en-GB" sz="2800" dirty="0">
                <a:solidFill>
                  <a:srgbClr val="FF0000"/>
                </a:solidFill>
              </a:rPr>
              <a:t>Linear regression</a:t>
            </a:r>
          </a:p>
          <a:p>
            <a:pPr marL="1143000" lvl="1" indent="-457200"/>
            <a:r>
              <a:rPr lang="en-GB" sz="2000" dirty="0"/>
              <a:t>Examples</a:t>
            </a:r>
          </a:p>
          <a:p>
            <a:pPr marL="1143000" lvl="1" indent="-457200"/>
            <a:r>
              <a:rPr lang="en-GB" sz="2000" dirty="0"/>
              <a:t>Math notation</a:t>
            </a:r>
          </a:p>
          <a:p>
            <a:pPr marL="1143000" lvl="1" indent="-457200"/>
            <a:r>
              <a:rPr lang="en-GB" sz="2000" dirty="0"/>
              <a:t>Least Mean Square function (LMS)</a:t>
            </a:r>
          </a:p>
          <a:p>
            <a:pPr marL="1143000" lvl="1" indent="-457200"/>
            <a:r>
              <a:rPr lang="en-GB" sz="2000" dirty="0"/>
              <a:t>Gradient Descent function</a:t>
            </a:r>
          </a:p>
          <a:p>
            <a:pPr marL="457200" indent="-457200">
              <a:buAutoNum type="arabicPeriod"/>
            </a:pPr>
            <a:r>
              <a:rPr lang="en-GB" sz="2800" dirty="0"/>
              <a:t>Logistic regression </a:t>
            </a:r>
          </a:p>
        </p:txBody>
      </p:sp>
    </p:spTree>
    <p:extLst>
      <p:ext uri="{BB962C8B-B14F-4D97-AF65-F5344CB8AC3E}">
        <p14:creationId xmlns:p14="http://schemas.microsoft.com/office/powerpoint/2010/main" val="2226169888"/>
      </p:ext>
    </p:extLst>
  </p:cSld>
  <p:clrMapOvr>
    <a:masterClrMapping/>
  </p:clrMapOvr>
</p:sld>
</file>

<file path=ppt/slides/slide4.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GB" dirty="0"/>
              <a:t>What is linear regression</a:t>
            </a:r>
          </a:p>
        </p:txBody>
      </p:sp>
      <p:sp>
        <p:nvSpPr>
          <p:cNvPr id="3" name="Content Placeholder 2"/>
          <p:cNvSpPr>
            <a:spLocks noGrp="1"/>
          </p:cNvSpPr>
          <p:nvPr>
            <p:ph idx="1"/>
          </p:nvPr>
        </p:nvSpPr>
        <p:spPr/>
        <p:txBody>
          <a:bodyPr/>
          <a:lstStyle/>
          <a:p>
            <a:r>
              <a:rPr lang="en-GB" dirty="0"/>
              <a:t>Linear regression is a commonly used statistics-based predictive model to examine the relationship between scalar response with one or more independent variables.</a:t>
            </a:r>
          </a:p>
          <a:p>
            <a:endParaRPr lang="en-GB" dirty="0"/>
          </a:p>
          <a:p>
            <a:r>
              <a:rPr lang="en-GB" dirty="0"/>
              <a:t>Linear regression is one type of regression analysis. Others include polynomial regression, binary regression and logistic regression and many more.</a:t>
            </a:r>
          </a:p>
          <a:p>
            <a:endParaRPr lang="en-GB" dirty="0"/>
          </a:p>
          <a:p>
            <a:r>
              <a:rPr lang="en-GB" dirty="0"/>
              <a:t>However, the linear regression model is the most basic and the easiest to understand and implement.    </a:t>
            </a:r>
          </a:p>
        </p:txBody>
      </p:sp>
    </p:spTree>
    <p:extLst>
      <p:ext uri="{BB962C8B-B14F-4D97-AF65-F5344CB8AC3E}">
        <p14:creationId xmlns:p14="http://schemas.microsoft.com/office/powerpoint/2010/main" val="250852750"/>
      </p:ext>
    </p:extLst>
  </p:cSld>
  <p:clrMapOvr>
    <a:masterClrMapping/>
  </p:clrMapOvr>
</p:sld>
</file>

<file path=ppt/slides/slide5.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GB" dirty="0"/>
              <a:t>Simple example </a:t>
            </a:r>
          </a:p>
        </p:txBody>
      </p:sp>
      <p:sp>
        <p:nvSpPr>
          <p:cNvPr id="3" name="Content Placeholder 2"/>
          <p:cNvSpPr>
            <a:spLocks noGrp="1"/>
          </p:cNvSpPr>
          <p:nvPr>
            <p:ph idx="1"/>
          </p:nvPr>
        </p:nvSpPr>
        <p:spPr>
          <a:xfrm>
            <a:off x="1809892" y="1414984"/>
            <a:ext cx="7181708" cy="4761979"/>
          </a:xfrm>
        </p:spPr>
        <p:txBody>
          <a:bodyPr/>
          <a:lstStyle/>
          <a:p>
            <a:r>
              <a:rPr lang="en-GB" b="1" dirty="0"/>
              <a:t>Example 1. Overly simplistic example to start</a:t>
            </a:r>
            <a:endParaRPr lang="en-GB" dirty="0"/>
          </a:p>
          <a:p>
            <a:r>
              <a:rPr lang="en-GB" dirty="0">
                <a:solidFill>
                  <a:srgbClr val="00B0F0"/>
                </a:solidFill>
              </a:rPr>
              <a:t>Suppose you run a social networking site that charges a monthly subscription fee of $25, and that this is your only source of revenue. Each month you collect data and count your number of users and total revenue. You’ve done this daily over the course of two years, recording it all in a spreadsheet. You could express this data as a series of points.</a:t>
            </a:r>
          </a:p>
          <a:p>
            <a:endParaRPr lang="en-GB" dirty="0"/>
          </a:p>
          <a:p>
            <a:r>
              <a:rPr lang="en-GB" dirty="0"/>
              <a:t>Here are the first four data points:</a:t>
            </a:r>
          </a:p>
          <a:p>
            <a:pPr marL="0" indent="0">
              <a:buNone/>
            </a:pPr>
            <a:r>
              <a:rPr lang="en-GB" dirty="0">
                <a:solidFill>
                  <a:srgbClr val="FF0000"/>
                </a:solidFill>
              </a:rPr>
              <a:t>S={(x , y)= (1,25),(10,250),(100,2500),(200,5000)}</a:t>
            </a:r>
          </a:p>
        </p:txBody>
      </p:sp>
    </p:spTree>
    <p:extLst>
      <p:ext uri="{BB962C8B-B14F-4D97-AF65-F5344CB8AC3E}">
        <p14:creationId xmlns:p14="http://schemas.microsoft.com/office/powerpoint/2010/main" val="3192951411"/>
      </p:ext>
    </p:extLst>
  </p:cSld>
  <p:clrMapOvr>
    <a:masterClrMapping/>
  </p:clrMapOvr>
</p:sld>
</file>

<file path=ppt/slides/slide6.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GB" dirty="0"/>
              <a:t>Examine the data in your head</a:t>
            </a:r>
          </a:p>
        </p:txBody>
      </p:sp>
      <p:sp>
        <p:nvSpPr>
          <p:cNvPr id="3" name="Content Placeholder 2"/>
          <p:cNvSpPr>
            <a:spLocks noGrp="1"/>
          </p:cNvSpPr>
          <p:nvPr>
            <p:ph idx="1"/>
          </p:nvPr>
        </p:nvSpPr>
        <p:spPr>
          <a:xfrm>
            <a:off x="1809892" y="1414984"/>
            <a:ext cx="7257908" cy="4761979"/>
          </a:xfrm>
        </p:spPr>
        <p:txBody>
          <a:bodyPr/>
          <a:lstStyle/>
          <a:p>
            <a:r>
              <a:rPr lang="en-GB" dirty="0">
                <a:solidFill>
                  <a:srgbClr val="FF0000"/>
                </a:solidFill>
              </a:rPr>
              <a:t>S={(x , y)= (1,25),(10,250),(100,2500),(200,5000)}</a:t>
            </a:r>
          </a:p>
          <a:p>
            <a:endParaRPr lang="en-GB" dirty="0"/>
          </a:p>
          <a:p>
            <a:r>
              <a:rPr lang="en-GB" dirty="0"/>
              <a:t>Some ideas?</a:t>
            </a:r>
          </a:p>
          <a:p>
            <a:endParaRPr lang="en-GB" dirty="0"/>
          </a:p>
          <a:p>
            <a:pPr lvl="1"/>
            <a:r>
              <a:rPr lang="en-GB" sz="2400" dirty="0"/>
              <a:t>There’s a linear pattern.</a:t>
            </a:r>
          </a:p>
          <a:p>
            <a:pPr lvl="1"/>
            <a:r>
              <a:rPr lang="en-GB" sz="2400" dirty="0"/>
              <a:t>The coefficient relating </a:t>
            </a:r>
            <a:r>
              <a:rPr lang="en-GB" sz="2400" i="1" dirty="0"/>
              <a:t>x </a:t>
            </a:r>
            <a:r>
              <a:rPr lang="en-GB" sz="2400" dirty="0"/>
              <a:t>and </a:t>
            </a:r>
            <a:r>
              <a:rPr lang="en-GB" sz="2400" i="1" dirty="0"/>
              <a:t>y </a:t>
            </a:r>
            <a:r>
              <a:rPr lang="en-GB" sz="2400" dirty="0"/>
              <a:t>is 25.</a:t>
            </a:r>
          </a:p>
          <a:p>
            <a:pPr lvl="1"/>
            <a:r>
              <a:rPr lang="en-GB" sz="2400" dirty="0"/>
              <a:t>It seems deterministic.</a:t>
            </a:r>
          </a:p>
        </p:txBody>
      </p:sp>
    </p:spTree>
    <p:extLst>
      <p:ext uri="{BB962C8B-B14F-4D97-AF65-F5344CB8AC3E}">
        <p14:creationId xmlns:p14="http://schemas.microsoft.com/office/powerpoint/2010/main" val="73547676"/>
      </p:ext>
    </p:extLst>
  </p:cSld>
  <p:clrMapOvr>
    <a:masterClrMapping/>
  </p:clrMapOvr>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1" presetClass="entr" presetSubtype="0" fill="hold" nodeType="clickEffect">
                                  <p:stCondLst>
                                    <p:cond delay="0"/>
                                  </p:stCondLst>
                                  <p:childTnLst>
                                    <p:set>
                                      <p:cBhvr>
                                        <p:cTn id="6" dur="1" fill="hold">
                                          <p:stCondLst>
                                            <p:cond delay="0"/>
                                          </p:stCondLst>
                                        </p:cTn>
                                        <p:tgtEl>
                                          <p:spTgt spid="3">
                                            <p:txEl>
                                              <p:pRg st="4" end="4"/>
                                            </p:txEl>
                                          </p:spTgt>
                                        </p:tgtEl>
                                        <p:attrNameLst>
                                          <p:attrName>style.visibility</p:attrName>
                                        </p:attrNameLst>
                                      </p:cBhvr>
                                      <p:to>
                                        <p:strVal val="visible"/>
                                      </p:to>
                                    </p:set>
                                  </p:childTnLst>
                                </p:cTn>
                              </p:par>
                            </p:childTnLst>
                          </p:cTn>
                        </p:par>
                      </p:childTnLst>
                    </p:cTn>
                  </p:par>
                  <p:par>
                    <p:cTn id="7" fill="hold">
                      <p:stCondLst>
                        <p:cond delay="indefinite"/>
                      </p:stCondLst>
                      <p:childTnLst>
                        <p:par>
                          <p:cTn id="8" fill="hold">
                            <p:stCondLst>
                              <p:cond delay="0"/>
                            </p:stCondLst>
                            <p:childTnLst>
                              <p:par>
                                <p:cTn id="9" presetID="1" presetClass="entr" presetSubtype="0" fill="hold" nodeType="clickEffect">
                                  <p:stCondLst>
                                    <p:cond delay="0"/>
                                  </p:stCondLst>
                                  <p:childTnLst>
                                    <p:set>
                                      <p:cBhvr>
                                        <p:cTn id="10" dur="1" fill="hold">
                                          <p:stCondLst>
                                            <p:cond delay="0"/>
                                          </p:stCondLst>
                                        </p:cTn>
                                        <p:tgtEl>
                                          <p:spTgt spid="3">
                                            <p:txEl>
                                              <p:pRg st="5" end="5"/>
                                            </p:txEl>
                                          </p:spTgt>
                                        </p:tgtEl>
                                        <p:attrNameLst>
                                          <p:attrName>style.visibility</p:attrName>
                                        </p:attrNameLst>
                                      </p:cBhvr>
                                      <p:to>
                                        <p:strVal val="visible"/>
                                      </p:to>
                                    </p:set>
                                  </p:childTnLst>
                                </p:cTn>
                              </p:par>
                            </p:childTnLst>
                          </p:cTn>
                        </p:par>
                      </p:childTnLst>
                    </p:cTn>
                  </p:par>
                  <p:par>
                    <p:cTn id="11" fill="hold">
                      <p:stCondLst>
                        <p:cond delay="indefinite"/>
                      </p:stCondLst>
                      <p:childTnLst>
                        <p:par>
                          <p:cTn id="12" fill="hold">
                            <p:stCondLst>
                              <p:cond delay="0"/>
                            </p:stCondLst>
                            <p:childTnLst>
                              <p:par>
                                <p:cTn id="13" presetID="1" presetClass="entr" presetSubtype="0" fill="hold" nodeType="clickEffect">
                                  <p:stCondLst>
                                    <p:cond delay="0"/>
                                  </p:stCondLst>
                                  <p:childTnLst>
                                    <p:set>
                                      <p:cBhvr>
                                        <p:cTn id="14" dur="1" fill="hold">
                                          <p:stCondLst>
                                            <p:cond delay="0"/>
                                          </p:stCondLst>
                                        </p:cTn>
                                        <p:tgtEl>
                                          <p:spTgt spid="3">
                                            <p:txEl>
                                              <p:pRg st="6" end="6"/>
                                            </p:txEl>
                                          </p:spTgt>
                                        </p:tgtEl>
                                        <p:attrNameLst>
                                          <p:attrName>style.visibility</p:attrName>
                                        </p:attrNameLst>
                                      </p:cBhvr>
                                      <p:to>
                                        <p:strVal val="visible"/>
                                      </p:to>
                                    </p:set>
                                  </p:childTnLst>
                                </p:cTn>
                              </p:par>
                            </p:childTnLst>
                          </p:cTn>
                        </p:par>
                      </p:childTnLst>
                    </p:cTn>
                  </p:par>
                </p:childTnLst>
              </p:cTn>
              <p:prevCondLst>
                <p:cond evt="onPrev" delay="0">
                  <p:tgtEl>
                    <p:sldTgt/>
                  </p:tgtEl>
                </p:cond>
              </p:prevCondLst>
              <p:nextCondLst>
                <p:cond evt="onNext" delay="0">
                  <p:tgtEl>
                    <p:sldTgt/>
                  </p:tgtEl>
                </p:cond>
              </p:nextCondLst>
            </p:seq>
          </p:childTnLst>
        </p:cTn>
      </p:par>
    </p:tnLst>
  </p:timing>
</p:sld>
</file>

<file path=ppt/slides/slide7.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GB" dirty="0"/>
              <a:t>Let’s plot the data</a:t>
            </a:r>
          </a:p>
        </p:txBody>
      </p:sp>
      <p:pic>
        <p:nvPicPr>
          <p:cNvPr id="1026" name="Picture 2"/>
          <p:cNvPicPr>
            <a:picLocks noChangeAspect="1" noChangeArrowheads="1"/>
          </p:cNvPicPr>
          <p:nvPr/>
        </p:nvPicPr>
        <p:blipFill>
          <a:blip r:embed="rId2">
            <a:extLst>
              <a:ext uri="{28A0092B-C50C-407E-A947-70E740481C1C}">
                <a14:useLocalDpi xmlns:a14="http://schemas.microsoft.com/office/drawing/2010/main" val="0"/>
              </a:ext>
            </a:extLst>
          </a:blip>
          <a:srcRect/>
          <a:stretch>
            <a:fillRect/>
          </a:stretch>
        </p:blipFill>
        <p:spPr bwMode="auto">
          <a:xfrm>
            <a:off x="2362200" y="880154"/>
            <a:ext cx="5562600" cy="5292046"/>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pic>
      <p:sp>
        <p:nvSpPr>
          <p:cNvPr id="4" name="TextBox 3"/>
          <p:cNvSpPr txBox="1"/>
          <p:nvPr/>
        </p:nvSpPr>
        <p:spPr>
          <a:xfrm>
            <a:off x="1676400" y="6248400"/>
            <a:ext cx="6865982" cy="369332"/>
          </a:xfrm>
          <a:prstGeom prst="rect">
            <a:avLst/>
          </a:prstGeom>
          <a:noFill/>
        </p:spPr>
        <p:txBody>
          <a:bodyPr wrap="none" rtlCol="0">
            <a:spAutoFit/>
          </a:bodyPr>
          <a:lstStyle/>
          <a:p>
            <a:r>
              <a:rPr lang="en-GB" dirty="0"/>
              <a:t>Figure adapted from the book “Doing Data Science”, Chapter 3 </a:t>
            </a:r>
          </a:p>
        </p:txBody>
      </p:sp>
    </p:spTree>
    <p:extLst>
      <p:ext uri="{BB962C8B-B14F-4D97-AF65-F5344CB8AC3E}">
        <p14:creationId xmlns:p14="http://schemas.microsoft.com/office/powerpoint/2010/main" val="2442916358"/>
      </p:ext>
    </p:extLst>
  </p:cSld>
  <p:clrMapOvr>
    <a:masterClrMapping/>
  </p:clrMapOvr>
</p:sld>
</file>

<file path=ppt/slides/slide8.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GB" dirty="0"/>
              <a:t>More realistic example</a:t>
            </a:r>
          </a:p>
        </p:txBody>
      </p:sp>
      <p:sp>
        <p:nvSpPr>
          <p:cNvPr id="3" name="Content Placeholder 2"/>
          <p:cNvSpPr>
            <a:spLocks noGrp="1"/>
          </p:cNvSpPr>
          <p:nvPr>
            <p:ph idx="1"/>
          </p:nvPr>
        </p:nvSpPr>
        <p:spPr>
          <a:xfrm>
            <a:off x="1779270" y="1084432"/>
            <a:ext cx="6705458" cy="4761979"/>
          </a:xfrm>
        </p:spPr>
        <p:txBody>
          <a:bodyPr/>
          <a:lstStyle/>
          <a:p>
            <a:r>
              <a:rPr lang="en-GB" dirty="0"/>
              <a:t>Example 2: housing prices</a:t>
            </a:r>
          </a:p>
        </p:txBody>
      </p:sp>
      <p:graphicFrame>
        <p:nvGraphicFramePr>
          <p:cNvPr id="4" name="Chart 3"/>
          <p:cNvGraphicFramePr>
            <a:graphicFrameLocks/>
          </p:cNvGraphicFramePr>
          <p:nvPr>
            <p:extLst>
              <p:ext uri="{D42A27DB-BD31-4B8C-83A1-F6EECF244321}">
                <p14:modId xmlns:p14="http://schemas.microsoft.com/office/powerpoint/2010/main" val="3951885192"/>
              </p:ext>
            </p:extLst>
          </p:nvPr>
        </p:nvGraphicFramePr>
        <p:xfrm>
          <a:off x="3749040" y="1752600"/>
          <a:ext cx="5318760" cy="3657600"/>
        </p:xfrm>
        <a:graphic>
          <a:graphicData uri="http://schemas.openxmlformats.org/drawingml/2006/chart">
            <c:chart xmlns:c="http://schemas.openxmlformats.org/drawingml/2006/chart" xmlns:r="http://schemas.openxmlformats.org/officeDocument/2006/relationships" r:id="rId2"/>
          </a:graphicData>
        </a:graphic>
      </p:graphicFrame>
      <p:sp>
        <p:nvSpPr>
          <p:cNvPr id="5" name="TextBox 4"/>
          <p:cNvSpPr txBox="1"/>
          <p:nvPr/>
        </p:nvSpPr>
        <p:spPr>
          <a:xfrm>
            <a:off x="2116183" y="1752600"/>
            <a:ext cx="1704313" cy="646331"/>
          </a:xfrm>
          <a:prstGeom prst="rect">
            <a:avLst/>
          </a:prstGeom>
          <a:noFill/>
        </p:spPr>
        <p:txBody>
          <a:bodyPr wrap="none" rtlCol="0">
            <a:spAutoFit/>
          </a:bodyPr>
          <a:lstStyle/>
          <a:p>
            <a:r>
              <a:rPr lang="en-GB" dirty="0"/>
              <a:t>Y=House price</a:t>
            </a:r>
          </a:p>
          <a:p>
            <a:r>
              <a:rPr lang="en-GB" dirty="0"/>
              <a:t>($1000)</a:t>
            </a:r>
          </a:p>
        </p:txBody>
      </p:sp>
      <p:sp>
        <p:nvSpPr>
          <p:cNvPr id="6" name="TextBox 5"/>
          <p:cNvSpPr txBox="1"/>
          <p:nvPr/>
        </p:nvSpPr>
        <p:spPr>
          <a:xfrm>
            <a:off x="4206240" y="5345668"/>
            <a:ext cx="2589170" cy="369332"/>
          </a:xfrm>
          <a:prstGeom prst="rect">
            <a:avLst/>
          </a:prstGeom>
          <a:noFill/>
        </p:spPr>
        <p:txBody>
          <a:bodyPr wrap="none" rtlCol="0">
            <a:spAutoFit/>
          </a:bodyPr>
          <a:lstStyle/>
          <a:p>
            <a:r>
              <a:rPr lang="en-GB" dirty="0"/>
              <a:t>X=House size (feet sq.)</a:t>
            </a:r>
          </a:p>
        </p:txBody>
      </p:sp>
      <p:sp>
        <p:nvSpPr>
          <p:cNvPr id="10" name="TextBox 9"/>
          <p:cNvSpPr txBox="1">
            <a:spLocks noChangeArrowheads="1"/>
          </p:cNvSpPr>
          <p:nvPr/>
        </p:nvSpPr>
        <p:spPr bwMode="auto">
          <a:xfrm>
            <a:off x="1600200" y="2666999"/>
            <a:ext cx="2220296" cy="2062103"/>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wrap="square">
            <a:spAutoFit/>
          </a:bodyPr>
          <a:lstStyle>
            <a:lvl1pPr eaLnBrk="0" hangingPunct="0">
              <a:defRPr sz="2400">
                <a:solidFill>
                  <a:schemeClr val="tx1"/>
                </a:solidFill>
                <a:latin typeface="Arial" charset="0"/>
                <a:ea typeface="ＭＳ Ｐゴシック" charset="-128"/>
              </a:defRPr>
            </a:lvl1pPr>
            <a:lvl2pPr marL="37931725" indent="-37474525" eaLnBrk="0" hangingPunct="0">
              <a:defRPr sz="2400">
                <a:solidFill>
                  <a:schemeClr val="tx1"/>
                </a:solidFill>
                <a:latin typeface="Arial" charset="0"/>
                <a:ea typeface="ＭＳ Ｐゴシック" charset="-128"/>
              </a:defRPr>
            </a:lvl2pPr>
            <a:lvl3pPr eaLnBrk="0" hangingPunct="0">
              <a:defRPr sz="2400">
                <a:solidFill>
                  <a:schemeClr val="tx1"/>
                </a:solidFill>
                <a:latin typeface="Arial" charset="0"/>
                <a:ea typeface="ＭＳ Ｐゴシック" charset="-128"/>
              </a:defRPr>
            </a:lvl3pPr>
            <a:lvl4pPr eaLnBrk="0" hangingPunct="0">
              <a:defRPr sz="2400">
                <a:solidFill>
                  <a:schemeClr val="tx1"/>
                </a:solidFill>
                <a:latin typeface="Arial" charset="0"/>
                <a:ea typeface="ＭＳ Ｐゴシック" charset="-128"/>
              </a:defRPr>
            </a:lvl4pPr>
            <a:lvl5pPr eaLnBrk="0" hangingPunct="0">
              <a:defRPr sz="2400">
                <a:solidFill>
                  <a:schemeClr val="tx1"/>
                </a:solidFill>
                <a:latin typeface="Arial" charset="0"/>
                <a:ea typeface="ＭＳ Ｐゴシック" charset="-128"/>
              </a:defRPr>
            </a:lvl5pPr>
            <a:lvl6pPr marL="457200" eaLnBrk="0" fontAlgn="base" hangingPunct="0">
              <a:spcBef>
                <a:spcPct val="0"/>
              </a:spcBef>
              <a:spcAft>
                <a:spcPct val="0"/>
              </a:spcAft>
              <a:defRPr sz="2400">
                <a:solidFill>
                  <a:schemeClr val="tx1"/>
                </a:solidFill>
                <a:latin typeface="Arial" charset="0"/>
                <a:ea typeface="ＭＳ Ｐゴシック" charset="-128"/>
              </a:defRPr>
            </a:lvl6pPr>
            <a:lvl7pPr marL="914400" eaLnBrk="0" fontAlgn="base" hangingPunct="0">
              <a:spcBef>
                <a:spcPct val="0"/>
              </a:spcBef>
              <a:spcAft>
                <a:spcPct val="0"/>
              </a:spcAft>
              <a:defRPr sz="2400">
                <a:solidFill>
                  <a:schemeClr val="tx1"/>
                </a:solidFill>
                <a:latin typeface="Arial" charset="0"/>
                <a:ea typeface="ＭＳ Ｐゴシック" charset="-128"/>
              </a:defRPr>
            </a:lvl7pPr>
            <a:lvl8pPr marL="1371600" eaLnBrk="0" fontAlgn="base" hangingPunct="0">
              <a:spcBef>
                <a:spcPct val="0"/>
              </a:spcBef>
              <a:spcAft>
                <a:spcPct val="0"/>
              </a:spcAft>
              <a:defRPr sz="2400">
                <a:solidFill>
                  <a:schemeClr val="tx1"/>
                </a:solidFill>
                <a:latin typeface="Arial" charset="0"/>
                <a:ea typeface="ＭＳ Ｐゴシック" charset="-128"/>
              </a:defRPr>
            </a:lvl8pPr>
            <a:lvl9pPr marL="1828800" eaLnBrk="0" fontAlgn="base" hangingPunct="0">
              <a:spcBef>
                <a:spcPct val="0"/>
              </a:spcBef>
              <a:spcAft>
                <a:spcPct val="0"/>
              </a:spcAft>
              <a:defRPr sz="2400">
                <a:solidFill>
                  <a:schemeClr val="tx1"/>
                </a:solidFill>
                <a:latin typeface="Arial" charset="0"/>
                <a:ea typeface="ＭＳ Ｐゴシック" charset="-128"/>
              </a:defRPr>
            </a:lvl9pPr>
          </a:lstStyle>
          <a:p>
            <a:pPr eaLnBrk="1" hangingPunct="1"/>
            <a:r>
              <a:rPr lang="en-US" altLang="en-US" sz="1600" u="sng" dirty="0"/>
              <a:t>Supervised Learning</a:t>
            </a:r>
          </a:p>
          <a:p>
            <a:pPr eaLnBrk="1" hangingPunct="1"/>
            <a:endParaRPr lang="en-US" altLang="en-US" sz="1600" dirty="0"/>
          </a:p>
          <a:p>
            <a:pPr eaLnBrk="1" hangingPunct="1"/>
            <a:r>
              <a:rPr lang="en-US" altLang="en-US" sz="1600" dirty="0"/>
              <a:t>Given the “right answer” for each example in the data. (given a size of a house, get a price prediction)</a:t>
            </a:r>
          </a:p>
        </p:txBody>
      </p:sp>
      <p:sp>
        <p:nvSpPr>
          <p:cNvPr id="11" name="TextBox 10"/>
          <p:cNvSpPr txBox="1">
            <a:spLocks noChangeArrowheads="1"/>
          </p:cNvSpPr>
          <p:nvPr/>
        </p:nvSpPr>
        <p:spPr bwMode="auto">
          <a:xfrm>
            <a:off x="1611086" y="5747657"/>
            <a:ext cx="3200400" cy="830997"/>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wrap="square">
            <a:spAutoFit/>
          </a:bodyPr>
          <a:lstStyle>
            <a:lvl1pPr eaLnBrk="0" hangingPunct="0">
              <a:defRPr sz="2400">
                <a:solidFill>
                  <a:schemeClr val="tx1"/>
                </a:solidFill>
                <a:latin typeface="Arial" charset="0"/>
                <a:ea typeface="ＭＳ Ｐゴシック" charset="-128"/>
              </a:defRPr>
            </a:lvl1pPr>
            <a:lvl2pPr marL="37931725" indent="-37474525" eaLnBrk="0" hangingPunct="0">
              <a:defRPr sz="2400">
                <a:solidFill>
                  <a:schemeClr val="tx1"/>
                </a:solidFill>
                <a:latin typeface="Arial" charset="0"/>
                <a:ea typeface="ＭＳ Ｐゴシック" charset="-128"/>
              </a:defRPr>
            </a:lvl2pPr>
            <a:lvl3pPr eaLnBrk="0" hangingPunct="0">
              <a:defRPr sz="2400">
                <a:solidFill>
                  <a:schemeClr val="tx1"/>
                </a:solidFill>
                <a:latin typeface="Arial" charset="0"/>
                <a:ea typeface="ＭＳ Ｐゴシック" charset="-128"/>
              </a:defRPr>
            </a:lvl3pPr>
            <a:lvl4pPr eaLnBrk="0" hangingPunct="0">
              <a:defRPr sz="2400">
                <a:solidFill>
                  <a:schemeClr val="tx1"/>
                </a:solidFill>
                <a:latin typeface="Arial" charset="0"/>
                <a:ea typeface="ＭＳ Ｐゴシック" charset="-128"/>
              </a:defRPr>
            </a:lvl4pPr>
            <a:lvl5pPr eaLnBrk="0" hangingPunct="0">
              <a:defRPr sz="2400">
                <a:solidFill>
                  <a:schemeClr val="tx1"/>
                </a:solidFill>
                <a:latin typeface="Arial" charset="0"/>
                <a:ea typeface="ＭＳ Ｐゴシック" charset="-128"/>
              </a:defRPr>
            </a:lvl5pPr>
            <a:lvl6pPr marL="457200" eaLnBrk="0" fontAlgn="base" hangingPunct="0">
              <a:spcBef>
                <a:spcPct val="0"/>
              </a:spcBef>
              <a:spcAft>
                <a:spcPct val="0"/>
              </a:spcAft>
              <a:defRPr sz="2400">
                <a:solidFill>
                  <a:schemeClr val="tx1"/>
                </a:solidFill>
                <a:latin typeface="Arial" charset="0"/>
                <a:ea typeface="ＭＳ Ｐゴシック" charset="-128"/>
              </a:defRPr>
            </a:lvl6pPr>
            <a:lvl7pPr marL="914400" eaLnBrk="0" fontAlgn="base" hangingPunct="0">
              <a:spcBef>
                <a:spcPct val="0"/>
              </a:spcBef>
              <a:spcAft>
                <a:spcPct val="0"/>
              </a:spcAft>
              <a:defRPr sz="2400">
                <a:solidFill>
                  <a:schemeClr val="tx1"/>
                </a:solidFill>
                <a:latin typeface="Arial" charset="0"/>
                <a:ea typeface="ＭＳ Ｐゴシック" charset="-128"/>
              </a:defRPr>
            </a:lvl7pPr>
            <a:lvl8pPr marL="1371600" eaLnBrk="0" fontAlgn="base" hangingPunct="0">
              <a:spcBef>
                <a:spcPct val="0"/>
              </a:spcBef>
              <a:spcAft>
                <a:spcPct val="0"/>
              </a:spcAft>
              <a:defRPr sz="2400">
                <a:solidFill>
                  <a:schemeClr val="tx1"/>
                </a:solidFill>
                <a:latin typeface="Arial" charset="0"/>
                <a:ea typeface="ＭＳ Ｐゴシック" charset="-128"/>
              </a:defRPr>
            </a:lvl8pPr>
            <a:lvl9pPr marL="1828800" eaLnBrk="0" fontAlgn="base" hangingPunct="0">
              <a:spcBef>
                <a:spcPct val="0"/>
              </a:spcBef>
              <a:spcAft>
                <a:spcPct val="0"/>
              </a:spcAft>
              <a:defRPr sz="2400">
                <a:solidFill>
                  <a:schemeClr val="tx1"/>
                </a:solidFill>
                <a:latin typeface="Arial" charset="0"/>
                <a:ea typeface="ＭＳ Ｐゴシック" charset="-128"/>
              </a:defRPr>
            </a:lvl9pPr>
          </a:lstStyle>
          <a:p>
            <a:pPr eaLnBrk="1" hangingPunct="1"/>
            <a:r>
              <a:rPr lang="en-US" altLang="en-US" sz="1600" u="sng" dirty="0"/>
              <a:t>Regression Problem</a:t>
            </a:r>
          </a:p>
          <a:p>
            <a:pPr eaLnBrk="1" hangingPunct="1"/>
            <a:endParaRPr lang="en-US" altLang="en-US" sz="1600" dirty="0"/>
          </a:p>
          <a:p>
            <a:pPr eaLnBrk="1" hangingPunct="1"/>
            <a:r>
              <a:rPr lang="en-US" altLang="en-US" sz="1600" dirty="0"/>
              <a:t>Predict real-valued output</a:t>
            </a:r>
          </a:p>
        </p:txBody>
      </p:sp>
    </p:spTree>
    <p:extLst>
      <p:ext uri="{BB962C8B-B14F-4D97-AF65-F5344CB8AC3E}">
        <p14:creationId xmlns:p14="http://schemas.microsoft.com/office/powerpoint/2010/main" val="1075806216"/>
      </p:ext>
    </p:extLst>
  </p:cSld>
  <p:clrMapOvr>
    <a:masterClrMapping/>
  </p:clrMapOvr>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1" presetClass="entr" presetSubtype="0" fill="hold" nodeType="clickEffect">
                                  <p:stCondLst>
                                    <p:cond delay="0"/>
                                  </p:stCondLst>
                                  <p:childTnLst>
                                    <p:set>
                                      <p:cBhvr>
                                        <p:cTn id="6" dur="1" fill="hold">
                                          <p:stCondLst>
                                            <p:cond delay="0"/>
                                          </p:stCondLst>
                                        </p:cTn>
                                        <p:tgtEl>
                                          <p:spTgt spid="4"/>
                                        </p:tgtEl>
                                        <p:attrNameLst>
                                          <p:attrName>style.visibility</p:attrName>
                                        </p:attrNameLst>
                                      </p:cBhvr>
                                      <p:to>
                                        <p:strVal val="visible"/>
                                      </p:to>
                                    </p:set>
                                  </p:childTnLst>
                                </p:cTn>
                              </p:par>
                            </p:childTnLst>
                          </p:cTn>
                        </p:par>
                      </p:childTnLst>
                    </p:cTn>
                  </p:par>
                  <p:par>
                    <p:cTn id="7" fill="hold">
                      <p:stCondLst>
                        <p:cond delay="indefinite"/>
                      </p:stCondLst>
                      <p:childTnLst>
                        <p:par>
                          <p:cTn id="8" fill="hold">
                            <p:stCondLst>
                              <p:cond delay="0"/>
                            </p:stCondLst>
                            <p:childTnLst>
                              <p:par>
                                <p:cTn id="9" presetID="1" presetClass="entr" presetSubtype="0" fill="hold" grpId="0" nodeType="clickEffect">
                                  <p:stCondLst>
                                    <p:cond delay="0"/>
                                  </p:stCondLst>
                                  <p:childTnLst>
                                    <p:set>
                                      <p:cBhvr>
                                        <p:cTn id="10" dur="1" fill="hold">
                                          <p:stCondLst>
                                            <p:cond delay="0"/>
                                          </p:stCondLst>
                                        </p:cTn>
                                        <p:tgtEl>
                                          <p:spTgt spid="10"/>
                                        </p:tgtEl>
                                        <p:attrNameLst>
                                          <p:attrName>style.visibility</p:attrName>
                                        </p:attrNameLst>
                                      </p:cBhvr>
                                      <p:to>
                                        <p:strVal val="visible"/>
                                      </p:to>
                                    </p:set>
                                  </p:childTnLst>
                                </p:cTn>
                              </p:par>
                              <p:par>
                                <p:cTn id="11" presetID="1" presetClass="entr" presetSubtype="0" fill="hold" grpId="0" nodeType="withEffect">
                                  <p:stCondLst>
                                    <p:cond delay="0"/>
                                  </p:stCondLst>
                                  <p:childTnLst>
                                    <p:set>
                                      <p:cBhvr>
                                        <p:cTn id="12" dur="1" fill="hold">
                                          <p:stCondLst>
                                            <p:cond delay="0"/>
                                          </p:stCondLst>
                                        </p:cTn>
                                        <p:tgtEl>
                                          <p:spTgt spid="11"/>
                                        </p:tgtEl>
                                        <p:attrNameLst>
                                          <p:attrName>style.visibility</p:attrName>
                                        </p:attrNameLst>
                                      </p:cBhvr>
                                      <p:to>
                                        <p:strVal val="visible"/>
                                      </p:to>
                                    </p:set>
                                  </p:childTnLst>
                                </p:cTn>
                              </p:par>
                            </p:childTnLst>
                          </p:cTn>
                        </p:par>
                      </p:childTnLst>
                    </p:cTn>
                  </p:par>
                </p:childTnLst>
              </p:cTn>
              <p:prevCondLst>
                <p:cond evt="onPrev" delay="0">
                  <p:tgtEl>
                    <p:sldTgt/>
                  </p:tgtEl>
                </p:cond>
              </p:prevCondLst>
              <p:nextCondLst>
                <p:cond evt="onNext" delay="0">
                  <p:tgtEl>
                    <p:sldTgt/>
                  </p:tgtEl>
                </p:cond>
              </p:nextCondLst>
            </p:seq>
          </p:childTnLst>
        </p:cTn>
      </p:par>
    </p:tnLst>
    <p:bldLst>
      <p:bldP spid="10" grpId="0"/>
      <p:bldP spid="11" grpId="0"/>
    </p:bldLst>
  </p:timing>
</p:sld>
</file>

<file path=ppt/slides/slide9.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GB" dirty="0"/>
              <a:t>Mathematical notation</a:t>
            </a:r>
          </a:p>
        </p:txBody>
      </p:sp>
      <mc:AlternateContent xmlns:mc="http://schemas.openxmlformats.org/markup-compatibility/2006" xmlns:a14="http://schemas.microsoft.com/office/drawing/2010/main">
        <mc:Choice Requires="a14">
          <p:sp>
            <p:nvSpPr>
              <p:cNvPr id="3" name="Content Placeholder 2"/>
              <p:cNvSpPr>
                <a:spLocks noGrp="1"/>
              </p:cNvSpPr>
              <p:nvPr>
                <p:ph idx="1"/>
              </p:nvPr>
            </p:nvSpPr>
            <p:spPr/>
            <p:txBody>
              <a:bodyPr/>
              <a:lstStyle/>
              <a:p>
                <a:r>
                  <a:rPr lang="en-GB" dirty="0"/>
                  <a:t>Before continuing, some notations need to be introduced</a:t>
                </a:r>
              </a:p>
              <a:p>
                <a:pPr marL="0" indent="0">
                  <a:buNone/>
                </a:pPr>
                <a:r>
                  <a:rPr lang="en-GB" dirty="0"/>
                  <a:t>Hypothesis </a:t>
                </a:r>
                <a14:m>
                  <m:oMath xmlns:m="http://schemas.openxmlformats.org/officeDocument/2006/math">
                    <m:r>
                      <a:rPr lang="en-GB" sz="3600" b="0" i="1" smtClean="0">
                        <a:latin typeface="Cambria Math"/>
                      </a:rPr>
                      <m:t>h</m:t>
                    </m:r>
                    <m:r>
                      <a:rPr lang="en-GB" sz="3600" b="0" i="1" baseline="-25000" smtClean="0">
                        <a:latin typeface="Cambria Math"/>
                      </a:rPr>
                      <m:t>θ</m:t>
                    </m:r>
                    <m:r>
                      <a:rPr lang="en-GB" sz="3600" b="0" i="1" smtClean="0">
                        <a:latin typeface="Cambria Math"/>
                      </a:rPr>
                      <m:t>(</m:t>
                    </m:r>
                    <m:r>
                      <a:rPr lang="en-GB" sz="3600" b="0" i="1" smtClean="0">
                        <a:latin typeface="Cambria Math"/>
                      </a:rPr>
                      <m:t>𝑥</m:t>
                    </m:r>
                    <m:r>
                      <a:rPr lang="en-GB" sz="3600" b="0" i="1" smtClean="0">
                        <a:latin typeface="Cambria Math"/>
                      </a:rPr>
                      <m:t>)</m:t>
                    </m:r>
                  </m:oMath>
                </a14:m>
                <a:r>
                  <a:rPr lang="en-GB" dirty="0"/>
                  <a:t>, where θ denotes the parameters, which can be tuned to find the best solution for the hypothesis. </a:t>
                </a:r>
                <a14:m>
                  <m:oMath xmlns:m="http://schemas.openxmlformats.org/officeDocument/2006/math">
                    <m:r>
                      <a:rPr lang="en-GB" i="1">
                        <a:latin typeface="Cambria Math"/>
                      </a:rPr>
                      <m:t>𝑥</m:t>
                    </m:r>
                  </m:oMath>
                </a14:m>
                <a:r>
                  <a:rPr lang="en-GB" dirty="0"/>
                  <a:t> is the input variable (features) of the hypothesis. </a:t>
                </a:r>
              </a:p>
              <a:p>
                <a:pPr marL="0" indent="0">
                  <a:buNone/>
                </a:pPr>
                <a:endParaRPr lang="en-GB" dirty="0"/>
              </a:p>
              <a:p>
                <a:pPr marL="0" indent="0">
                  <a:buNone/>
                </a:pPr>
                <a:endParaRPr lang="en-GB" dirty="0"/>
              </a:p>
              <a:p>
                <a:pPr marL="0" indent="0">
                  <a:buNone/>
                </a:pPr>
                <a:endParaRPr lang="en-GB" dirty="0"/>
              </a:p>
              <a:p>
                <a:pPr marL="0" indent="0">
                  <a:buNone/>
                </a:pPr>
                <a:r>
                  <a:rPr lang="en-GB" dirty="0"/>
                  <a:t>Linear Hypothesis: </a:t>
                </a:r>
              </a:p>
            </p:txBody>
          </p:sp>
        </mc:Choice>
        <mc:Fallback xmlns="">
          <p:sp>
            <p:nvSpPr>
              <p:cNvPr id="3" name="Content Placeholder 2"/>
              <p:cNvSpPr>
                <a:spLocks noGrp="1" noRot="1" noChangeAspect="1" noMove="1" noResize="1" noEditPoints="1" noAdjustHandles="1" noChangeArrowheads="1" noChangeShapeType="1" noTextEdit="1"/>
              </p:cNvSpPr>
              <p:nvPr>
                <p:ph idx="1"/>
              </p:nvPr>
            </p:nvSpPr>
            <p:spPr>
              <a:blipFill rotWithShape="1">
                <a:blip r:embed="rId3"/>
                <a:stretch>
                  <a:fillRect l="-1455" t="-1665" r="-1455"/>
                </a:stretch>
              </a:blipFill>
            </p:spPr>
            <p:txBody>
              <a:bodyPr/>
              <a:lstStyle/>
              <a:p>
                <a:r>
                  <a:rPr lang="en-GB">
                    <a:noFill/>
                  </a:rPr>
                  <a:t> </a:t>
                </a:r>
              </a:p>
            </p:txBody>
          </p:sp>
        </mc:Fallback>
      </mc:AlternateContent>
      <p:sp>
        <p:nvSpPr>
          <p:cNvPr id="4" name="Rounded Rectangle 3"/>
          <p:cNvSpPr/>
          <p:nvPr/>
        </p:nvSpPr>
        <p:spPr>
          <a:xfrm>
            <a:off x="4600575" y="3927475"/>
            <a:ext cx="762000" cy="781050"/>
          </a:xfrm>
          <a:prstGeom prst="roundRect">
            <a:avLst/>
          </a:prstGeom>
          <a:noFill/>
          <a:ln>
            <a:solidFill>
              <a:schemeClr val="tx2">
                <a:lumMod val="50000"/>
              </a:schemeClr>
            </a:solidFill>
          </a:ln>
        </p:spPr>
        <p:style>
          <a:lnRef idx="2">
            <a:schemeClr val="accent1">
              <a:shade val="50000"/>
            </a:schemeClr>
          </a:lnRef>
          <a:fillRef idx="1">
            <a:schemeClr val="accent1"/>
          </a:fillRef>
          <a:effectRef idx="0">
            <a:schemeClr val="accent1"/>
          </a:effectRef>
          <a:fontRef idx="minor">
            <a:schemeClr val="lt1"/>
          </a:fontRef>
        </p:style>
        <p:txBody>
          <a:bodyPr anchor="ctr"/>
          <a:lstStyle/>
          <a:p>
            <a:pPr algn="ctr">
              <a:defRPr/>
            </a:pPr>
            <a:r>
              <a:rPr lang="en-US" sz="2400" i="1" dirty="0">
                <a:solidFill>
                  <a:schemeClr val="tx1"/>
                </a:solidFill>
              </a:rPr>
              <a:t>h</a:t>
            </a:r>
          </a:p>
        </p:txBody>
      </p:sp>
      <mc:AlternateContent xmlns:mc="http://schemas.openxmlformats.org/markup-compatibility/2006" xmlns:a14="http://schemas.microsoft.com/office/drawing/2010/main">
        <mc:Choice Requires="a14">
          <p:sp>
            <p:nvSpPr>
              <p:cNvPr id="5" name="TextBox 4"/>
              <p:cNvSpPr txBox="1">
                <a:spLocks noChangeArrowheads="1"/>
              </p:cNvSpPr>
              <p:nvPr/>
            </p:nvSpPr>
            <p:spPr bwMode="auto">
              <a:xfrm>
                <a:off x="2667000" y="3886200"/>
                <a:ext cx="1143000" cy="1200329"/>
              </a:xfrm>
              <a:prstGeom prst="rect">
                <a:avLst/>
              </a:prstGeom>
              <a:noFill/>
              <a:ln>
                <a:noFill/>
              </a:ln>
              <a:extLst>
                <a:ext uri="{909E8E84-426E-40DD-AFC4-6F175D3DCCD1}">
                  <a14:hiddenFill>
                    <a:solidFill>
                      <a:srgbClr val="FFFFFF"/>
                    </a:solidFill>
                  </a14:hiddenFill>
                </a:ext>
                <a:ext uri="{91240B29-F687-4F45-9708-019B960494DF}">
                  <a14:hiddenLine w="9525">
                    <a:solidFill>
                      <a:srgbClr val="000000"/>
                    </a:solidFill>
                    <a:miter lim="800000"/>
                    <a:headEnd/>
                    <a:tailEnd/>
                  </a14:hiddenLine>
                </a:ext>
              </a:extLst>
            </p:spPr>
            <p:txBody>
              <a:bodyPr>
                <a:spAutoFit/>
              </a:bodyPr>
              <a:lstStyle>
                <a:lvl1pPr eaLnBrk="0" hangingPunct="0">
                  <a:defRPr sz="2400">
                    <a:solidFill>
                      <a:schemeClr val="tx1"/>
                    </a:solidFill>
                    <a:latin typeface="Arial" charset="0"/>
                    <a:ea typeface="ＭＳ Ｐゴシック" charset="-128"/>
                  </a:defRPr>
                </a:lvl1pPr>
                <a:lvl2pPr marL="37931725" indent="-37474525" eaLnBrk="0" hangingPunct="0">
                  <a:defRPr sz="2400">
                    <a:solidFill>
                      <a:schemeClr val="tx1"/>
                    </a:solidFill>
                    <a:latin typeface="Arial" charset="0"/>
                    <a:ea typeface="ＭＳ Ｐゴシック" charset="-128"/>
                  </a:defRPr>
                </a:lvl2pPr>
                <a:lvl3pPr eaLnBrk="0" hangingPunct="0">
                  <a:defRPr sz="2400">
                    <a:solidFill>
                      <a:schemeClr val="tx1"/>
                    </a:solidFill>
                    <a:latin typeface="Arial" charset="0"/>
                    <a:ea typeface="ＭＳ Ｐゴシック" charset="-128"/>
                  </a:defRPr>
                </a:lvl3pPr>
                <a:lvl4pPr eaLnBrk="0" hangingPunct="0">
                  <a:defRPr sz="2400">
                    <a:solidFill>
                      <a:schemeClr val="tx1"/>
                    </a:solidFill>
                    <a:latin typeface="Arial" charset="0"/>
                    <a:ea typeface="ＭＳ Ｐゴシック" charset="-128"/>
                  </a:defRPr>
                </a:lvl4pPr>
                <a:lvl5pPr eaLnBrk="0" hangingPunct="0">
                  <a:defRPr sz="2400">
                    <a:solidFill>
                      <a:schemeClr val="tx1"/>
                    </a:solidFill>
                    <a:latin typeface="Arial" charset="0"/>
                    <a:ea typeface="ＭＳ Ｐゴシック" charset="-128"/>
                  </a:defRPr>
                </a:lvl5pPr>
                <a:lvl6pPr marL="457200" eaLnBrk="0" fontAlgn="base" hangingPunct="0">
                  <a:spcBef>
                    <a:spcPct val="0"/>
                  </a:spcBef>
                  <a:spcAft>
                    <a:spcPct val="0"/>
                  </a:spcAft>
                  <a:defRPr sz="2400">
                    <a:solidFill>
                      <a:schemeClr val="tx1"/>
                    </a:solidFill>
                    <a:latin typeface="Arial" charset="0"/>
                    <a:ea typeface="ＭＳ Ｐゴシック" charset="-128"/>
                  </a:defRPr>
                </a:lvl6pPr>
                <a:lvl7pPr marL="914400" eaLnBrk="0" fontAlgn="base" hangingPunct="0">
                  <a:spcBef>
                    <a:spcPct val="0"/>
                  </a:spcBef>
                  <a:spcAft>
                    <a:spcPct val="0"/>
                  </a:spcAft>
                  <a:defRPr sz="2400">
                    <a:solidFill>
                      <a:schemeClr val="tx1"/>
                    </a:solidFill>
                    <a:latin typeface="Arial" charset="0"/>
                    <a:ea typeface="ＭＳ Ｐゴシック" charset="-128"/>
                  </a:defRPr>
                </a:lvl7pPr>
                <a:lvl8pPr marL="1371600" eaLnBrk="0" fontAlgn="base" hangingPunct="0">
                  <a:spcBef>
                    <a:spcPct val="0"/>
                  </a:spcBef>
                  <a:spcAft>
                    <a:spcPct val="0"/>
                  </a:spcAft>
                  <a:defRPr sz="2400">
                    <a:solidFill>
                      <a:schemeClr val="tx1"/>
                    </a:solidFill>
                    <a:latin typeface="Arial" charset="0"/>
                    <a:ea typeface="ＭＳ Ｐゴシック" charset="-128"/>
                  </a:defRPr>
                </a:lvl8pPr>
                <a:lvl9pPr marL="1828800" eaLnBrk="0" fontAlgn="base" hangingPunct="0">
                  <a:spcBef>
                    <a:spcPct val="0"/>
                  </a:spcBef>
                  <a:spcAft>
                    <a:spcPct val="0"/>
                  </a:spcAft>
                  <a:defRPr sz="2400">
                    <a:solidFill>
                      <a:schemeClr val="tx1"/>
                    </a:solidFill>
                    <a:latin typeface="Arial" charset="0"/>
                    <a:ea typeface="ＭＳ Ｐゴシック" charset="-128"/>
                  </a:defRPr>
                </a:lvl9pPr>
              </a:lstStyle>
              <a:p>
                <a:pPr algn="ctr" eaLnBrk="1" hangingPunct="1"/>
                <a:r>
                  <a:rPr lang="en-US" altLang="en-US" dirty="0"/>
                  <a:t>Size of house</a:t>
                </a:r>
              </a:p>
              <a:p>
                <a:pPr algn="ctr" eaLnBrk="1" hangingPunct="1"/>
                <a:r>
                  <a:rPr lang="en-US" altLang="en-US" dirty="0"/>
                  <a:t>(</a:t>
                </a:r>
                <a14:m>
                  <m:oMath xmlns:m="http://schemas.openxmlformats.org/officeDocument/2006/math">
                    <m:r>
                      <a:rPr lang="en-GB" i="1">
                        <a:latin typeface="Cambria Math"/>
                      </a:rPr>
                      <m:t>𝑥</m:t>
                    </m:r>
                  </m:oMath>
                </a14:m>
                <a:r>
                  <a:rPr lang="en-US" altLang="en-US" dirty="0"/>
                  <a:t>)</a:t>
                </a:r>
              </a:p>
            </p:txBody>
          </p:sp>
        </mc:Choice>
        <mc:Fallback xmlns="">
          <p:sp>
            <p:nvSpPr>
              <p:cNvPr id="5" name="TextBox 4"/>
              <p:cNvSpPr txBox="1">
                <a:spLocks noRot="1" noChangeAspect="1" noMove="1" noResize="1" noEditPoints="1" noAdjustHandles="1" noChangeArrowheads="1" noChangeShapeType="1" noTextEdit="1"/>
              </p:cNvSpPr>
              <p:nvPr/>
            </p:nvSpPr>
            <p:spPr bwMode="auto">
              <a:xfrm>
                <a:off x="2667000" y="3886200"/>
                <a:ext cx="1143000" cy="1200329"/>
              </a:xfrm>
              <a:prstGeom prst="rect">
                <a:avLst/>
              </a:prstGeom>
              <a:blipFill rotWithShape="1">
                <a:blip r:embed="rId4"/>
                <a:stretch>
                  <a:fillRect l="-7487" t="-3571" r="-14439" b="-11224"/>
                </a:stretch>
              </a:blip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a:lstStyle/>
              <a:p>
                <a:r>
                  <a:rPr lang="en-GB">
                    <a:noFill/>
                  </a:rPr>
                  <a:t> </a:t>
                </a:r>
              </a:p>
            </p:txBody>
          </p:sp>
        </mc:Fallback>
      </mc:AlternateContent>
      <p:sp>
        <p:nvSpPr>
          <p:cNvPr id="6" name="TextBox 5"/>
          <p:cNvSpPr txBox="1">
            <a:spLocks noChangeArrowheads="1"/>
          </p:cNvSpPr>
          <p:nvPr/>
        </p:nvSpPr>
        <p:spPr bwMode="auto">
          <a:xfrm>
            <a:off x="6019800" y="3886200"/>
            <a:ext cx="1447800" cy="831850"/>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a:spAutoFit/>
          </a:bodyPr>
          <a:lstStyle>
            <a:lvl1pPr eaLnBrk="0" hangingPunct="0">
              <a:defRPr sz="2400">
                <a:solidFill>
                  <a:schemeClr val="tx1"/>
                </a:solidFill>
                <a:latin typeface="Arial" charset="0"/>
                <a:ea typeface="ＭＳ Ｐゴシック" charset="-128"/>
              </a:defRPr>
            </a:lvl1pPr>
            <a:lvl2pPr marL="37931725" indent="-37474525" eaLnBrk="0" hangingPunct="0">
              <a:defRPr sz="2400">
                <a:solidFill>
                  <a:schemeClr val="tx1"/>
                </a:solidFill>
                <a:latin typeface="Arial" charset="0"/>
                <a:ea typeface="ＭＳ Ｐゴシック" charset="-128"/>
              </a:defRPr>
            </a:lvl2pPr>
            <a:lvl3pPr eaLnBrk="0" hangingPunct="0">
              <a:defRPr sz="2400">
                <a:solidFill>
                  <a:schemeClr val="tx1"/>
                </a:solidFill>
                <a:latin typeface="Arial" charset="0"/>
                <a:ea typeface="ＭＳ Ｐゴシック" charset="-128"/>
              </a:defRPr>
            </a:lvl3pPr>
            <a:lvl4pPr eaLnBrk="0" hangingPunct="0">
              <a:defRPr sz="2400">
                <a:solidFill>
                  <a:schemeClr val="tx1"/>
                </a:solidFill>
                <a:latin typeface="Arial" charset="0"/>
                <a:ea typeface="ＭＳ Ｐゴシック" charset="-128"/>
              </a:defRPr>
            </a:lvl4pPr>
            <a:lvl5pPr eaLnBrk="0" hangingPunct="0">
              <a:defRPr sz="2400">
                <a:solidFill>
                  <a:schemeClr val="tx1"/>
                </a:solidFill>
                <a:latin typeface="Arial" charset="0"/>
                <a:ea typeface="ＭＳ Ｐゴシック" charset="-128"/>
              </a:defRPr>
            </a:lvl5pPr>
            <a:lvl6pPr marL="457200" eaLnBrk="0" fontAlgn="base" hangingPunct="0">
              <a:spcBef>
                <a:spcPct val="0"/>
              </a:spcBef>
              <a:spcAft>
                <a:spcPct val="0"/>
              </a:spcAft>
              <a:defRPr sz="2400">
                <a:solidFill>
                  <a:schemeClr val="tx1"/>
                </a:solidFill>
                <a:latin typeface="Arial" charset="0"/>
                <a:ea typeface="ＭＳ Ｐゴシック" charset="-128"/>
              </a:defRPr>
            </a:lvl6pPr>
            <a:lvl7pPr marL="914400" eaLnBrk="0" fontAlgn="base" hangingPunct="0">
              <a:spcBef>
                <a:spcPct val="0"/>
              </a:spcBef>
              <a:spcAft>
                <a:spcPct val="0"/>
              </a:spcAft>
              <a:defRPr sz="2400">
                <a:solidFill>
                  <a:schemeClr val="tx1"/>
                </a:solidFill>
                <a:latin typeface="Arial" charset="0"/>
                <a:ea typeface="ＭＳ Ｐゴシック" charset="-128"/>
              </a:defRPr>
            </a:lvl7pPr>
            <a:lvl8pPr marL="1371600" eaLnBrk="0" fontAlgn="base" hangingPunct="0">
              <a:spcBef>
                <a:spcPct val="0"/>
              </a:spcBef>
              <a:spcAft>
                <a:spcPct val="0"/>
              </a:spcAft>
              <a:defRPr sz="2400">
                <a:solidFill>
                  <a:schemeClr val="tx1"/>
                </a:solidFill>
                <a:latin typeface="Arial" charset="0"/>
                <a:ea typeface="ＭＳ Ｐゴシック" charset="-128"/>
              </a:defRPr>
            </a:lvl8pPr>
            <a:lvl9pPr marL="1828800" eaLnBrk="0" fontAlgn="base" hangingPunct="0">
              <a:spcBef>
                <a:spcPct val="0"/>
              </a:spcBef>
              <a:spcAft>
                <a:spcPct val="0"/>
              </a:spcAft>
              <a:defRPr sz="2400">
                <a:solidFill>
                  <a:schemeClr val="tx1"/>
                </a:solidFill>
                <a:latin typeface="Arial" charset="0"/>
                <a:ea typeface="ＭＳ Ｐゴシック" charset="-128"/>
              </a:defRPr>
            </a:lvl9pPr>
          </a:lstStyle>
          <a:p>
            <a:pPr algn="ctr" eaLnBrk="1" hangingPunct="1"/>
            <a:r>
              <a:rPr lang="en-US" altLang="en-US" dirty="0"/>
              <a:t>Estimate price</a:t>
            </a:r>
          </a:p>
        </p:txBody>
      </p:sp>
      <p:cxnSp>
        <p:nvCxnSpPr>
          <p:cNvPr id="7" name="Straight Arrow Connector 6"/>
          <p:cNvCxnSpPr>
            <a:endCxn id="4" idx="1"/>
          </p:cNvCxnSpPr>
          <p:nvPr/>
        </p:nvCxnSpPr>
        <p:spPr>
          <a:xfrm>
            <a:off x="3810000" y="4318000"/>
            <a:ext cx="790575" cy="0"/>
          </a:xfrm>
          <a:prstGeom prst="straightConnector1">
            <a:avLst/>
          </a:prstGeom>
          <a:ln w="57150">
            <a:solidFill>
              <a:schemeClr val="tx2">
                <a:lumMod val="50000"/>
              </a:schemeClr>
            </a:solidFill>
            <a:tailEnd type="stealth" w="lg" len="lg"/>
          </a:ln>
        </p:spPr>
        <p:style>
          <a:lnRef idx="1">
            <a:schemeClr val="accent1"/>
          </a:lnRef>
          <a:fillRef idx="0">
            <a:schemeClr val="accent1"/>
          </a:fillRef>
          <a:effectRef idx="0">
            <a:schemeClr val="accent1"/>
          </a:effectRef>
          <a:fontRef idx="minor">
            <a:schemeClr val="tx1"/>
          </a:fontRef>
        </p:style>
      </p:cxnSp>
      <p:cxnSp>
        <p:nvCxnSpPr>
          <p:cNvPr id="8" name="Straight Arrow Connector 7"/>
          <p:cNvCxnSpPr>
            <a:stCxn id="4" idx="3"/>
          </p:cNvCxnSpPr>
          <p:nvPr/>
        </p:nvCxnSpPr>
        <p:spPr>
          <a:xfrm>
            <a:off x="5362575" y="4318000"/>
            <a:ext cx="733425" cy="0"/>
          </a:xfrm>
          <a:prstGeom prst="straightConnector1">
            <a:avLst/>
          </a:prstGeom>
          <a:ln w="57150">
            <a:solidFill>
              <a:schemeClr val="tx2">
                <a:lumMod val="50000"/>
              </a:schemeClr>
            </a:solidFill>
            <a:tailEnd type="stealth" w="lg" len="lg"/>
          </a:ln>
        </p:spPr>
        <p:style>
          <a:lnRef idx="1">
            <a:schemeClr val="accent1"/>
          </a:lnRef>
          <a:fillRef idx="0">
            <a:schemeClr val="accent1"/>
          </a:fillRef>
          <a:effectRef idx="0">
            <a:schemeClr val="accent1"/>
          </a:effectRef>
          <a:fontRef idx="minor">
            <a:schemeClr val="tx1"/>
          </a:fontRef>
        </p:style>
      </p:cxnSp>
      <p:pic>
        <p:nvPicPr>
          <p:cNvPr id="9" name="Picture 10"/>
          <p:cNvPicPr>
            <a:picLocks noChangeAspect="1"/>
          </p:cNvPicPr>
          <p:nvPr>
            <p:custDataLst>
              <p:tags r:id="rId1"/>
            </p:custDataLst>
          </p:nvPr>
        </p:nvPicPr>
        <p:blipFill>
          <a:blip r:embed="rId5" cstate="print">
            <a:extLst>
              <a:ext uri="{28A0092B-C50C-407E-A947-70E740481C1C}">
                <a14:useLocalDpi xmlns:a14="http://schemas.microsoft.com/office/drawing/2010/main" val="0"/>
              </a:ext>
            </a:extLst>
          </a:blip>
          <a:srcRect/>
          <a:stretch>
            <a:fillRect/>
          </a:stretch>
        </p:blipFill>
        <p:spPr bwMode="auto">
          <a:xfrm>
            <a:off x="4800600" y="5638801"/>
            <a:ext cx="2743200" cy="441508"/>
          </a:xfrm>
          <a:prstGeom prst="rect">
            <a:avLst/>
          </a:prstGeom>
          <a:solidFill>
            <a:srgbClr val="CCFFCC"/>
          </a:solidFill>
          <a:ln>
            <a:noFill/>
          </a:ln>
          <a:extLst>
            <a:ext uri="{91240B29-F687-4F45-9708-019B960494DF}">
              <a14:hiddenLine xmlns:a14="http://schemas.microsoft.com/office/drawing/2010/main" w="9525">
                <a:solidFill>
                  <a:srgbClr val="000000"/>
                </a:solidFill>
                <a:miter lim="800000"/>
                <a:headEnd/>
                <a:tailEnd/>
              </a14:hiddenLine>
            </a:ext>
          </a:extLst>
        </p:spPr>
      </p:pic>
    </p:spTree>
    <p:extLst>
      <p:ext uri="{BB962C8B-B14F-4D97-AF65-F5344CB8AC3E}">
        <p14:creationId xmlns:p14="http://schemas.microsoft.com/office/powerpoint/2010/main" val="2486648932"/>
      </p:ext>
    </p:extLst>
  </p:cSld>
  <p:clrMapOvr>
    <a:masterClrMapping/>
  </p:clrMapOvr>
  <p:timing>
    <p:tnLst>
      <p:par>
        <p:cTn id="1" dur="indefinite" restart="never" nodeType="tmRoot">
          <p:childTnLst>
            <p:seq concurrent="1" nextAc="seek">
              <p:cTn id="2" dur="indefinite" nodeType="mainSeq">
                <p:childTnLst>
                  <p:par>
                    <p:cTn id="3" fill="hold">
                      <p:stCondLst>
                        <p:cond delay="indefinite"/>
                        <p:cond evt="onBegin" delay="0">
                          <p:tn val="2"/>
                        </p:cond>
                      </p:stCondLst>
                      <p:childTnLst>
                        <p:par>
                          <p:cTn id="4" fill="hold">
                            <p:stCondLst>
                              <p:cond delay="0"/>
                            </p:stCondLst>
                            <p:childTnLst>
                              <p:par>
                                <p:cTn id="5" presetID="1" presetClass="entr" presetSubtype="0" fill="hold" grpId="0" nodeType="withEffect">
                                  <p:stCondLst>
                                    <p:cond delay="0"/>
                                  </p:stCondLst>
                                  <p:childTnLst>
                                    <p:set>
                                      <p:cBhvr>
                                        <p:cTn id="6" dur="1" fill="hold">
                                          <p:stCondLst>
                                            <p:cond delay="0"/>
                                          </p:stCondLst>
                                        </p:cTn>
                                        <p:tgtEl>
                                          <p:spTgt spid="4"/>
                                        </p:tgtEl>
                                        <p:attrNameLst>
                                          <p:attrName>style.visibility</p:attrName>
                                        </p:attrNameLst>
                                      </p:cBhvr>
                                      <p:to>
                                        <p:strVal val="visible"/>
                                      </p:to>
                                    </p:set>
                                  </p:childTnLst>
                                </p:cTn>
                              </p:par>
                            </p:childTnLst>
                          </p:cTn>
                        </p:par>
                      </p:childTnLst>
                    </p:cTn>
                  </p:par>
                  <p:par>
                    <p:cTn id="7" fill="hold">
                      <p:stCondLst>
                        <p:cond delay="indefinite"/>
                      </p:stCondLst>
                      <p:childTnLst>
                        <p:par>
                          <p:cTn id="8" fill="hold">
                            <p:stCondLst>
                              <p:cond delay="0"/>
                            </p:stCondLst>
                            <p:childTnLst>
                              <p:par>
                                <p:cTn id="9" presetID="1" presetClass="entr" presetSubtype="0" fill="hold" grpId="0" nodeType="clickEffect">
                                  <p:stCondLst>
                                    <p:cond delay="0"/>
                                  </p:stCondLst>
                                  <p:childTnLst>
                                    <p:set>
                                      <p:cBhvr>
                                        <p:cTn id="10" dur="1" fill="hold">
                                          <p:stCondLst>
                                            <p:cond delay="0"/>
                                          </p:stCondLst>
                                        </p:cTn>
                                        <p:tgtEl>
                                          <p:spTgt spid="5"/>
                                        </p:tgtEl>
                                        <p:attrNameLst>
                                          <p:attrName>style.visibility</p:attrName>
                                        </p:attrNameLst>
                                      </p:cBhvr>
                                      <p:to>
                                        <p:strVal val="visible"/>
                                      </p:to>
                                    </p:set>
                                  </p:childTnLst>
                                </p:cTn>
                              </p:par>
                              <p:par>
                                <p:cTn id="11" presetID="1" presetClass="entr" presetSubtype="0" fill="hold" nodeType="withEffect">
                                  <p:stCondLst>
                                    <p:cond delay="0"/>
                                  </p:stCondLst>
                                  <p:childTnLst>
                                    <p:set>
                                      <p:cBhvr>
                                        <p:cTn id="12" dur="1" fill="hold">
                                          <p:stCondLst>
                                            <p:cond delay="0"/>
                                          </p:stCondLst>
                                        </p:cTn>
                                        <p:tgtEl>
                                          <p:spTgt spid="7"/>
                                        </p:tgtEl>
                                        <p:attrNameLst>
                                          <p:attrName>style.visibility</p:attrName>
                                        </p:attrNameLst>
                                      </p:cBhvr>
                                      <p:to>
                                        <p:strVal val="visible"/>
                                      </p:to>
                                    </p:set>
                                  </p:childTnLst>
                                </p:cTn>
                              </p:par>
                              <p:par>
                                <p:cTn id="13" presetID="1" presetClass="entr" presetSubtype="0" fill="hold" nodeType="withEffect">
                                  <p:stCondLst>
                                    <p:cond delay="0"/>
                                  </p:stCondLst>
                                  <p:childTnLst>
                                    <p:set>
                                      <p:cBhvr>
                                        <p:cTn id="14" dur="1" fill="hold">
                                          <p:stCondLst>
                                            <p:cond delay="0"/>
                                          </p:stCondLst>
                                        </p:cTn>
                                        <p:tgtEl>
                                          <p:spTgt spid="8"/>
                                        </p:tgtEl>
                                        <p:attrNameLst>
                                          <p:attrName>style.visibility</p:attrName>
                                        </p:attrNameLst>
                                      </p:cBhvr>
                                      <p:to>
                                        <p:strVal val="visible"/>
                                      </p:to>
                                    </p:set>
                                  </p:childTnLst>
                                </p:cTn>
                              </p:par>
                              <p:par>
                                <p:cTn id="15" presetID="1" presetClass="entr" presetSubtype="0" fill="hold" grpId="0" nodeType="withEffect">
                                  <p:stCondLst>
                                    <p:cond delay="0"/>
                                  </p:stCondLst>
                                  <p:childTnLst>
                                    <p:set>
                                      <p:cBhvr>
                                        <p:cTn id="16" dur="1" fill="hold">
                                          <p:stCondLst>
                                            <p:cond delay="0"/>
                                          </p:stCondLst>
                                        </p:cTn>
                                        <p:tgtEl>
                                          <p:spTgt spid="6"/>
                                        </p:tgtEl>
                                        <p:attrNameLst>
                                          <p:attrName>style.visibility</p:attrName>
                                        </p:attrNameLst>
                                      </p:cBhvr>
                                      <p:to>
                                        <p:strVal val="visible"/>
                                      </p:to>
                                    </p:set>
                                  </p:childTnLst>
                                </p:cTn>
                              </p:par>
                            </p:childTnLst>
                          </p:cTn>
                        </p:par>
                      </p:childTnLst>
                    </p:cTn>
                  </p:par>
                </p:childTnLst>
              </p:cTn>
              <p:prevCondLst>
                <p:cond evt="onPrev" delay="0">
                  <p:tgtEl>
                    <p:sldTgt/>
                  </p:tgtEl>
                </p:cond>
              </p:prevCondLst>
              <p:nextCondLst>
                <p:cond evt="onNext" delay="0">
                  <p:tgtEl>
                    <p:sldTgt/>
                  </p:tgtEl>
                </p:cond>
              </p:nextCondLst>
            </p:seq>
          </p:childTnLst>
        </p:cTn>
      </p:par>
    </p:tnLst>
    <p:bldLst>
      <p:bldP spid="4" grpId="0" animBg="1"/>
      <p:bldP spid="5" grpId="0"/>
      <p:bldP spid="6" grpId="0"/>
    </p:bldLst>
  </p:timing>
</p:sld>
</file>

<file path=ppt/slides/slide10.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GB" dirty="0"/>
              <a:t>Mathematical notation</a:t>
            </a:r>
          </a:p>
        </p:txBody>
      </p:sp>
      <mc:AlternateContent xmlns:mc="http://schemas.openxmlformats.org/markup-compatibility/2006" xmlns:a14="http://schemas.microsoft.com/office/drawing/2010/main">
        <mc:Choice Requires="a14">
          <p:sp>
            <p:nvSpPr>
              <p:cNvPr id="3" name="Content Placeholder 2"/>
              <p:cNvSpPr>
                <a:spLocks noGrp="1"/>
              </p:cNvSpPr>
              <p:nvPr>
                <p:ph idx="1"/>
              </p:nvPr>
            </p:nvSpPr>
            <p:spPr>
              <a:xfrm>
                <a:off x="1600200" y="1524000"/>
                <a:ext cx="7145082" cy="4876800"/>
              </a:xfrm>
            </p:spPr>
            <p:txBody>
              <a:bodyPr/>
              <a:lstStyle/>
              <a:p>
                <a:r>
                  <a:rPr lang="en-GB" dirty="0"/>
                  <a:t>Some texts use a simplified notation:</a:t>
                </a:r>
              </a:p>
              <a:p>
                <a:endParaRPr lang="en-GB" dirty="0"/>
              </a:p>
              <a:p>
                <a:pPr marL="0" indent="0">
                  <a:buNone/>
                </a:pPr>
                <a14:m>
                  <m:oMathPara xmlns:m="http://schemas.openxmlformats.org/officeDocument/2006/math">
                    <m:oMathParaPr>
                      <m:jc m:val="center"/>
                    </m:oMathParaPr>
                    <m:oMath xmlns:m="http://schemas.openxmlformats.org/officeDocument/2006/math">
                      <m:r>
                        <a:rPr lang="en-GB" b="0" i="1" smtClean="0">
                          <a:latin typeface="Cambria Math"/>
                        </a:rPr>
                        <m:t>𝑦</m:t>
                      </m:r>
                      <m:r>
                        <a:rPr lang="en-GB" b="0" i="1" smtClean="0">
                          <a:latin typeface="Cambria Math"/>
                        </a:rPr>
                        <m:t>=</m:t>
                      </m:r>
                      <m:r>
                        <m:rPr>
                          <m:sty m:val="p"/>
                        </m:rPr>
                        <a:rPr lang="el-GR" b="0" i="1" smtClean="0">
                          <a:latin typeface="Cambria Math"/>
                        </a:rPr>
                        <m:t>β</m:t>
                      </m:r>
                      <m:r>
                        <a:rPr lang="en-GB" b="0" i="1" baseline="-25000" smtClean="0">
                          <a:latin typeface="Cambria Math"/>
                        </a:rPr>
                        <m:t>0</m:t>
                      </m:r>
                      <m:r>
                        <a:rPr lang="en-GB" b="0" i="1" smtClean="0">
                          <a:latin typeface="Cambria Math"/>
                        </a:rPr>
                        <m:t>+</m:t>
                      </m:r>
                      <m:r>
                        <m:rPr>
                          <m:sty m:val="p"/>
                        </m:rPr>
                        <a:rPr lang="el-GR" b="0" i="1" smtClean="0">
                          <a:latin typeface="Cambria Math"/>
                        </a:rPr>
                        <m:t>β</m:t>
                      </m:r>
                      <m:r>
                        <a:rPr lang="en-GB" b="0" i="1" baseline="-25000" smtClean="0">
                          <a:latin typeface="Cambria Math"/>
                        </a:rPr>
                        <m:t>1</m:t>
                      </m:r>
                      <m:r>
                        <a:rPr lang="en-GB" b="0" i="1" smtClean="0">
                          <a:latin typeface="Cambria Math"/>
                        </a:rPr>
                        <m:t>𝑥</m:t>
                      </m:r>
                    </m:oMath>
                  </m:oMathPara>
                </a14:m>
                <a:endParaRPr lang="en-GB" dirty="0"/>
              </a:p>
              <a:p>
                <a:pPr marL="0" indent="0">
                  <a:buNone/>
                </a:pPr>
                <a:r>
                  <a:rPr lang="en-GB" dirty="0"/>
                  <a:t>They also write the predicted output as </a:t>
                </a:r>
                <a:r>
                  <a:rPr lang="cy-GB" b="1" dirty="0"/>
                  <a:t>ŷ </a:t>
                </a:r>
                <a:r>
                  <a:rPr lang="cy-GB" dirty="0"/>
                  <a:t>instead of </a:t>
                </a:r>
                <a14:m>
                  <m:oMath xmlns:m="http://schemas.openxmlformats.org/officeDocument/2006/math">
                    <m:r>
                      <a:rPr lang="en-GB" b="1" i="1">
                        <a:latin typeface="Cambria Math"/>
                      </a:rPr>
                      <m:t>𝒉</m:t>
                    </m:r>
                    <m:r>
                      <a:rPr lang="en-GB" b="1" i="1" baseline="-25000">
                        <a:latin typeface="Cambria Math"/>
                      </a:rPr>
                      <m:t>θ</m:t>
                    </m:r>
                    <m:r>
                      <a:rPr lang="en-GB" b="1" i="1">
                        <a:latin typeface="Cambria Math"/>
                      </a:rPr>
                      <m:t>(</m:t>
                    </m:r>
                    <m:r>
                      <a:rPr lang="en-GB" b="1" i="1">
                        <a:latin typeface="Cambria Math"/>
                      </a:rPr>
                      <m:t>𝒙</m:t>
                    </m:r>
                    <m:r>
                      <a:rPr lang="en-GB" b="1" i="1">
                        <a:latin typeface="Cambria Math"/>
                      </a:rPr>
                      <m:t>)</m:t>
                    </m:r>
                  </m:oMath>
                </a14:m>
                <a:r>
                  <a:rPr lang="en-GB" b="1" dirty="0"/>
                  <a:t> </a:t>
                </a:r>
              </a:p>
            </p:txBody>
          </p:sp>
        </mc:Choice>
        <mc:Fallback xmlns="">
          <p:sp>
            <p:nvSpPr>
              <p:cNvPr id="3" name="Content Placeholder 2"/>
              <p:cNvSpPr>
                <a:spLocks noGrp="1" noRot="1" noChangeAspect="1" noMove="1" noResize="1" noEditPoints="1" noAdjustHandles="1" noChangeArrowheads="1" noChangeShapeType="1" noTextEdit="1"/>
              </p:cNvSpPr>
              <p:nvPr>
                <p:ph idx="1"/>
              </p:nvPr>
            </p:nvSpPr>
            <p:spPr>
              <a:xfrm>
                <a:off x="1600200" y="1524000"/>
                <a:ext cx="7145082" cy="4876800"/>
              </a:xfrm>
              <a:blipFill rotWithShape="1">
                <a:blip r:embed="rId2"/>
                <a:stretch>
                  <a:fillRect l="-1365" t="-1625"/>
                </a:stretch>
              </a:blipFill>
            </p:spPr>
            <p:txBody>
              <a:bodyPr/>
              <a:lstStyle/>
              <a:p>
                <a:r>
                  <a:rPr lang="en-GB">
                    <a:noFill/>
                  </a:rPr>
                  <a:t> </a:t>
                </a:r>
              </a:p>
            </p:txBody>
          </p:sp>
        </mc:Fallback>
      </mc:AlternateContent>
      <p:graphicFrame>
        <p:nvGraphicFramePr>
          <p:cNvPr id="4" name="Table 3"/>
          <p:cNvGraphicFramePr>
            <a:graphicFrameLocks noGrp="1"/>
          </p:cNvGraphicFramePr>
          <p:nvPr>
            <p:extLst>
              <p:ext uri="{D42A27DB-BD31-4B8C-83A1-F6EECF244321}">
                <p14:modId xmlns:p14="http://schemas.microsoft.com/office/powerpoint/2010/main" val="2019037507"/>
              </p:ext>
            </p:extLst>
          </p:nvPr>
        </p:nvGraphicFramePr>
        <p:xfrm>
          <a:off x="1600200" y="3955196"/>
          <a:ext cx="4267200" cy="2209801"/>
        </p:xfrm>
        <a:graphic>
          <a:graphicData uri="http://schemas.openxmlformats.org/drawingml/2006/table">
            <a:tbl>
              <a:tblPr/>
              <a:tblGrid>
                <a:gridCol w="1912620">
                  <a:extLst>
                    <a:ext uri="{9D8B030D-6E8A-4147-A177-3AD203B41FA5}">
                      <a16:colId xmlns:a16="http://schemas.microsoft.com/office/drawing/2014/main" val="20000"/>
                    </a:ext>
                  </a:extLst>
                </a:gridCol>
                <a:gridCol w="2354580">
                  <a:extLst>
                    <a:ext uri="{9D8B030D-6E8A-4147-A177-3AD203B41FA5}">
                      <a16:colId xmlns:a16="http://schemas.microsoft.com/office/drawing/2014/main" val="20001"/>
                    </a:ext>
                  </a:extLst>
                </a:gridCol>
              </a:tblGrid>
              <a:tr h="542907">
                <a:tc>
                  <a:txBody>
                    <a:bodyPr/>
                    <a:lstStyle>
                      <a:lvl1pPr eaLnBrk="0" hangingPunct="0">
                        <a:spcBef>
                          <a:spcPct val="20000"/>
                        </a:spcBef>
                        <a:buFont typeface="Arial" charset="0"/>
                        <a:defRPr sz="2800">
                          <a:solidFill>
                            <a:schemeClr val="tx1"/>
                          </a:solidFill>
                          <a:latin typeface="Calibri" charset="0"/>
                          <a:ea typeface="ＭＳ Ｐゴシック" charset="-128"/>
                        </a:defRPr>
                      </a:lvl1pPr>
                      <a:lvl2pPr marL="37931725" indent="-37474525" eaLnBrk="0" hangingPunct="0">
                        <a:spcBef>
                          <a:spcPct val="20000"/>
                        </a:spcBef>
                        <a:buFont typeface="Arial" charset="0"/>
                        <a:defRPr sz="2400">
                          <a:solidFill>
                            <a:schemeClr val="tx1"/>
                          </a:solidFill>
                          <a:latin typeface="Calibri" charset="0"/>
                          <a:ea typeface="ＭＳ Ｐゴシック" charset="-128"/>
                        </a:defRPr>
                      </a:lvl2pPr>
                      <a:lvl3pPr eaLnBrk="0" hangingPunct="0">
                        <a:spcBef>
                          <a:spcPct val="20000"/>
                        </a:spcBef>
                        <a:defRPr sz="2000">
                          <a:solidFill>
                            <a:schemeClr val="tx1"/>
                          </a:solidFill>
                          <a:latin typeface="Calibri" charset="0"/>
                          <a:ea typeface="ＭＳ Ｐゴシック" charset="-128"/>
                        </a:defRPr>
                      </a:lvl3pPr>
                      <a:lvl4pPr eaLnBrk="0" hangingPunct="0">
                        <a:spcBef>
                          <a:spcPct val="20000"/>
                        </a:spcBef>
                        <a:defRPr>
                          <a:solidFill>
                            <a:schemeClr val="tx1"/>
                          </a:solidFill>
                          <a:latin typeface="Calibri" charset="0"/>
                          <a:ea typeface="ＭＳ Ｐゴシック" charset="-128"/>
                        </a:defRPr>
                      </a:lvl4pPr>
                      <a:lvl5pPr eaLnBrk="0" hangingPunct="0">
                        <a:spcBef>
                          <a:spcPct val="20000"/>
                        </a:spcBef>
                        <a:defRPr>
                          <a:solidFill>
                            <a:schemeClr val="tx1"/>
                          </a:solidFill>
                          <a:latin typeface="Calibri" charset="0"/>
                          <a:ea typeface="ＭＳ Ｐゴシック" charset="-128"/>
                        </a:defRPr>
                      </a:lvl5pPr>
                      <a:lvl6pPr marL="457200" eaLnBrk="0" fontAlgn="base" hangingPunct="0">
                        <a:spcBef>
                          <a:spcPct val="20000"/>
                        </a:spcBef>
                        <a:spcAft>
                          <a:spcPct val="0"/>
                        </a:spcAft>
                        <a:defRPr>
                          <a:solidFill>
                            <a:schemeClr val="tx1"/>
                          </a:solidFill>
                          <a:latin typeface="Calibri" charset="0"/>
                          <a:ea typeface="ＭＳ Ｐゴシック" charset="-128"/>
                        </a:defRPr>
                      </a:lvl6pPr>
                      <a:lvl7pPr marL="914400" eaLnBrk="0" fontAlgn="base" hangingPunct="0">
                        <a:spcBef>
                          <a:spcPct val="20000"/>
                        </a:spcBef>
                        <a:spcAft>
                          <a:spcPct val="0"/>
                        </a:spcAft>
                        <a:defRPr>
                          <a:solidFill>
                            <a:schemeClr val="tx1"/>
                          </a:solidFill>
                          <a:latin typeface="Calibri" charset="0"/>
                          <a:ea typeface="ＭＳ Ｐゴシック" charset="-128"/>
                        </a:defRPr>
                      </a:lvl7pPr>
                      <a:lvl8pPr marL="1371600" eaLnBrk="0" fontAlgn="base" hangingPunct="0">
                        <a:spcBef>
                          <a:spcPct val="20000"/>
                        </a:spcBef>
                        <a:spcAft>
                          <a:spcPct val="0"/>
                        </a:spcAft>
                        <a:defRPr>
                          <a:solidFill>
                            <a:schemeClr val="tx1"/>
                          </a:solidFill>
                          <a:latin typeface="Calibri" charset="0"/>
                          <a:ea typeface="ＭＳ Ｐゴシック" charset="-128"/>
                        </a:defRPr>
                      </a:lvl8pPr>
                      <a:lvl9pPr marL="1828800" eaLnBrk="0" fontAlgn="base" hangingPunct="0">
                        <a:spcBef>
                          <a:spcPct val="20000"/>
                        </a:spcBef>
                        <a:spcAft>
                          <a:spcPct val="0"/>
                        </a:spcAft>
                        <a:defRPr>
                          <a:solidFill>
                            <a:schemeClr val="tx1"/>
                          </a:solidFill>
                          <a:latin typeface="Calibri" charset="0"/>
                          <a:ea typeface="ＭＳ Ｐゴシック" charset="-128"/>
                        </a:defRPr>
                      </a:lvl9pPr>
                    </a:lstStyle>
                    <a:p>
                      <a:pPr marL="0" marR="0" lvl="0" indent="0" algn="ctr" defTabSz="457200" rtl="0" eaLnBrk="1" fontAlgn="b" latinLnBrk="0" hangingPunct="1">
                        <a:lnSpc>
                          <a:spcPct val="100000"/>
                        </a:lnSpc>
                        <a:spcBef>
                          <a:spcPct val="0"/>
                        </a:spcBef>
                        <a:spcAft>
                          <a:spcPct val="0"/>
                        </a:spcAft>
                        <a:buClrTx/>
                        <a:buSzTx/>
                        <a:buFontTx/>
                        <a:buNone/>
                        <a:tabLst/>
                      </a:pPr>
                      <a:r>
                        <a:rPr kumimoji="0" lang="en-US" altLang="en-US" sz="1200" b="1" i="0" u="none" strike="noStrike" cap="none" normalizeH="0" baseline="0" dirty="0">
                          <a:ln>
                            <a:noFill/>
                          </a:ln>
                          <a:solidFill>
                            <a:schemeClr val="tx1"/>
                          </a:solidFill>
                          <a:effectLst/>
                          <a:latin typeface="Calibri" charset="0"/>
                          <a:ea typeface="ＭＳ Ｐゴシック" charset="-128"/>
                        </a:rPr>
                        <a:t>Size in feet</a:t>
                      </a:r>
                      <a:r>
                        <a:rPr kumimoji="0" lang="en-US" altLang="en-US" sz="1200" b="1" i="0" u="none" strike="noStrike" cap="none" normalizeH="0" baseline="30000" dirty="0">
                          <a:ln>
                            <a:noFill/>
                          </a:ln>
                          <a:solidFill>
                            <a:schemeClr val="tx1"/>
                          </a:solidFill>
                          <a:effectLst/>
                          <a:latin typeface="Calibri" charset="0"/>
                          <a:ea typeface="ＭＳ Ｐゴシック" charset="-128"/>
                        </a:rPr>
                        <a:t>2</a:t>
                      </a:r>
                      <a:r>
                        <a:rPr kumimoji="0" lang="en-US" altLang="en-US" sz="1200" b="1" i="0" u="none" strike="noStrike" cap="none" normalizeH="0" baseline="0" dirty="0">
                          <a:ln>
                            <a:noFill/>
                          </a:ln>
                          <a:solidFill>
                            <a:schemeClr val="tx1"/>
                          </a:solidFill>
                          <a:effectLst/>
                          <a:latin typeface="Calibri" charset="0"/>
                          <a:ea typeface="ＭＳ Ｐゴシック" charset="-128"/>
                        </a:rPr>
                        <a:t> (</a:t>
                      </a:r>
                      <a:r>
                        <a:rPr kumimoji="0" lang="en-US" altLang="en-US" sz="1200" b="0" i="0" u="none" strike="noStrike" cap="none" normalizeH="0" baseline="0" dirty="0">
                          <a:ln>
                            <a:noFill/>
                          </a:ln>
                          <a:solidFill>
                            <a:schemeClr val="tx1"/>
                          </a:solidFill>
                          <a:effectLst/>
                          <a:latin typeface="Calibri" charset="0"/>
                          <a:ea typeface="ＭＳ Ｐゴシック" charset="-128"/>
                        </a:rPr>
                        <a:t>x</a:t>
                      </a:r>
                      <a:r>
                        <a:rPr kumimoji="0" lang="en-US" altLang="en-US" sz="1200" b="1" i="0" u="none" strike="noStrike" cap="none" normalizeH="0" baseline="0" dirty="0">
                          <a:ln>
                            <a:noFill/>
                          </a:ln>
                          <a:solidFill>
                            <a:schemeClr val="tx1"/>
                          </a:solidFill>
                          <a:effectLst/>
                          <a:latin typeface="Calibri" charset="0"/>
                          <a:ea typeface="ＭＳ Ｐゴシック" charset="-128"/>
                        </a:rPr>
                        <a:t>)</a:t>
                      </a:r>
                      <a:endParaRPr kumimoji="0" lang="en-US" altLang="en-US" sz="1200" b="1" i="0" u="none" strike="noStrike" cap="none" normalizeH="0" baseline="0" dirty="0">
                        <a:ln>
                          <a:noFill/>
                        </a:ln>
                        <a:solidFill>
                          <a:srgbClr val="000000"/>
                        </a:solidFill>
                        <a:effectLst/>
                        <a:latin typeface="Calibri" charset="0"/>
                        <a:ea typeface="ＭＳ Ｐゴシック" charset="-128"/>
                      </a:endParaRPr>
                    </a:p>
                  </a:txBody>
                  <a:tcPr marL="7620" marR="7620" marT="10160" marB="0" anchor="ctr" horzOverflow="overflow">
                    <a:lnL>
                      <a:noFill/>
                    </a:lnL>
                    <a:lnR w="12700" cap="flat" cmpd="sng" algn="ctr">
                      <a:solidFill>
                        <a:schemeClr val="tx1"/>
                      </a:solidFill>
                      <a:prstDash val="solid"/>
                      <a:round/>
                      <a:headEnd type="none" w="med" len="med"/>
                      <a:tailEnd type="none" w="med" len="med"/>
                    </a:lnR>
                    <a:lnT>
                      <a:noFill/>
                    </a:lnT>
                    <a:lnB w="12700" cap="flat" cmpd="sng" algn="ctr">
                      <a:solidFill>
                        <a:schemeClr val="tx1"/>
                      </a:solidFill>
                      <a:prstDash val="solid"/>
                      <a:round/>
                      <a:headEnd type="none" w="med" len="med"/>
                      <a:tailEnd type="none" w="med" len="med"/>
                    </a:lnB>
                    <a:lnTlToBr>
                      <a:noFill/>
                    </a:lnTlToBr>
                    <a:lnBlToTr>
                      <a:noFill/>
                    </a:lnBlToTr>
                    <a:noFill/>
                  </a:tcPr>
                </a:tc>
                <a:tc>
                  <a:txBody>
                    <a:bodyPr/>
                    <a:lstStyle>
                      <a:lvl1pPr eaLnBrk="0" hangingPunct="0">
                        <a:spcBef>
                          <a:spcPct val="20000"/>
                        </a:spcBef>
                        <a:buFont typeface="Arial" charset="0"/>
                        <a:defRPr sz="2800">
                          <a:solidFill>
                            <a:schemeClr val="tx1"/>
                          </a:solidFill>
                          <a:latin typeface="Calibri" charset="0"/>
                          <a:ea typeface="ＭＳ Ｐゴシック" charset="-128"/>
                        </a:defRPr>
                      </a:lvl1pPr>
                      <a:lvl2pPr marL="37931725" indent="-37474525" eaLnBrk="0" hangingPunct="0">
                        <a:spcBef>
                          <a:spcPct val="20000"/>
                        </a:spcBef>
                        <a:buFont typeface="Arial" charset="0"/>
                        <a:defRPr sz="2400">
                          <a:solidFill>
                            <a:schemeClr val="tx1"/>
                          </a:solidFill>
                          <a:latin typeface="Calibri" charset="0"/>
                          <a:ea typeface="ＭＳ Ｐゴシック" charset="-128"/>
                        </a:defRPr>
                      </a:lvl2pPr>
                      <a:lvl3pPr eaLnBrk="0" hangingPunct="0">
                        <a:spcBef>
                          <a:spcPct val="20000"/>
                        </a:spcBef>
                        <a:defRPr sz="2000">
                          <a:solidFill>
                            <a:schemeClr val="tx1"/>
                          </a:solidFill>
                          <a:latin typeface="Calibri" charset="0"/>
                          <a:ea typeface="ＭＳ Ｐゴシック" charset="-128"/>
                        </a:defRPr>
                      </a:lvl3pPr>
                      <a:lvl4pPr eaLnBrk="0" hangingPunct="0">
                        <a:spcBef>
                          <a:spcPct val="20000"/>
                        </a:spcBef>
                        <a:defRPr>
                          <a:solidFill>
                            <a:schemeClr val="tx1"/>
                          </a:solidFill>
                          <a:latin typeface="Calibri" charset="0"/>
                          <a:ea typeface="ＭＳ Ｐゴシック" charset="-128"/>
                        </a:defRPr>
                      </a:lvl4pPr>
                      <a:lvl5pPr eaLnBrk="0" hangingPunct="0">
                        <a:spcBef>
                          <a:spcPct val="20000"/>
                        </a:spcBef>
                        <a:defRPr>
                          <a:solidFill>
                            <a:schemeClr val="tx1"/>
                          </a:solidFill>
                          <a:latin typeface="Calibri" charset="0"/>
                          <a:ea typeface="ＭＳ Ｐゴシック" charset="-128"/>
                        </a:defRPr>
                      </a:lvl5pPr>
                      <a:lvl6pPr marL="457200" eaLnBrk="0" fontAlgn="base" hangingPunct="0">
                        <a:spcBef>
                          <a:spcPct val="20000"/>
                        </a:spcBef>
                        <a:spcAft>
                          <a:spcPct val="0"/>
                        </a:spcAft>
                        <a:defRPr>
                          <a:solidFill>
                            <a:schemeClr val="tx1"/>
                          </a:solidFill>
                          <a:latin typeface="Calibri" charset="0"/>
                          <a:ea typeface="ＭＳ Ｐゴシック" charset="-128"/>
                        </a:defRPr>
                      </a:lvl6pPr>
                      <a:lvl7pPr marL="914400" eaLnBrk="0" fontAlgn="base" hangingPunct="0">
                        <a:spcBef>
                          <a:spcPct val="20000"/>
                        </a:spcBef>
                        <a:spcAft>
                          <a:spcPct val="0"/>
                        </a:spcAft>
                        <a:defRPr>
                          <a:solidFill>
                            <a:schemeClr val="tx1"/>
                          </a:solidFill>
                          <a:latin typeface="Calibri" charset="0"/>
                          <a:ea typeface="ＭＳ Ｐゴシック" charset="-128"/>
                        </a:defRPr>
                      </a:lvl7pPr>
                      <a:lvl8pPr marL="1371600" eaLnBrk="0" fontAlgn="base" hangingPunct="0">
                        <a:spcBef>
                          <a:spcPct val="20000"/>
                        </a:spcBef>
                        <a:spcAft>
                          <a:spcPct val="0"/>
                        </a:spcAft>
                        <a:defRPr>
                          <a:solidFill>
                            <a:schemeClr val="tx1"/>
                          </a:solidFill>
                          <a:latin typeface="Calibri" charset="0"/>
                          <a:ea typeface="ＭＳ Ｐゴシック" charset="-128"/>
                        </a:defRPr>
                      </a:lvl8pPr>
                      <a:lvl9pPr marL="1828800" eaLnBrk="0" fontAlgn="base" hangingPunct="0">
                        <a:spcBef>
                          <a:spcPct val="20000"/>
                        </a:spcBef>
                        <a:spcAft>
                          <a:spcPct val="0"/>
                        </a:spcAft>
                        <a:defRPr>
                          <a:solidFill>
                            <a:schemeClr val="tx1"/>
                          </a:solidFill>
                          <a:latin typeface="Calibri" charset="0"/>
                          <a:ea typeface="ＭＳ Ｐゴシック" charset="-128"/>
                        </a:defRPr>
                      </a:lvl9pPr>
                    </a:lstStyle>
                    <a:p>
                      <a:pPr marL="0" marR="0" lvl="0" indent="0" algn="ctr" defTabSz="457200" rtl="0" eaLnBrk="1" fontAlgn="b" latinLnBrk="0" hangingPunct="1">
                        <a:lnSpc>
                          <a:spcPct val="100000"/>
                        </a:lnSpc>
                        <a:spcBef>
                          <a:spcPct val="0"/>
                        </a:spcBef>
                        <a:spcAft>
                          <a:spcPct val="0"/>
                        </a:spcAft>
                        <a:buClrTx/>
                        <a:buSzTx/>
                        <a:buFontTx/>
                        <a:buNone/>
                        <a:tabLst/>
                      </a:pPr>
                      <a:r>
                        <a:rPr kumimoji="0" lang="en-US" altLang="en-US" sz="1200" b="1" i="0" u="none" strike="noStrike" cap="none" normalizeH="0" baseline="0" dirty="0">
                          <a:ln>
                            <a:noFill/>
                          </a:ln>
                          <a:solidFill>
                            <a:schemeClr val="tx1"/>
                          </a:solidFill>
                          <a:effectLst/>
                          <a:latin typeface="Calibri" charset="0"/>
                          <a:ea typeface="ＭＳ Ｐゴシック" charset="-128"/>
                        </a:rPr>
                        <a:t>Price ($) in 1000's (</a:t>
                      </a:r>
                      <a:r>
                        <a:rPr kumimoji="0" lang="en-US" altLang="en-US" sz="1200" b="0" i="0" u="none" strike="noStrike" cap="none" normalizeH="0" baseline="0" dirty="0">
                          <a:ln>
                            <a:noFill/>
                          </a:ln>
                          <a:solidFill>
                            <a:schemeClr val="tx1"/>
                          </a:solidFill>
                          <a:effectLst/>
                          <a:latin typeface="Calibri" charset="0"/>
                          <a:ea typeface="ＭＳ Ｐゴシック" charset="-128"/>
                        </a:rPr>
                        <a:t>y</a:t>
                      </a:r>
                      <a:r>
                        <a:rPr kumimoji="0" lang="en-US" altLang="en-US" sz="1200" b="1" i="0" u="none" strike="noStrike" cap="none" normalizeH="0" baseline="0" dirty="0">
                          <a:ln>
                            <a:noFill/>
                          </a:ln>
                          <a:solidFill>
                            <a:schemeClr val="tx1"/>
                          </a:solidFill>
                          <a:effectLst/>
                          <a:latin typeface="Calibri" charset="0"/>
                          <a:ea typeface="ＭＳ Ｐゴシック" charset="-128"/>
                        </a:rPr>
                        <a:t>)</a:t>
                      </a:r>
                      <a:endParaRPr kumimoji="0" lang="en-US" altLang="en-US" sz="1200" b="1" i="0" u="none" strike="noStrike" cap="none" normalizeH="0" baseline="0" dirty="0">
                        <a:ln>
                          <a:noFill/>
                        </a:ln>
                        <a:solidFill>
                          <a:srgbClr val="000000"/>
                        </a:solidFill>
                        <a:effectLst/>
                        <a:latin typeface="Calibri" charset="0"/>
                        <a:ea typeface="ＭＳ Ｐゴシック" charset="-128"/>
                      </a:endParaRPr>
                    </a:p>
                  </a:txBody>
                  <a:tcPr marL="7620" marR="7620" marT="10160" marB="0" anchor="ctr" horzOverflow="overflow">
                    <a:lnL w="12700" cap="flat" cmpd="sng" algn="ctr">
                      <a:solidFill>
                        <a:schemeClr val="tx1"/>
                      </a:solidFill>
                      <a:prstDash val="solid"/>
                      <a:round/>
                      <a:headEnd type="none" w="med" len="med"/>
                      <a:tailEnd type="none" w="med" len="med"/>
                    </a:lnL>
                    <a:lnR>
                      <a:noFill/>
                    </a:lnR>
                    <a:lnT>
                      <a:noFill/>
                    </a:lnT>
                    <a:lnB w="12700" cap="flat" cmpd="sng" algn="ctr">
                      <a:solidFill>
                        <a:schemeClr val="tx1"/>
                      </a:solidFill>
                      <a:prstDash val="solid"/>
                      <a:round/>
                      <a:headEnd type="none" w="med" len="med"/>
                      <a:tailEnd type="none" w="med" len="med"/>
                    </a:lnB>
                    <a:lnTlToBr>
                      <a:noFill/>
                    </a:lnTlToBr>
                    <a:lnBlToTr>
                      <a:noFill/>
                    </a:lnBlToTr>
                    <a:noFill/>
                  </a:tcPr>
                </a:tc>
                <a:extLst>
                  <a:ext uri="{0D108BD9-81ED-4DB2-BD59-A6C34878D82A}">
                    <a16:rowId xmlns:a16="http://schemas.microsoft.com/office/drawing/2014/main" val="10000"/>
                  </a:ext>
                </a:extLst>
              </a:tr>
              <a:tr h="274514">
                <a:tc>
                  <a:txBody>
                    <a:bodyPr/>
                    <a:lstStyle>
                      <a:lvl1pPr eaLnBrk="0" hangingPunct="0">
                        <a:spcBef>
                          <a:spcPct val="20000"/>
                        </a:spcBef>
                        <a:buFont typeface="Arial" charset="0"/>
                        <a:defRPr sz="2800">
                          <a:solidFill>
                            <a:schemeClr val="tx1"/>
                          </a:solidFill>
                          <a:latin typeface="Calibri" charset="0"/>
                          <a:ea typeface="ＭＳ Ｐゴシック" charset="-128"/>
                        </a:defRPr>
                      </a:lvl1pPr>
                      <a:lvl2pPr marL="37931725" indent="-37474525" eaLnBrk="0" hangingPunct="0">
                        <a:spcBef>
                          <a:spcPct val="20000"/>
                        </a:spcBef>
                        <a:buFont typeface="Arial" charset="0"/>
                        <a:defRPr sz="2400">
                          <a:solidFill>
                            <a:schemeClr val="tx1"/>
                          </a:solidFill>
                          <a:latin typeface="Calibri" charset="0"/>
                          <a:ea typeface="ＭＳ Ｐゴシック" charset="-128"/>
                        </a:defRPr>
                      </a:lvl2pPr>
                      <a:lvl3pPr eaLnBrk="0" hangingPunct="0">
                        <a:spcBef>
                          <a:spcPct val="20000"/>
                        </a:spcBef>
                        <a:defRPr sz="2000">
                          <a:solidFill>
                            <a:schemeClr val="tx1"/>
                          </a:solidFill>
                          <a:latin typeface="Calibri" charset="0"/>
                          <a:ea typeface="ＭＳ Ｐゴシック" charset="-128"/>
                        </a:defRPr>
                      </a:lvl3pPr>
                      <a:lvl4pPr eaLnBrk="0" hangingPunct="0">
                        <a:spcBef>
                          <a:spcPct val="20000"/>
                        </a:spcBef>
                        <a:defRPr>
                          <a:solidFill>
                            <a:schemeClr val="tx1"/>
                          </a:solidFill>
                          <a:latin typeface="Calibri" charset="0"/>
                          <a:ea typeface="ＭＳ Ｐゴシック" charset="-128"/>
                        </a:defRPr>
                      </a:lvl4pPr>
                      <a:lvl5pPr eaLnBrk="0" hangingPunct="0">
                        <a:spcBef>
                          <a:spcPct val="20000"/>
                        </a:spcBef>
                        <a:defRPr>
                          <a:solidFill>
                            <a:schemeClr val="tx1"/>
                          </a:solidFill>
                          <a:latin typeface="Calibri" charset="0"/>
                          <a:ea typeface="ＭＳ Ｐゴシック" charset="-128"/>
                        </a:defRPr>
                      </a:lvl5pPr>
                      <a:lvl6pPr marL="457200" eaLnBrk="0" fontAlgn="base" hangingPunct="0">
                        <a:spcBef>
                          <a:spcPct val="20000"/>
                        </a:spcBef>
                        <a:spcAft>
                          <a:spcPct val="0"/>
                        </a:spcAft>
                        <a:defRPr>
                          <a:solidFill>
                            <a:schemeClr val="tx1"/>
                          </a:solidFill>
                          <a:latin typeface="Calibri" charset="0"/>
                          <a:ea typeface="ＭＳ Ｐゴシック" charset="-128"/>
                        </a:defRPr>
                      </a:lvl6pPr>
                      <a:lvl7pPr marL="914400" eaLnBrk="0" fontAlgn="base" hangingPunct="0">
                        <a:spcBef>
                          <a:spcPct val="20000"/>
                        </a:spcBef>
                        <a:spcAft>
                          <a:spcPct val="0"/>
                        </a:spcAft>
                        <a:defRPr>
                          <a:solidFill>
                            <a:schemeClr val="tx1"/>
                          </a:solidFill>
                          <a:latin typeface="Calibri" charset="0"/>
                          <a:ea typeface="ＭＳ Ｐゴシック" charset="-128"/>
                        </a:defRPr>
                      </a:lvl7pPr>
                      <a:lvl8pPr marL="1371600" eaLnBrk="0" fontAlgn="base" hangingPunct="0">
                        <a:spcBef>
                          <a:spcPct val="20000"/>
                        </a:spcBef>
                        <a:spcAft>
                          <a:spcPct val="0"/>
                        </a:spcAft>
                        <a:defRPr>
                          <a:solidFill>
                            <a:schemeClr val="tx1"/>
                          </a:solidFill>
                          <a:latin typeface="Calibri" charset="0"/>
                          <a:ea typeface="ＭＳ Ｐゴシック" charset="-128"/>
                        </a:defRPr>
                      </a:lvl8pPr>
                      <a:lvl9pPr marL="1828800" eaLnBrk="0" fontAlgn="base" hangingPunct="0">
                        <a:spcBef>
                          <a:spcPct val="20000"/>
                        </a:spcBef>
                        <a:spcAft>
                          <a:spcPct val="0"/>
                        </a:spcAft>
                        <a:defRPr>
                          <a:solidFill>
                            <a:schemeClr val="tx1"/>
                          </a:solidFill>
                          <a:latin typeface="Calibri" charset="0"/>
                          <a:ea typeface="ＭＳ Ｐゴシック" charset="-128"/>
                        </a:defRPr>
                      </a:lvl9pPr>
                    </a:lstStyle>
                    <a:p>
                      <a:pPr marL="0" marR="0" lvl="0" indent="0" algn="ctr" defTabSz="457200" rtl="0" eaLnBrk="1" fontAlgn="b" latinLnBrk="0" hangingPunct="1">
                        <a:lnSpc>
                          <a:spcPct val="100000"/>
                        </a:lnSpc>
                        <a:spcBef>
                          <a:spcPct val="0"/>
                        </a:spcBef>
                        <a:spcAft>
                          <a:spcPct val="0"/>
                        </a:spcAft>
                        <a:buClrTx/>
                        <a:buSzTx/>
                        <a:buFontTx/>
                        <a:buNone/>
                        <a:tabLst/>
                      </a:pPr>
                      <a:r>
                        <a:rPr kumimoji="0" lang="en-US" altLang="en-US" sz="1200" b="0" i="0" u="none" strike="noStrike" cap="none" normalizeH="0" baseline="0" dirty="0">
                          <a:ln>
                            <a:noFill/>
                          </a:ln>
                          <a:solidFill>
                            <a:schemeClr val="tx1"/>
                          </a:solidFill>
                          <a:effectLst/>
                          <a:latin typeface="Calibri" charset="0"/>
                          <a:ea typeface="ＭＳ Ｐゴシック" charset="-128"/>
                        </a:rPr>
                        <a:t>2104</a:t>
                      </a:r>
                      <a:endParaRPr kumimoji="0" lang="en-US" altLang="en-US" sz="1200" b="0" i="0" u="none" strike="noStrike" cap="none" normalizeH="0" baseline="0" dirty="0">
                        <a:ln>
                          <a:noFill/>
                        </a:ln>
                        <a:solidFill>
                          <a:srgbClr val="000000"/>
                        </a:solidFill>
                        <a:effectLst/>
                        <a:latin typeface="Calibri" charset="0"/>
                        <a:ea typeface="ＭＳ Ｐゴシック" charset="-128"/>
                      </a:endParaRPr>
                    </a:p>
                  </a:txBody>
                  <a:tcPr marL="7620" marR="7620" marT="10160" marB="0" anchor="b" horzOverflow="overflow">
                    <a:lnL>
                      <a:noFill/>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a:noFill/>
                    </a:lnB>
                    <a:lnTlToBr>
                      <a:noFill/>
                    </a:lnTlToBr>
                    <a:lnBlToTr>
                      <a:noFill/>
                    </a:lnBlToTr>
                    <a:noFill/>
                  </a:tcPr>
                </a:tc>
                <a:tc>
                  <a:txBody>
                    <a:bodyPr/>
                    <a:lstStyle>
                      <a:lvl1pPr eaLnBrk="0" hangingPunct="0">
                        <a:spcBef>
                          <a:spcPct val="20000"/>
                        </a:spcBef>
                        <a:buFont typeface="Arial" charset="0"/>
                        <a:defRPr sz="2800">
                          <a:solidFill>
                            <a:schemeClr val="tx1"/>
                          </a:solidFill>
                          <a:latin typeface="Calibri" charset="0"/>
                          <a:ea typeface="ＭＳ Ｐゴシック" charset="-128"/>
                        </a:defRPr>
                      </a:lvl1pPr>
                      <a:lvl2pPr marL="37931725" indent="-37474525" eaLnBrk="0" hangingPunct="0">
                        <a:spcBef>
                          <a:spcPct val="20000"/>
                        </a:spcBef>
                        <a:buFont typeface="Arial" charset="0"/>
                        <a:defRPr sz="2400">
                          <a:solidFill>
                            <a:schemeClr val="tx1"/>
                          </a:solidFill>
                          <a:latin typeface="Calibri" charset="0"/>
                          <a:ea typeface="ＭＳ Ｐゴシック" charset="-128"/>
                        </a:defRPr>
                      </a:lvl2pPr>
                      <a:lvl3pPr eaLnBrk="0" hangingPunct="0">
                        <a:spcBef>
                          <a:spcPct val="20000"/>
                        </a:spcBef>
                        <a:defRPr sz="2000">
                          <a:solidFill>
                            <a:schemeClr val="tx1"/>
                          </a:solidFill>
                          <a:latin typeface="Calibri" charset="0"/>
                          <a:ea typeface="ＭＳ Ｐゴシック" charset="-128"/>
                        </a:defRPr>
                      </a:lvl3pPr>
                      <a:lvl4pPr eaLnBrk="0" hangingPunct="0">
                        <a:spcBef>
                          <a:spcPct val="20000"/>
                        </a:spcBef>
                        <a:defRPr>
                          <a:solidFill>
                            <a:schemeClr val="tx1"/>
                          </a:solidFill>
                          <a:latin typeface="Calibri" charset="0"/>
                          <a:ea typeface="ＭＳ Ｐゴシック" charset="-128"/>
                        </a:defRPr>
                      </a:lvl4pPr>
                      <a:lvl5pPr eaLnBrk="0" hangingPunct="0">
                        <a:spcBef>
                          <a:spcPct val="20000"/>
                        </a:spcBef>
                        <a:defRPr>
                          <a:solidFill>
                            <a:schemeClr val="tx1"/>
                          </a:solidFill>
                          <a:latin typeface="Calibri" charset="0"/>
                          <a:ea typeface="ＭＳ Ｐゴシック" charset="-128"/>
                        </a:defRPr>
                      </a:lvl5pPr>
                      <a:lvl6pPr marL="457200" eaLnBrk="0" fontAlgn="base" hangingPunct="0">
                        <a:spcBef>
                          <a:spcPct val="20000"/>
                        </a:spcBef>
                        <a:spcAft>
                          <a:spcPct val="0"/>
                        </a:spcAft>
                        <a:defRPr>
                          <a:solidFill>
                            <a:schemeClr val="tx1"/>
                          </a:solidFill>
                          <a:latin typeface="Calibri" charset="0"/>
                          <a:ea typeface="ＭＳ Ｐゴシック" charset="-128"/>
                        </a:defRPr>
                      </a:lvl6pPr>
                      <a:lvl7pPr marL="914400" eaLnBrk="0" fontAlgn="base" hangingPunct="0">
                        <a:spcBef>
                          <a:spcPct val="20000"/>
                        </a:spcBef>
                        <a:spcAft>
                          <a:spcPct val="0"/>
                        </a:spcAft>
                        <a:defRPr>
                          <a:solidFill>
                            <a:schemeClr val="tx1"/>
                          </a:solidFill>
                          <a:latin typeface="Calibri" charset="0"/>
                          <a:ea typeface="ＭＳ Ｐゴシック" charset="-128"/>
                        </a:defRPr>
                      </a:lvl7pPr>
                      <a:lvl8pPr marL="1371600" eaLnBrk="0" fontAlgn="base" hangingPunct="0">
                        <a:spcBef>
                          <a:spcPct val="20000"/>
                        </a:spcBef>
                        <a:spcAft>
                          <a:spcPct val="0"/>
                        </a:spcAft>
                        <a:defRPr>
                          <a:solidFill>
                            <a:schemeClr val="tx1"/>
                          </a:solidFill>
                          <a:latin typeface="Calibri" charset="0"/>
                          <a:ea typeface="ＭＳ Ｐゴシック" charset="-128"/>
                        </a:defRPr>
                      </a:lvl8pPr>
                      <a:lvl9pPr marL="1828800" eaLnBrk="0" fontAlgn="base" hangingPunct="0">
                        <a:spcBef>
                          <a:spcPct val="20000"/>
                        </a:spcBef>
                        <a:spcAft>
                          <a:spcPct val="0"/>
                        </a:spcAft>
                        <a:defRPr>
                          <a:solidFill>
                            <a:schemeClr val="tx1"/>
                          </a:solidFill>
                          <a:latin typeface="Calibri" charset="0"/>
                          <a:ea typeface="ＭＳ Ｐゴシック" charset="-128"/>
                        </a:defRPr>
                      </a:lvl9pPr>
                    </a:lstStyle>
                    <a:p>
                      <a:pPr marL="0" marR="0" lvl="0" indent="0" algn="ctr" defTabSz="457200" rtl="0" eaLnBrk="1" fontAlgn="b" latinLnBrk="0" hangingPunct="1">
                        <a:lnSpc>
                          <a:spcPct val="100000"/>
                        </a:lnSpc>
                        <a:spcBef>
                          <a:spcPct val="0"/>
                        </a:spcBef>
                        <a:spcAft>
                          <a:spcPct val="0"/>
                        </a:spcAft>
                        <a:buClrTx/>
                        <a:buSzTx/>
                        <a:buFontTx/>
                        <a:buNone/>
                        <a:tabLst/>
                      </a:pPr>
                      <a:r>
                        <a:rPr kumimoji="0" lang="en-US" altLang="en-US" sz="1200" b="0" i="0" u="none" strike="noStrike" cap="none" normalizeH="0" baseline="0">
                          <a:ln>
                            <a:noFill/>
                          </a:ln>
                          <a:solidFill>
                            <a:schemeClr val="tx1"/>
                          </a:solidFill>
                          <a:effectLst/>
                          <a:latin typeface="Calibri" charset="0"/>
                          <a:ea typeface="ＭＳ Ｐゴシック" charset="-128"/>
                        </a:rPr>
                        <a:t>460</a:t>
                      </a:r>
                      <a:endParaRPr kumimoji="0" lang="en-US" altLang="en-US" sz="1200" b="0" i="0" u="none" strike="noStrike" cap="none" normalizeH="0" baseline="0">
                        <a:ln>
                          <a:noFill/>
                        </a:ln>
                        <a:solidFill>
                          <a:srgbClr val="000000"/>
                        </a:solidFill>
                        <a:effectLst/>
                        <a:latin typeface="Calibri" charset="0"/>
                        <a:ea typeface="ＭＳ Ｐゴシック" charset="-128"/>
                      </a:endParaRPr>
                    </a:p>
                  </a:txBody>
                  <a:tcPr marL="7620" marR="7620" marT="10160" marB="0" anchor="b" horzOverflow="overflow">
                    <a:lnL w="12700" cap="flat" cmpd="sng" algn="ctr">
                      <a:solidFill>
                        <a:schemeClr val="tx1"/>
                      </a:solidFill>
                      <a:prstDash val="solid"/>
                      <a:round/>
                      <a:headEnd type="none" w="med" len="med"/>
                      <a:tailEnd type="none" w="med" len="med"/>
                    </a:lnL>
                    <a:lnR>
                      <a:noFill/>
                    </a:lnR>
                    <a:lnT w="12700" cap="flat" cmpd="sng" algn="ctr">
                      <a:solidFill>
                        <a:schemeClr val="tx1"/>
                      </a:solidFill>
                      <a:prstDash val="solid"/>
                      <a:round/>
                      <a:headEnd type="none" w="med" len="med"/>
                      <a:tailEnd type="none" w="med" len="med"/>
                    </a:lnT>
                    <a:lnB>
                      <a:noFill/>
                    </a:lnB>
                    <a:lnTlToBr>
                      <a:noFill/>
                    </a:lnTlToBr>
                    <a:lnBlToTr>
                      <a:noFill/>
                    </a:lnBlToTr>
                    <a:noFill/>
                  </a:tcPr>
                </a:tc>
                <a:extLst>
                  <a:ext uri="{0D108BD9-81ED-4DB2-BD59-A6C34878D82A}">
                    <a16:rowId xmlns:a16="http://schemas.microsoft.com/office/drawing/2014/main" val="10001"/>
                  </a:ext>
                </a:extLst>
              </a:tr>
              <a:tr h="274514">
                <a:tc>
                  <a:txBody>
                    <a:bodyPr/>
                    <a:lstStyle>
                      <a:lvl1pPr eaLnBrk="0" hangingPunct="0">
                        <a:spcBef>
                          <a:spcPct val="20000"/>
                        </a:spcBef>
                        <a:buFont typeface="Arial" charset="0"/>
                        <a:defRPr sz="2800">
                          <a:solidFill>
                            <a:schemeClr val="tx1"/>
                          </a:solidFill>
                          <a:latin typeface="Calibri" charset="0"/>
                          <a:ea typeface="ＭＳ Ｐゴシック" charset="-128"/>
                        </a:defRPr>
                      </a:lvl1pPr>
                      <a:lvl2pPr marL="37931725" indent="-37474525" eaLnBrk="0" hangingPunct="0">
                        <a:spcBef>
                          <a:spcPct val="20000"/>
                        </a:spcBef>
                        <a:buFont typeface="Arial" charset="0"/>
                        <a:defRPr sz="2400">
                          <a:solidFill>
                            <a:schemeClr val="tx1"/>
                          </a:solidFill>
                          <a:latin typeface="Calibri" charset="0"/>
                          <a:ea typeface="ＭＳ Ｐゴシック" charset="-128"/>
                        </a:defRPr>
                      </a:lvl2pPr>
                      <a:lvl3pPr eaLnBrk="0" hangingPunct="0">
                        <a:spcBef>
                          <a:spcPct val="20000"/>
                        </a:spcBef>
                        <a:defRPr sz="2000">
                          <a:solidFill>
                            <a:schemeClr val="tx1"/>
                          </a:solidFill>
                          <a:latin typeface="Calibri" charset="0"/>
                          <a:ea typeface="ＭＳ Ｐゴシック" charset="-128"/>
                        </a:defRPr>
                      </a:lvl3pPr>
                      <a:lvl4pPr eaLnBrk="0" hangingPunct="0">
                        <a:spcBef>
                          <a:spcPct val="20000"/>
                        </a:spcBef>
                        <a:defRPr>
                          <a:solidFill>
                            <a:schemeClr val="tx1"/>
                          </a:solidFill>
                          <a:latin typeface="Calibri" charset="0"/>
                          <a:ea typeface="ＭＳ Ｐゴシック" charset="-128"/>
                        </a:defRPr>
                      </a:lvl4pPr>
                      <a:lvl5pPr eaLnBrk="0" hangingPunct="0">
                        <a:spcBef>
                          <a:spcPct val="20000"/>
                        </a:spcBef>
                        <a:defRPr>
                          <a:solidFill>
                            <a:schemeClr val="tx1"/>
                          </a:solidFill>
                          <a:latin typeface="Calibri" charset="0"/>
                          <a:ea typeface="ＭＳ Ｐゴシック" charset="-128"/>
                        </a:defRPr>
                      </a:lvl5pPr>
                      <a:lvl6pPr marL="457200" eaLnBrk="0" fontAlgn="base" hangingPunct="0">
                        <a:spcBef>
                          <a:spcPct val="20000"/>
                        </a:spcBef>
                        <a:spcAft>
                          <a:spcPct val="0"/>
                        </a:spcAft>
                        <a:defRPr>
                          <a:solidFill>
                            <a:schemeClr val="tx1"/>
                          </a:solidFill>
                          <a:latin typeface="Calibri" charset="0"/>
                          <a:ea typeface="ＭＳ Ｐゴシック" charset="-128"/>
                        </a:defRPr>
                      </a:lvl6pPr>
                      <a:lvl7pPr marL="914400" eaLnBrk="0" fontAlgn="base" hangingPunct="0">
                        <a:spcBef>
                          <a:spcPct val="20000"/>
                        </a:spcBef>
                        <a:spcAft>
                          <a:spcPct val="0"/>
                        </a:spcAft>
                        <a:defRPr>
                          <a:solidFill>
                            <a:schemeClr val="tx1"/>
                          </a:solidFill>
                          <a:latin typeface="Calibri" charset="0"/>
                          <a:ea typeface="ＭＳ Ｐゴシック" charset="-128"/>
                        </a:defRPr>
                      </a:lvl7pPr>
                      <a:lvl8pPr marL="1371600" eaLnBrk="0" fontAlgn="base" hangingPunct="0">
                        <a:spcBef>
                          <a:spcPct val="20000"/>
                        </a:spcBef>
                        <a:spcAft>
                          <a:spcPct val="0"/>
                        </a:spcAft>
                        <a:defRPr>
                          <a:solidFill>
                            <a:schemeClr val="tx1"/>
                          </a:solidFill>
                          <a:latin typeface="Calibri" charset="0"/>
                          <a:ea typeface="ＭＳ Ｐゴシック" charset="-128"/>
                        </a:defRPr>
                      </a:lvl8pPr>
                      <a:lvl9pPr marL="1828800" eaLnBrk="0" fontAlgn="base" hangingPunct="0">
                        <a:spcBef>
                          <a:spcPct val="20000"/>
                        </a:spcBef>
                        <a:spcAft>
                          <a:spcPct val="0"/>
                        </a:spcAft>
                        <a:defRPr>
                          <a:solidFill>
                            <a:schemeClr val="tx1"/>
                          </a:solidFill>
                          <a:latin typeface="Calibri" charset="0"/>
                          <a:ea typeface="ＭＳ Ｐゴシック" charset="-128"/>
                        </a:defRPr>
                      </a:lvl9pPr>
                    </a:lstStyle>
                    <a:p>
                      <a:pPr marL="0" marR="0" lvl="0" indent="0" algn="ctr" defTabSz="457200" rtl="0" eaLnBrk="1" fontAlgn="b" latinLnBrk="0" hangingPunct="1">
                        <a:lnSpc>
                          <a:spcPct val="100000"/>
                        </a:lnSpc>
                        <a:spcBef>
                          <a:spcPct val="0"/>
                        </a:spcBef>
                        <a:spcAft>
                          <a:spcPct val="0"/>
                        </a:spcAft>
                        <a:buClrTx/>
                        <a:buSzTx/>
                        <a:buFontTx/>
                        <a:buNone/>
                        <a:tabLst/>
                      </a:pPr>
                      <a:r>
                        <a:rPr kumimoji="0" lang="en-US" altLang="en-US" sz="1200" b="0" i="0" u="none" strike="noStrike" cap="none" normalizeH="0" baseline="0" dirty="0">
                          <a:ln>
                            <a:noFill/>
                          </a:ln>
                          <a:solidFill>
                            <a:schemeClr val="tx1"/>
                          </a:solidFill>
                          <a:effectLst/>
                          <a:latin typeface="Calibri" charset="0"/>
                          <a:ea typeface="ＭＳ Ｐゴシック" charset="-128"/>
                        </a:rPr>
                        <a:t>1416</a:t>
                      </a:r>
                      <a:endParaRPr kumimoji="0" lang="en-US" altLang="en-US" sz="1200" b="0" i="0" u="none" strike="noStrike" cap="none" normalizeH="0" baseline="0" dirty="0">
                        <a:ln>
                          <a:noFill/>
                        </a:ln>
                        <a:solidFill>
                          <a:srgbClr val="000000"/>
                        </a:solidFill>
                        <a:effectLst/>
                        <a:latin typeface="Calibri" charset="0"/>
                        <a:ea typeface="ＭＳ Ｐゴシック" charset="-128"/>
                      </a:endParaRPr>
                    </a:p>
                  </a:txBody>
                  <a:tcPr marL="7620" marR="7620" marT="10160" marB="0" anchor="b" horzOverflow="overflow">
                    <a:lnL>
                      <a:noFill/>
                    </a:lnL>
                    <a:lnR w="12700" cap="flat" cmpd="sng" algn="ctr">
                      <a:solidFill>
                        <a:schemeClr val="tx1"/>
                      </a:solidFill>
                      <a:prstDash val="solid"/>
                      <a:round/>
                      <a:headEnd type="none" w="med" len="med"/>
                      <a:tailEnd type="none" w="med" len="med"/>
                    </a:lnR>
                    <a:lnT>
                      <a:noFill/>
                    </a:lnT>
                    <a:lnB>
                      <a:noFill/>
                    </a:lnB>
                    <a:lnTlToBr>
                      <a:noFill/>
                    </a:lnTlToBr>
                    <a:lnBlToTr>
                      <a:noFill/>
                    </a:lnBlToTr>
                    <a:noFill/>
                  </a:tcPr>
                </a:tc>
                <a:tc>
                  <a:txBody>
                    <a:bodyPr/>
                    <a:lstStyle>
                      <a:lvl1pPr eaLnBrk="0" hangingPunct="0">
                        <a:spcBef>
                          <a:spcPct val="20000"/>
                        </a:spcBef>
                        <a:buFont typeface="Arial" charset="0"/>
                        <a:defRPr sz="2800">
                          <a:solidFill>
                            <a:schemeClr val="tx1"/>
                          </a:solidFill>
                          <a:latin typeface="Calibri" charset="0"/>
                          <a:ea typeface="ＭＳ Ｐゴシック" charset="-128"/>
                        </a:defRPr>
                      </a:lvl1pPr>
                      <a:lvl2pPr marL="37931725" indent="-37474525" eaLnBrk="0" hangingPunct="0">
                        <a:spcBef>
                          <a:spcPct val="20000"/>
                        </a:spcBef>
                        <a:buFont typeface="Arial" charset="0"/>
                        <a:defRPr sz="2400">
                          <a:solidFill>
                            <a:schemeClr val="tx1"/>
                          </a:solidFill>
                          <a:latin typeface="Calibri" charset="0"/>
                          <a:ea typeface="ＭＳ Ｐゴシック" charset="-128"/>
                        </a:defRPr>
                      </a:lvl2pPr>
                      <a:lvl3pPr eaLnBrk="0" hangingPunct="0">
                        <a:spcBef>
                          <a:spcPct val="20000"/>
                        </a:spcBef>
                        <a:defRPr sz="2000">
                          <a:solidFill>
                            <a:schemeClr val="tx1"/>
                          </a:solidFill>
                          <a:latin typeface="Calibri" charset="0"/>
                          <a:ea typeface="ＭＳ Ｐゴシック" charset="-128"/>
                        </a:defRPr>
                      </a:lvl3pPr>
                      <a:lvl4pPr eaLnBrk="0" hangingPunct="0">
                        <a:spcBef>
                          <a:spcPct val="20000"/>
                        </a:spcBef>
                        <a:defRPr>
                          <a:solidFill>
                            <a:schemeClr val="tx1"/>
                          </a:solidFill>
                          <a:latin typeface="Calibri" charset="0"/>
                          <a:ea typeface="ＭＳ Ｐゴシック" charset="-128"/>
                        </a:defRPr>
                      </a:lvl4pPr>
                      <a:lvl5pPr eaLnBrk="0" hangingPunct="0">
                        <a:spcBef>
                          <a:spcPct val="20000"/>
                        </a:spcBef>
                        <a:defRPr>
                          <a:solidFill>
                            <a:schemeClr val="tx1"/>
                          </a:solidFill>
                          <a:latin typeface="Calibri" charset="0"/>
                          <a:ea typeface="ＭＳ Ｐゴシック" charset="-128"/>
                        </a:defRPr>
                      </a:lvl5pPr>
                      <a:lvl6pPr marL="457200" eaLnBrk="0" fontAlgn="base" hangingPunct="0">
                        <a:spcBef>
                          <a:spcPct val="20000"/>
                        </a:spcBef>
                        <a:spcAft>
                          <a:spcPct val="0"/>
                        </a:spcAft>
                        <a:defRPr>
                          <a:solidFill>
                            <a:schemeClr val="tx1"/>
                          </a:solidFill>
                          <a:latin typeface="Calibri" charset="0"/>
                          <a:ea typeface="ＭＳ Ｐゴシック" charset="-128"/>
                        </a:defRPr>
                      </a:lvl6pPr>
                      <a:lvl7pPr marL="914400" eaLnBrk="0" fontAlgn="base" hangingPunct="0">
                        <a:spcBef>
                          <a:spcPct val="20000"/>
                        </a:spcBef>
                        <a:spcAft>
                          <a:spcPct val="0"/>
                        </a:spcAft>
                        <a:defRPr>
                          <a:solidFill>
                            <a:schemeClr val="tx1"/>
                          </a:solidFill>
                          <a:latin typeface="Calibri" charset="0"/>
                          <a:ea typeface="ＭＳ Ｐゴシック" charset="-128"/>
                        </a:defRPr>
                      </a:lvl7pPr>
                      <a:lvl8pPr marL="1371600" eaLnBrk="0" fontAlgn="base" hangingPunct="0">
                        <a:spcBef>
                          <a:spcPct val="20000"/>
                        </a:spcBef>
                        <a:spcAft>
                          <a:spcPct val="0"/>
                        </a:spcAft>
                        <a:defRPr>
                          <a:solidFill>
                            <a:schemeClr val="tx1"/>
                          </a:solidFill>
                          <a:latin typeface="Calibri" charset="0"/>
                          <a:ea typeface="ＭＳ Ｐゴシック" charset="-128"/>
                        </a:defRPr>
                      </a:lvl8pPr>
                      <a:lvl9pPr marL="1828800" eaLnBrk="0" fontAlgn="base" hangingPunct="0">
                        <a:spcBef>
                          <a:spcPct val="20000"/>
                        </a:spcBef>
                        <a:spcAft>
                          <a:spcPct val="0"/>
                        </a:spcAft>
                        <a:defRPr>
                          <a:solidFill>
                            <a:schemeClr val="tx1"/>
                          </a:solidFill>
                          <a:latin typeface="Calibri" charset="0"/>
                          <a:ea typeface="ＭＳ Ｐゴシック" charset="-128"/>
                        </a:defRPr>
                      </a:lvl9pPr>
                    </a:lstStyle>
                    <a:p>
                      <a:pPr marL="0" marR="0" lvl="0" indent="0" algn="ctr" defTabSz="457200" rtl="0" eaLnBrk="1" fontAlgn="b" latinLnBrk="0" hangingPunct="1">
                        <a:lnSpc>
                          <a:spcPct val="100000"/>
                        </a:lnSpc>
                        <a:spcBef>
                          <a:spcPct val="0"/>
                        </a:spcBef>
                        <a:spcAft>
                          <a:spcPct val="0"/>
                        </a:spcAft>
                        <a:buClrTx/>
                        <a:buSzTx/>
                        <a:buFontTx/>
                        <a:buNone/>
                        <a:tabLst/>
                      </a:pPr>
                      <a:r>
                        <a:rPr kumimoji="0" lang="en-US" altLang="en-US" sz="1200" b="0" i="0" u="none" strike="noStrike" cap="none" normalizeH="0" baseline="0">
                          <a:ln>
                            <a:noFill/>
                          </a:ln>
                          <a:solidFill>
                            <a:schemeClr val="tx1"/>
                          </a:solidFill>
                          <a:effectLst/>
                          <a:latin typeface="Calibri" charset="0"/>
                          <a:ea typeface="ＭＳ Ｐゴシック" charset="-128"/>
                        </a:rPr>
                        <a:t>232</a:t>
                      </a:r>
                      <a:endParaRPr kumimoji="0" lang="en-US" altLang="en-US" sz="1200" b="0" i="0" u="none" strike="noStrike" cap="none" normalizeH="0" baseline="0">
                        <a:ln>
                          <a:noFill/>
                        </a:ln>
                        <a:solidFill>
                          <a:srgbClr val="000000"/>
                        </a:solidFill>
                        <a:effectLst/>
                        <a:latin typeface="Calibri" charset="0"/>
                        <a:ea typeface="ＭＳ Ｐゴシック" charset="-128"/>
                      </a:endParaRPr>
                    </a:p>
                  </a:txBody>
                  <a:tcPr marL="7620" marR="7620" marT="10160" marB="0" anchor="b" horzOverflow="overflow">
                    <a:lnL w="12700" cap="flat" cmpd="sng" algn="ctr">
                      <a:solidFill>
                        <a:schemeClr val="tx1"/>
                      </a:solidFill>
                      <a:prstDash val="solid"/>
                      <a:round/>
                      <a:headEnd type="none" w="med" len="med"/>
                      <a:tailEnd type="none" w="med" len="med"/>
                    </a:lnL>
                    <a:lnR>
                      <a:noFill/>
                    </a:lnR>
                    <a:lnT>
                      <a:noFill/>
                    </a:lnT>
                    <a:lnB>
                      <a:noFill/>
                    </a:lnB>
                    <a:lnTlToBr>
                      <a:noFill/>
                    </a:lnTlToBr>
                    <a:lnBlToTr>
                      <a:noFill/>
                    </a:lnBlToTr>
                    <a:noFill/>
                  </a:tcPr>
                </a:tc>
                <a:extLst>
                  <a:ext uri="{0D108BD9-81ED-4DB2-BD59-A6C34878D82A}">
                    <a16:rowId xmlns:a16="http://schemas.microsoft.com/office/drawing/2014/main" val="10002"/>
                  </a:ext>
                </a:extLst>
              </a:tr>
              <a:tr h="274514">
                <a:tc>
                  <a:txBody>
                    <a:bodyPr/>
                    <a:lstStyle>
                      <a:lvl1pPr eaLnBrk="0" hangingPunct="0">
                        <a:spcBef>
                          <a:spcPct val="20000"/>
                        </a:spcBef>
                        <a:buFont typeface="Arial" charset="0"/>
                        <a:defRPr sz="2800">
                          <a:solidFill>
                            <a:schemeClr val="tx1"/>
                          </a:solidFill>
                          <a:latin typeface="Calibri" charset="0"/>
                          <a:ea typeface="ＭＳ Ｐゴシック" charset="-128"/>
                        </a:defRPr>
                      </a:lvl1pPr>
                      <a:lvl2pPr marL="37931725" indent="-37474525" eaLnBrk="0" hangingPunct="0">
                        <a:spcBef>
                          <a:spcPct val="20000"/>
                        </a:spcBef>
                        <a:buFont typeface="Arial" charset="0"/>
                        <a:defRPr sz="2400">
                          <a:solidFill>
                            <a:schemeClr val="tx1"/>
                          </a:solidFill>
                          <a:latin typeface="Calibri" charset="0"/>
                          <a:ea typeface="ＭＳ Ｐゴシック" charset="-128"/>
                        </a:defRPr>
                      </a:lvl2pPr>
                      <a:lvl3pPr eaLnBrk="0" hangingPunct="0">
                        <a:spcBef>
                          <a:spcPct val="20000"/>
                        </a:spcBef>
                        <a:defRPr sz="2000">
                          <a:solidFill>
                            <a:schemeClr val="tx1"/>
                          </a:solidFill>
                          <a:latin typeface="Calibri" charset="0"/>
                          <a:ea typeface="ＭＳ Ｐゴシック" charset="-128"/>
                        </a:defRPr>
                      </a:lvl3pPr>
                      <a:lvl4pPr eaLnBrk="0" hangingPunct="0">
                        <a:spcBef>
                          <a:spcPct val="20000"/>
                        </a:spcBef>
                        <a:defRPr>
                          <a:solidFill>
                            <a:schemeClr val="tx1"/>
                          </a:solidFill>
                          <a:latin typeface="Calibri" charset="0"/>
                          <a:ea typeface="ＭＳ Ｐゴシック" charset="-128"/>
                        </a:defRPr>
                      </a:lvl4pPr>
                      <a:lvl5pPr eaLnBrk="0" hangingPunct="0">
                        <a:spcBef>
                          <a:spcPct val="20000"/>
                        </a:spcBef>
                        <a:defRPr>
                          <a:solidFill>
                            <a:schemeClr val="tx1"/>
                          </a:solidFill>
                          <a:latin typeface="Calibri" charset="0"/>
                          <a:ea typeface="ＭＳ Ｐゴシック" charset="-128"/>
                        </a:defRPr>
                      </a:lvl5pPr>
                      <a:lvl6pPr marL="457200" eaLnBrk="0" fontAlgn="base" hangingPunct="0">
                        <a:spcBef>
                          <a:spcPct val="20000"/>
                        </a:spcBef>
                        <a:spcAft>
                          <a:spcPct val="0"/>
                        </a:spcAft>
                        <a:defRPr>
                          <a:solidFill>
                            <a:schemeClr val="tx1"/>
                          </a:solidFill>
                          <a:latin typeface="Calibri" charset="0"/>
                          <a:ea typeface="ＭＳ Ｐゴシック" charset="-128"/>
                        </a:defRPr>
                      </a:lvl6pPr>
                      <a:lvl7pPr marL="914400" eaLnBrk="0" fontAlgn="base" hangingPunct="0">
                        <a:spcBef>
                          <a:spcPct val="20000"/>
                        </a:spcBef>
                        <a:spcAft>
                          <a:spcPct val="0"/>
                        </a:spcAft>
                        <a:defRPr>
                          <a:solidFill>
                            <a:schemeClr val="tx1"/>
                          </a:solidFill>
                          <a:latin typeface="Calibri" charset="0"/>
                          <a:ea typeface="ＭＳ Ｐゴシック" charset="-128"/>
                        </a:defRPr>
                      </a:lvl7pPr>
                      <a:lvl8pPr marL="1371600" eaLnBrk="0" fontAlgn="base" hangingPunct="0">
                        <a:spcBef>
                          <a:spcPct val="20000"/>
                        </a:spcBef>
                        <a:spcAft>
                          <a:spcPct val="0"/>
                        </a:spcAft>
                        <a:defRPr>
                          <a:solidFill>
                            <a:schemeClr val="tx1"/>
                          </a:solidFill>
                          <a:latin typeface="Calibri" charset="0"/>
                          <a:ea typeface="ＭＳ Ｐゴシック" charset="-128"/>
                        </a:defRPr>
                      </a:lvl8pPr>
                      <a:lvl9pPr marL="1828800" eaLnBrk="0" fontAlgn="base" hangingPunct="0">
                        <a:spcBef>
                          <a:spcPct val="20000"/>
                        </a:spcBef>
                        <a:spcAft>
                          <a:spcPct val="0"/>
                        </a:spcAft>
                        <a:defRPr>
                          <a:solidFill>
                            <a:schemeClr val="tx1"/>
                          </a:solidFill>
                          <a:latin typeface="Calibri" charset="0"/>
                          <a:ea typeface="ＭＳ Ｐゴシック" charset="-128"/>
                        </a:defRPr>
                      </a:lvl9pPr>
                    </a:lstStyle>
                    <a:p>
                      <a:pPr marL="0" marR="0" lvl="0" indent="0" algn="ctr" defTabSz="457200" rtl="0" eaLnBrk="1" fontAlgn="b" latinLnBrk="0" hangingPunct="1">
                        <a:lnSpc>
                          <a:spcPct val="100000"/>
                        </a:lnSpc>
                        <a:spcBef>
                          <a:spcPct val="0"/>
                        </a:spcBef>
                        <a:spcAft>
                          <a:spcPct val="0"/>
                        </a:spcAft>
                        <a:buClrTx/>
                        <a:buSzTx/>
                        <a:buFontTx/>
                        <a:buNone/>
                        <a:tabLst/>
                      </a:pPr>
                      <a:r>
                        <a:rPr kumimoji="0" lang="en-US" altLang="en-US" sz="1200" b="0" i="0" u="none" strike="noStrike" cap="none" normalizeH="0" baseline="0" dirty="0">
                          <a:ln>
                            <a:noFill/>
                          </a:ln>
                          <a:solidFill>
                            <a:schemeClr val="tx1"/>
                          </a:solidFill>
                          <a:effectLst/>
                          <a:latin typeface="Calibri" charset="0"/>
                          <a:ea typeface="ＭＳ Ｐゴシック" charset="-128"/>
                        </a:rPr>
                        <a:t>1534</a:t>
                      </a:r>
                      <a:endParaRPr kumimoji="0" lang="en-US" altLang="en-US" sz="1200" b="0" i="0" u="none" strike="noStrike" cap="none" normalizeH="0" baseline="0" dirty="0">
                        <a:ln>
                          <a:noFill/>
                        </a:ln>
                        <a:solidFill>
                          <a:srgbClr val="000000"/>
                        </a:solidFill>
                        <a:effectLst/>
                        <a:latin typeface="Calibri" charset="0"/>
                        <a:ea typeface="ＭＳ Ｐゴシック" charset="-128"/>
                      </a:endParaRPr>
                    </a:p>
                  </a:txBody>
                  <a:tcPr marL="7620" marR="7620" marT="10160" marB="0" anchor="b" horzOverflow="overflow">
                    <a:lnL>
                      <a:noFill/>
                    </a:lnL>
                    <a:lnR w="12700" cap="flat" cmpd="sng" algn="ctr">
                      <a:solidFill>
                        <a:schemeClr val="tx1"/>
                      </a:solidFill>
                      <a:prstDash val="solid"/>
                      <a:round/>
                      <a:headEnd type="none" w="med" len="med"/>
                      <a:tailEnd type="none" w="med" len="med"/>
                    </a:lnR>
                    <a:lnT>
                      <a:noFill/>
                    </a:lnT>
                    <a:lnB>
                      <a:noFill/>
                    </a:lnB>
                    <a:lnTlToBr>
                      <a:noFill/>
                    </a:lnTlToBr>
                    <a:lnBlToTr>
                      <a:noFill/>
                    </a:lnBlToTr>
                    <a:noFill/>
                  </a:tcPr>
                </a:tc>
                <a:tc>
                  <a:txBody>
                    <a:bodyPr/>
                    <a:lstStyle>
                      <a:lvl1pPr eaLnBrk="0" hangingPunct="0">
                        <a:spcBef>
                          <a:spcPct val="20000"/>
                        </a:spcBef>
                        <a:buFont typeface="Arial" charset="0"/>
                        <a:defRPr sz="2800">
                          <a:solidFill>
                            <a:schemeClr val="tx1"/>
                          </a:solidFill>
                          <a:latin typeface="Calibri" charset="0"/>
                          <a:ea typeface="ＭＳ Ｐゴシック" charset="-128"/>
                        </a:defRPr>
                      </a:lvl1pPr>
                      <a:lvl2pPr marL="37931725" indent="-37474525" eaLnBrk="0" hangingPunct="0">
                        <a:spcBef>
                          <a:spcPct val="20000"/>
                        </a:spcBef>
                        <a:buFont typeface="Arial" charset="0"/>
                        <a:defRPr sz="2400">
                          <a:solidFill>
                            <a:schemeClr val="tx1"/>
                          </a:solidFill>
                          <a:latin typeface="Calibri" charset="0"/>
                          <a:ea typeface="ＭＳ Ｐゴシック" charset="-128"/>
                        </a:defRPr>
                      </a:lvl2pPr>
                      <a:lvl3pPr eaLnBrk="0" hangingPunct="0">
                        <a:spcBef>
                          <a:spcPct val="20000"/>
                        </a:spcBef>
                        <a:defRPr sz="2000">
                          <a:solidFill>
                            <a:schemeClr val="tx1"/>
                          </a:solidFill>
                          <a:latin typeface="Calibri" charset="0"/>
                          <a:ea typeface="ＭＳ Ｐゴシック" charset="-128"/>
                        </a:defRPr>
                      </a:lvl3pPr>
                      <a:lvl4pPr eaLnBrk="0" hangingPunct="0">
                        <a:spcBef>
                          <a:spcPct val="20000"/>
                        </a:spcBef>
                        <a:defRPr>
                          <a:solidFill>
                            <a:schemeClr val="tx1"/>
                          </a:solidFill>
                          <a:latin typeface="Calibri" charset="0"/>
                          <a:ea typeface="ＭＳ Ｐゴシック" charset="-128"/>
                        </a:defRPr>
                      </a:lvl4pPr>
                      <a:lvl5pPr eaLnBrk="0" hangingPunct="0">
                        <a:spcBef>
                          <a:spcPct val="20000"/>
                        </a:spcBef>
                        <a:defRPr>
                          <a:solidFill>
                            <a:schemeClr val="tx1"/>
                          </a:solidFill>
                          <a:latin typeface="Calibri" charset="0"/>
                          <a:ea typeface="ＭＳ Ｐゴシック" charset="-128"/>
                        </a:defRPr>
                      </a:lvl5pPr>
                      <a:lvl6pPr marL="457200" eaLnBrk="0" fontAlgn="base" hangingPunct="0">
                        <a:spcBef>
                          <a:spcPct val="20000"/>
                        </a:spcBef>
                        <a:spcAft>
                          <a:spcPct val="0"/>
                        </a:spcAft>
                        <a:defRPr>
                          <a:solidFill>
                            <a:schemeClr val="tx1"/>
                          </a:solidFill>
                          <a:latin typeface="Calibri" charset="0"/>
                          <a:ea typeface="ＭＳ Ｐゴシック" charset="-128"/>
                        </a:defRPr>
                      </a:lvl6pPr>
                      <a:lvl7pPr marL="914400" eaLnBrk="0" fontAlgn="base" hangingPunct="0">
                        <a:spcBef>
                          <a:spcPct val="20000"/>
                        </a:spcBef>
                        <a:spcAft>
                          <a:spcPct val="0"/>
                        </a:spcAft>
                        <a:defRPr>
                          <a:solidFill>
                            <a:schemeClr val="tx1"/>
                          </a:solidFill>
                          <a:latin typeface="Calibri" charset="0"/>
                          <a:ea typeface="ＭＳ Ｐゴシック" charset="-128"/>
                        </a:defRPr>
                      </a:lvl7pPr>
                      <a:lvl8pPr marL="1371600" eaLnBrk="0" fontAlgn="base" hangingPunct="0">
                        <a:spcBef>
                          <a:spcPct val="20000"/>
                        </a:spcBef>
                        <a:spcAft>
                          <a:spcPct val="0"/>
                        </a:spcAft>
                        <a:defRPr>
                          <a:solidFill>
                            <a:schemeClr val="tx1"/>
                          </a:solidFill>
                          <a:latin typeface="Calibri" charset="0"/>
                          <a:ea typeface="ＭＳ Ｐゴシック" charset="-128"/>
                        </a:defRPr>
                      </a:lvl8pPr>
                      <a:lvl9pPr marL="1828800" eaLnBrk="0" fontAlgn="base" hangingPunct="0">
                        <a:spcBef>
                          <a:spcPct val="20000"/>
                        </a:spcBef>
                        <a:spcAft>
                          <a:spcPct val="0"/>
                        </a:spcAft>
                        <a:defRPr>
                          <a:solidFill>
                            <a:schemeClr val="tx1"/>
                          </a:solidFill>
                          <a:latin typeface="Calibri" charset="0"/>
                          <a:ea typeface="ＭＳ Ｐゴシック" charset="-128"/>
                        </a:defRPr>
                      </a:lvl9pPr>
                    </a:lstStyle>
                    <a:p>
                      <a:pPr marL="0" marR="0" lvl="0" indent="0" algn="ctr" defTabSz="457200" rtl="0" eaLnBrk="1" fontAlgn="b" latinLnBrk="0" hangingPunct="1">
                        <a:lnSpc>
                          <a:spcPct val="100000"/>
                        </a:lnSpc>
                        <a:spcBef>
                          <a:spcPct val="0"/>
                        </a:spcBef>
                        <a:spcAft>
                          <a:spcPct val="0"/>
                        </a:spcAft>
                        <a:buClrTx/>
                        <a:buSzTx/>
                        <a:buFontTx/>
                        <a:buNone/>
                        <a:tabLst/>
                      </a:pPr>
                      <a:r>
                        <a:rPr kumimoji="0" lang="en-US" altLang="en-US" sz="1200" b="0" i="0" u="none" strike="noStrike" cap="none" normalizeH="0" baseline="0">
                          <a:ln>
                            <a:noFill/>
                          </a:ln>
                          <a:solidFill>
                            <a:schemeClr val="tx1"/>
                          </a:solidFill>
                          <a:effectLst/>
                          <a:latin typeface="Calibri" charset="0"/>
                          <a:ea typeface="ＭＳ Ｐゴシック" charset="-128"/>
                        </a:rPr>
                        <a:t>315</a:t>
                      </a:r>
                      <a:endParaRPr kumimoji="0" lang="en-US" altLang="en-US" sz="1200" b="0" i="0" u="none" strike="noStrike" cap="none" normalizeH="0" baseline="0">
                        <a:ln>
                          <a:noFill/>
                        </a:ln>
                        <a:solidFill>
                          <a:srgbClr val="000000"/>
                        </a:solidFill>
                        <a:effectLst/>
                        <a:latin typeface="Calibri" charset="0"/>
                        <a:ea typeface="ＭＳ Ｐゴシック" charset="-128"/>
                      </a:endParaRPr>
                    </a:p>
                  </a:txBody>
                  <a:tcPr marL="7620" marR="7620" marT="10160" marB="0" anchor="b" horzOverflow="overflow">
                    <a:lnL w="12700" cap="flat" cmpd="sng" algn="ctr">
                      <a:solidFill>
                        <a:schemeClr val="tx1"/>
                      </a:solidFill>
                      <a:prstDash val="solid"/>
                      <a:round/>
                      <a:headEnd type="none" w="med" len="med"/>
                      <a:tailEnd type="none" w="med" len="med"/>
                    </a:lnL>
                    <a:lnR>
                      <a:noFill/>
                    </a:lnR>
                    <a:lnT>
                      <a:noFill/>
                    </a:lnT>
                    <a:lnB>
                      <a:noFill/>
                    </a:lnB>
                    <a:lnTlToBr>
                      <a:noFill/>
                    </a:lnTlToBr>
                    <a:lnBlToTr>
                      <a:noFill/>
                    </a:lnBlToTr>
                    <a:noFill/>
                  </a:tcPr>
                </a:tc>
                <a:extLst>
                  <a:ext uri="{0D108BD9-81ED-4DB2-BD59-A6C34878D82A}">
                    <a16:rowId xmlns:a16="http://schemas.microsoft.com/office/drawing/2014/main" val="10003"/>
                  </a:ext>
                </a:extLst>
              </a:tr>
              <a:tr h="274514">
                <a:tc>
                  <a:txBody>
                    <a:bodyPr/>
                    <a:lstStyle>
                      <a:lvl1pPr eaLnBrk="0" hangingPunct="0">
                        <a:spcBef>
                          <a:spcPct val="20000"/>
                        </a:spcBef>
                        <a:buFont typeface="Arial" charset="0"/>
                        <a:defRPr sz="2800">
                          <a:solidFill>
                            <a:schemeClr val="tx1"/>
                          </a:solidFill>
                          <a:latin typeface="Calibri" charset="0"/>
                          <a:ea typeface="ＭＳ Ｐゴシック" charset="-128"/>
                        </a:defRPr>
                      </a:lvl1pPr>
                      <a:lvl2pPr marL="37931725" indent="-37474525" eaLnBrk="0" hangingPunct="0">
                        <a:spcBef>
                          <a:spcPct val="20000"/>
                        </a:spcBef>
                        <a:buFont typeface="Arial" charset="0"/>
                        <a:defRPr sz="2400">
                          <a:solidFill>
                            <a:schemeClr val="tx1"/>
                          </a:solidFill>
                          <a:latin typeface="Calibri" charset="0"/>
                          <a:ea typeface="ＭＳ Ｐゴシック" charset="-128"/>
                        </a:defRPr>
                      </a:lvl2pPr>
                      <a:lvl3pPr eaLnBrk="0" hangingPunct="0">
                        <a:spcBef>
                          <a:spcPct val="20000"/>
                        </a:spcBef>
                        <a:defRPr sz="2000">
                          <a:solidFill>
                            <a:schemeClr val="tx1"/>
                          </a:solidFill>
                          <a:latin typeface="Calibri" charset="0"/>
                          <a:ea typeface="ＭＳ Ｐゴシック" charset="-128"/>
                        </a:defRPr>
                      </a:lvl3pPr>
                      <a:lvl4pPr eaLnBrk="0" hangingPunct="0">
                        <a:spcBef>
                          <a:spcPct val="20000"/>
                        </a:spcBef>
                        <a:defRPr>
                          <a:solidFill>
                            <a:schemeClr val="tx1"/>
                          </a:solidFill>
                          <a:latin typeface="Calibri" charset="0"/>
                          <a:ea typeface="ＭＳ Ｐゴシック" charset="-128"/>
                        </a:defRPr>
                      </a:lvl4pPr>
                      <a:lvl5pPr eaLnBrk="0" hangingPunct="0">
                        <a:spcBef>
                          <a:spcPct val="20000"/>
                        </a:spcBef>
                        <a:defRPr>
                          <a:solidFill>
                            <a:schemeClr val="tx1"/>
                          </a:solidFill>
                          <a:latin typeface="Calibri" charset="0"/>
                          <a:ea typeface="ＭＳ Ｐゴシック" charset="-128"/>
                        </a:defRPr>
                      </a:lvl5pPr>
                      <a:lvl6pPr marL="457200" eaLnBrk="0" fontAlgn="base" hangingPunct="0">
                        <a:spcBef>
                          <a:spcPct val="20000"/>
                        </a:spcBef>
                        <a:spcAft>
                          <a:spcPct val="0"/>
                        </a:spcAft>
                        <a:defRPr>
                          <a:solidFill>
                            <a:schemeClr val="tx1"/>
                          </a:solidFill>
                          <a:latin typeface="Calibri" charset="0"/>
                          <a:ea typeface="ＭＳ Ｐゴシック" charset="-128"/>
                        </a:defRPr>
                      </a:lvl6pPr>
                      <a:lvl7pPr marL="914400" eaLnBrk="0" fontAlgn="base" hangingPunct="0">
                        <a:spcBef>
                          <a:spcPct val="20000"/>
                        </a:spcBef>
                        <a:spcAft>
                          <a:spcPct val="0"/>
                        </a:spcAft>
                        <a:defRPr>
                          <a:solidFill>
                            <a:schemeClr val="tx1"/>
                          </a:solidFill>
                          <a:latin typeface="Calibri" charset="0"/>
                          <a:ea typeface="ＭＳ Ｐゴシック" charset="-128"/>
                        </a:defRPr>
                      </a:lvl7pPr>
                      <a:lvl8pPr marL="1371600" eaLnBrk="0" fontAlgn="base" hangingPunct="0">
                        <a:spcBef>
                          <a:spcPct val="20000"/>
                        </a:spcBef>
                        <a:spcAft>
                          <a:spcPct val="0"/>
                        </a:spcAft>
                        <a:defRPr>
                          <a:solidFill>
                            <a:schemeClr val="tx1"/>
                          </a:solidFill>
                          <a:latin typeface="Calibri" charset="0"/>
                          <a:ea typeface="ＭＳ Ｐゴシック" charset="-128"/>
                        </a:defRPr>
                      </a:lvl8pPr>
                      <a:lvl9pPr marL="1828800" eaLnBrk="0" fontAlgn="base" hangingPunct="0">
                        <a:spcBef>
                          <a:spcPct val="20000"/>
                        </a:spcBef>
                        <a:spcAft>
                          <a:spcPct val="0"/>
                        </a:spcAft>
                        <a:defRPr>
                          <a:solidFill>
                            <a:schemeClr val="tx1"/>
                          </a:solidFill>
                          <a:latin typeface="Calibri" charset="0"/>
                          <a:ea typeface="ＭＳ Ｐゴシック" charset="-128"/>
                        </a:defRPr>
                      </a:lvl9pPr>
                    </a:lstStyle>
                    <a:p>
                      <a:pPr marL="0" marR="0" lvl="0" indent="0" algn="ctr" defTabSz="457200" rtl="0" eaLnBrk="1" fontAlgn="b" latinLnBrk="0" hangingPunct="1">
                        <a:lnSpc>
                          <a:spcPct val="100000"/>
                        </a:lnSpc>
                        <a:spcBef>
                          <a:spcPct val="0"/>
                        </a:spcBef>
                        <a:spcAft>
                          <a:spcPct val="0"/>
                        </a:spcAft>
                        <a:buClrTx/>
                        <a:buSzTx/>
                        <a:buFontTx/>
                        <a:buNone/>
                        <a:tabLst/>
                      </a:pPr>
                      <a:r>
                        <a:rPr kumimoji="0" lang="en-US" altLang="en-US" sz="1200" b="0" i="0" u="none" strike="noStrike" cap="none" normalizeH="0" baseline="0" dirty="0">
                          <a:ln>
                            <a:noFill/>
                          </a:ln>
                          <a:solidFill>
                            <a:schemeClr val="tx1"/>
                          </a:solidFill>
                          <a:effectLst/>
                          <a:latin typeface="Calibri" charset="0"/>
                          <a:ea typeface="ＭＳ Ｐゴシック" charset="-128"/>
                        </a:rPr>
                        <a:t>852</a:t>
                      </a:r>
                      <a:endParaRPr kumimoji="0" lang="en-US" altLang="en-US" sz="1200" b="0" i="0" u="none" strike="noStrike" cap="none" normalizeH="0" baseline="0" dirty="0">
                        <a:ln>
                          <a:noFill/>
                        </a:ln>
                        <a:solidFill>
                          <a:srgbClr val="000000"/>
                        </a:solidFill>
                        <a:effectLst/>
                        <a:latin typeface="Calibri" charset="0"/>
                        <a:ea typeface="ＭＳ Ｐゴシック" charset="-128"/>
                      </a:endParaRPr>
                    </a:p>
                  </a:txBody>
                  <a:tcPr marL="7620" marR="7620" marT="10160" marB="0" anchor="b" horzOverflow="overflow">
                    <a:lnL>
                      <a:noFill/>
                    </a:lnL>
                    <a:lnR w="12700" cap="flat" cmpd="sng" algn="ctr">
                      <a:solidFill>
                        <a:schemeClr val="tx1"/>
                      </a:solidFill>
                      <a:prstDash val="solid"/>
                      <a:round/>
                      <a:headEnd type="none" w="med" len="med"/>
                      <a:tailEnd type="none" w="med" len="med"/>
                    </a:lnR>
                    <a:lnT>
                      <a:noFill/>
                    </a:lnT>
                    <a:lnB>
                      <a:noFill/>
                    </a:lnB>
                    <a:lnTlToBr>
                      <a:noFill/>
                    </a:lnTlToBr>
                    <a:lnBlToTr>
                      <a:noFill/>
                    </a:lnBlToTr>
                    <a:noFill/>
                  </a:tcPr>
                </a:tc>
                <a:tc>
                  <a:txBody>
                    <a:bodyPr/>
                    <a:lstStyle>
                      <a:lvl1pPr eaLnBrk="0" hangingPunct="0">
                        <a:spcBef>
                          <a:spcPct val="20000"/>
                        </a:spcBef>
                        <a:buFont typeface="Arial" charset="0"/>
                        <a:defRPr sz="2800">
                          <a:solidFill>
                            <a:schemeClr val="tx1"/>
                          </a:solidFill>
                          <a:latin typeface="Calibri" charset="0"/>
                          <a:ea typeface="ＭＳ Ｐゴシック" charset="-128"/>
                        </a:defRPr>
                      </a:lvl1pPr>
                      <a:lvl2pPr marL="37931725" indent="-37474525" eaLnBrk="0" hangingPunct="0">
                        <a:spcBef>
                          <a:spcPct val="20000"/>
                        </a:spcBef>
                        <a:buFont typeface="Arial" charset="0"/>
                        <a:defRPr sz="2400">
                          <a:solidFill>
                            <a:schemeClr val="tx1"/>
                          </a:solidFill>
                          <a:latin typeface="Calibri" charset="0"/>
                          <a:ea typeface="ＭＳ Ｐゴシック" charset="-128"/>
                        </a:defRPr>
                      </a:lvl2pPr>
                      <a:lvl3pPr eaLnBrk="0" hangingPunct="0">
                        <a:spcBef>
                          <a:spcPct val="20000"/>
                        </a:spcBef>
                        <a:defRPr sz="2000">
                          <a:solidFill>
                            <a:schemeClr val="tx1"/>
                          </a:solidFill>
                          <a:latin typeface="Calibri" charset="0"/>
                          <a:ea typeface="ＭＳ Ｐゴシック" charset="-128"/>
                        </a:defRPr>
                      </a:lvl3pPr>
                      <a:lvl4pPr eaLnBrk="0" hangingPunct="0">
                        <a:spcBef>
                          <a:spcPct val="20000"/>
                        </a:spcBef>
                        <a:defRPr>
                          <a:solidFill>
                            <a:schemeClr val="tx1"/>
                          </a:solidFill>
                          <a:latin typeface="Calibri" charset="0"/>
                          <a:ea typeface="ＭＳ Ｐゴシック" charset="-128"/>
                        </a:defRPr>
                      </a:lvl4pPr>
                      <a:lvl5pPr eaLnBrk="0" hangingPunct="0">
                        <a:spcBef>
                          <a:spcPct val="20000"/>
                        </a:spcBef>
                        <a:defRPr>
                          <a:solidFill>
                            <a:schemeClr val="tx1"/>
                          </a:solidFill>
                          <a:latin typeface="Calibri" charset="0"/>
                          <a:ea typeface="ＭＳ Ｐゴシック" charset="-128"/>
                        </a:defRPr>
                      </a:lvl5pPr>
                      <a:lvl6pPr marL="457200" eaLnBrk="0" fontAlgn="base" hangingPunct="0">
                        <a:spcBef>
                          <a:spcPct val="20000"/>
                        </a:spcBef>
                        <a:spcAft>
                          <a:spcPct val="0"/>
                        </a:spcAft>
                        <a:defRPr>
                          <a:solidFill>
                            <a:schemeClr val="tx1"/>
                          </a:solidFill>
                          <a:latin typeface="Calibri" charset="0"/>
                          <a:ea typeface="ＭＳ Ｐゴシック" charset="-128"/>
                        </a:defRPr>
                      </a:lvl6pPr>
                      <a:lvl7pPr marL="914400" eaLnBrk="0" fontAlgn="base" hangingPunct="0">
                        <a:spcBef>
                          <a:spcPct val="20000"/>
                        </a:spcBef>
                        <a:spcAft>
                          <a:spcPct val="0"/>
                        </a:spcAft>
                        <a:defRPr>
                          <a:solidFill>
                            <a:schemeClr val="tx1"/>
                          </a:solidFill>
                          <a:latin typeface="Calibri" charset="0"/>
                          <a:ea typeface="ＭＳ Ｐゴシック" charset="-128"/>
                        </a:defRPr>
                      </a:lvl7pPr>
                      <a:lvl8pPr marL="1371600" eaLnBrk="0" fontAlgn="base" hangingPunct="0">
                        <a:spcBef>
                          <a:spcPct val="20000"/>
                        </a:spcBef>
                        <a:spcAft>
                          <a:spcPct val="0"/>
                        </a:spcAft>
                        <a:defRPr>
                          <a:solidFill>
                            <a:schemeClr val="tx1"/>
                          </a:solidFill>
                          <a:latin typeface="Calibri" charset="0"/>
                          <a:ea typeface="ＭＳ Ｐゴシック" charset="-128"/>
                        </a:defRPr>
                      </a:lvl8pPr>
                      <a:lvl9pPr marL="1828800" eaLnBrk="0" fontAlgn="base" hangingPunct="0">
                        <a:spcBef>
                          <a:spcPct val="20000"/>
                        </a:spcBef>
                        <a:spcAft>
                          <a:spcPct val="0"/>
                        </a:spcAft>
                        <a:defRPr>
                          <a:solidFill>
                            <a:schemeClr val="tx1"/>
                          </a:solidFill>
                          <a:latin typeface="Calibri" charset="0"/>
                          <a:ea typeface="ＭＳ Ｐゴシック" charset="-128"/>
                        </a:defRPr>
                      </a:lvl9pPr>
                    </a:lstStyle>
                    <a:p>
                      <a:pPr marL="0" marR="0" lvl="0" indent="0" algn="ctr" defTabSz="457200" rtl="0" eaLnBrk="1" fontAlgn="b" latinLnBrk="0" hangingPunct="1">
                        <a:lnSpc>
                          <a:spcPct val="100000"/>
                        </a:lnSpc>
                        <a:spcBef>
                          <a:spcPct val="0"/>
                        </a:spcBef>
                        <a:spcAft>
                          <a:spcPct val="0"/>
                        </a:spcAft>
                        <a:buClrTx/>
                        <a:buSzTx/>
                        <a:buFontTx/>
                        <a:buNone/>
                        <a:tabLst/>
                      </a:pPr>
                      <a:r>
                        <a:rPr kumimoji="0" lang="en-US" altLang="en-US" sz="1200" b="0" i="0" u="none" strike="noStrike" cap="none" normalizeH="0" baseline="0" dirty="0">
                          <a:ln>
                            <a:noFill/>
                          </a:ln>
                          <a:solidFill>
                            <a:schemeClr val="tx1"/>
                          </a:solidFill>
                          <a:effectLst/>
                          <a:latin typeface="Calibri" charset="0"/>
                          <a:ea typeface="ＭＳ Ｐゴシック" charset="-128"/>
                        </a:rPr>
                        <a:t>178</a:t>
                      </a:r>
                      <a:endParaRPr kumimoji="0" lang="en-US" altLang="en-US" sz="1200" b="0" i="0" u="none" strike="noStrike" cap="none" normalizeH="0" baseline="0" dirty="0">
                        <a:ln>
                          <a:noFill/>
                        </a:ln>
                        <a:solidFill>
                          <a:srgbClr val="000000"/>
                        </a:solidFill>
                        <a:effectLst/>
                        <a:latin typeface="Calibri" charset="0"/>
                        <a:ea typeface="ＭＳ Ｐゴシック" charset="-128"/>
                      </a:endParaRPr>
                    </a:p>
                  </a:txBody>
                  <a:tcPr marL="7620" marR="7620" marT="10160" marB="0" anchor="b" horzOverflow="overflow">
                    <a:lnL w="12700" cap="flat" cmpd="sng" algn="ctr">
                      <a:solidFill>
                        <a:schemeClr val="tx1"/>
                      </a:solidFill>
                      <a:prstDash val="solid"/>
                      <a:round/>
                      <a:headEnd type="none" w="med" len="med"/>
                      <a:tailEnd type="none" w="med" len="med"/>
                    </a:lnL>
                    <a:lnR>
                      <a:noFill/>
                    </a:lnR>
                    <a:lnT>
                      <a:noFill/>
                    </a:lnT>
                    <a:lnB>
                      <a:noFill/>
                    </a:lnB>
                    <a:lnTlToBr>
                      <a:noFill/>
                    </a:lnTlToBr>
                    <a:lnBlToTr>
                      <a:noFill/>
                    </a:lnBlToTr>
                    <a:noFill/>
                  </a:tcPr>
                </a:tc>
                <a:extLst>
                  <a:ext uri="{0D108BD9-81ED-4DB2-BD59-A6C34878D82A}">
                    <a16:rowId xmlns:a16="http://schemas.microsoft.com/office/drawing/2014/main" val="10004"/>
                  </a:ext>
                </a:extLst>
              </a:tr>
              <a:tr h="568838">
                <a:tc>
                  <a:txBody>
                    <a:bodyPr/>
                    <a:lstStyle>
                      <a:lvl1pPr eaLnBrk="0" hangingPunct="0">
                        <a:spcBef>
                          <a:spcPct val="20000"/>
                        </a:spcBef>
                        <a:buFont typeface="Arial" charset="0"/>
                        <a:defRPr sz="2800">
                          <a:solidFill>
                            <a:schemeClr val="tx1"/>
                          </a:solidFill>
                          <a:latin typeface="Calibri" charset="0"/>
                          <a:ea typeface="ＭＳ Ｐゴシック" charset="-128"/>
                        </a:defRPr>
                      </a:lvl1pPr>
                      <a:lvl2pPr marL="37931725" indent="-37474525" eaLnBrk="0" hangingPunct="0">
                        <a:spcBef>
                          <a:spcPct val="20000"/>
                        </a:spcBef>
                        <a:buFont typeface="Arial" charset="0"/>
                        <a:defRPr sz="2400">
                          <a:solidFill>
                            <a:schemeClr val="tx1"/>
                          </a:solidFill>
                          <a:latin typeface="Calibri" charset="0"/>
                          <a:ea typeface="ＭＳ Ｐゴシック" charset="-128"/>
                        </a:defRPr>
                      </a:lvl2pPr>
                      <a:lvl3pPr eaLnBrk="0" hangingPunct="0">
                        <a:spcBef>
                          <a:spcPct val="20000"/>
                        </a:spcBef>
                        <a:defRPr sz="2000">
                          <a:solidFill>
                            <a:schemeClr val="tx1"/>
                          </a:solidFill>
                          <a:latin typeface="Calibri" charset="0"/>
                          <a:ea typeface="ＭＳ Ｐゴシック" charset="-128"/>
                        </a:defRPr>
                      </a:lvl3pPr>
                      <a:lvl4pPr eaLnBrk="0" hangingPunct="0">
                        <a:spcBef>
                          <a:spcPct val="20000"/>
                        </a:spcBef>
                        <a:defRPr>
                          <a:solidFill>
                            <a:schemeClr val="tx1"/>
                          </a:solidFill>
                          <a:latin typeface="Calibri" charset="0"/>
                          <a:ea typeface="ＭＳ Ｐゴシック" charset="-128"/>
                        </a:defRPr>
                      </a:lvl4pPr>
                      <a:lvl5pPr eaLnBrk="0" hangingPunct="0">
                        <a:spcBef>
                          <a:spcPct val="20000"/>
                        </a:spcBef>
                        <a:defRPr>
                          <a:solidFill>
                            <a:schemeClr val="tx1"/>
                          </a:solidFill>
                          <a:latin typeface="Calibri" charset="0"/>
                          <a:ea typeface="ＭＳ Ｐゴシック" charset="-128"/>
                        </a:defRPr>
                      </a:lvl5pPr>
                      <a:lvl6pPr marL="457200" eaLnBrk="0" fontAlgn="base" hangingPunct="0">
                        <a:spcBef>
                          <a:spcPct val="20000"/>
                        </a:spcBef>
                        <a:spcAft>
                          <a:spcPct val="0"/>
                        </a:spcAft>
                        <a:defRPr>
                          <a:solidFill>
                            <a:schemeClr val="tx1"/>
                          </a:solidFill>
                          <a:latin typeface="Calibri" charset="0"/>
                          <a:ea typeface="ＭＳ Ｐゴシック" charset="-128"/>
                        </a:defRPr>
                      </a:lvl6pPr>
                      <a:lvl7pPr marL="914400" eaLnBrk="0" fontAlgn="base" hangingPunct="0">
                        <a:spcBef>
                          <a:spcPct val="20000"/>
                        </a:spcBef>
                        <a:spcAft>
                          <a:spcPct val="0"/>
                        </a:spcAft>
                        <a:defRPr>
                          <a:solidFill>
                            <a:schemeClr val="tx1"/>
                          </a:solidFill>
                          <a:latin typeface="Calibri" charset="0"/>
                          <a:ea typeface="ＭＳ Ｐゴシック" charset="-128"/>
                        </a:defRPr>
                      </a:lvl7pPr>
                      <a:lvl8pPr marL="1371600" eaLnBrk="0" fontAlgn="base" hangingPunct="0">
                        <a:spcBef>
                          <a:spcPct val="20000"/>
                        </a:spcBef>
                        <a:spcAft>
                          <a:spcPct val="0"/>
                        </a:spcAft>
                        <a:defRPr>
                          <a:solidFill>
                            <a:schemeClr val="tx1"/>
                          </a:solidFill>
                          <a:latin typeface="Calibri" charset="0"/>
                          <a:ea typeface="ＭＳ Ｐゴシック" charset="-128"/>
                        </a:defRPr>
                      </a:lvl8pPr>
                      <a:lvl9pPr marL="1828800" eaLnBrk="0" fontAlgn="base" hangingPunct="0">
                        <a:spcBef>
                          <a:spcPct val="20000"/>
                        </a:spcBef>
                        <a:spcAft>
                          <a:spcPct val="0"/>
                        </a:spcAft>
                        <a:defRPr>
                          <a:solidFill>
                            <a:schemeClr val="tx1"/>
                          </a:solidFill>
                          <a:latin typeface="Calibri" charset="0"/>
                          <a:ea typeface="ＭＳ Ｐゴシック" charset="-128"/>
                        </a:defRPr>
                      </a:lvl9pPr>
                    </a:lstStyle>
                    <a:p>
                      <a:pPr marL="0" marR="0" lvl="0" indent="0" algn="ctr" defTabSz="457200" rtl="0" eaLnBrk="1" fontAlgn="b" latinLnBrk="0" hangingPunct="1">
                        <a:lnSpc>
                          <a:spcPct val="100000"/>
                        </a:lnSpc>
                        <a:spcBef>
                          <a:spcPct val="0"/>
                        </a:spcBef>
                        <a:spcAft>
                          <a:spcPct val="0"/>
                        </a:spcAft>
                        <a:buClrTx/>
                        <a:buSzTx/>
                        <a:buFontTx/>
                        <a:buNone/>
                        <a:tabLst/>
                      </a:pPr>
                      <a:r>
                        <a:rPr kumimoji="0" lang="en-US" altLang="en-US" sz="3200" b="0" i="0" u="none" strike="noStrike" cap="none" normalizeH="0" baseline="0" dirty="0">
                          <a:ln>
                            <a:noFill/>
                          </a:ln>
                          <a:solidFill>
                            <a:schemeClr val="tx1"/>
                          </a:solidFill>
                          <a:effectLst/>
                          <a:latin typeface="Calibri" charset="0"/>
                          <a:ea typeface="ＭＳ Ｐゴシック" charset="-128"/>
                        </a:rPr>
                        <a:t>…</a:t>
                      </a:r>
                      <a:endParaRPr kumimoji="0" lang="en-US" altLang="en-US" sz="3200" b="0" i="0" u="none" strike="noStrike" cap="none" normalizeH="0" baseline="0" dirty="0">
                        <a:ln>
                          <a:noFill/>
                        </a:ln>
                        <a:solidFill>
                          <a:srgbClr val="000000"/>
                        </a:solidFill>
                        <a:effectLst/>
                        <a:latin typeface="Calibri" charset="0"/>
                        <a:ea typeface="ＭＳ Ｐゴシック" charset="-128"/>
                      </a:endParaRPr>
                    </a:p>
                  </a:txBody>
                  <a:tcPr marL="7620" marR="7620" marT="10160" marB="0" anchor="b" horzOverflow="overflow">
                    <a:lnL>
                      <a:noFill/>
                    </a:lnL>
                    <a:lnR w="12700" cap="flat" cmpd="sng" algn="ctr">
                      <a:solidFill>
                        <a:schemeClr val="tx1"/>
                      </a:solidFill>
                      <a:prstDash val="solid"/>
                      <a:round/>
                      <a:headEnd type="none" w="med" len="med"/>
                      <a:tailEnd type="none" w="med" len="med"/>
                    </a:lnR>
                    <a:lnT>
                      <a:noFill/>
                    </a:lnT>
                    <a:lnB>
                      <a:noFill/>
                    </a:lnB>
                    <a:lnTlToBr>
                      <a:noFill/>
                    </a:lnTlToBr>
                    <a:lnBlToTr>
                      <a:noFill/>
                    </a:lnBlToTr>
                    <a:noFill/>
                  </a:tcPr>
                </a:tc>
                <a:tc>
                  <a:txBody>
                    <a:bodyPr/>
                    <a:lstStyle>
                      <a:lvl1pPr eaLnBrk="0" hangingPunct="0">
                        <a:spcBef>
                          <a:spcPct val="20000"/>
                        </a:spcBef>
                        <a:buFont typeface="Arial" charset="0"/>
                        <a:defRPr sz="2800">
                          <a:solidFill>
                            <a:schemeClr val="tx1"/>
                          </a:solidFill>
                          <a:latin typeface="Calibri" charset="0"/>
                          <a:ea typeface="ＭＳ Ｐゴシック" charset="-128"/>
                        </a:defRPr>
                      </a:lvl1pPr>
                      <a:lvl2pPr marL="37931725" indent="-37474525" eaLnBrk="0" hangingPunct="0">
                        <a:spcBef>
                          <a:spcPct val="20000"/>
                        </a:spcBef>
                        <a:buFont typeface="Arial" charset="0"/>
                        <a:defRPr sz="2400">
                          <a:solidFill>
                            <a:schemeClr val="tx1"/>
                          </a:solidFill>
                          <a:latin typeface="Calibri" charset="0"/>
                          <a:ea typeface="ＭＳ Ｐゴシック" charset="-128"/>
                        </a:defRPr>
                      </a:lvl2pPr>
                      <a:lvl3pPr eaLnBrk="0" hangingPunct="0">
                        <a:spcBef>
                          <a:spcPct val="20000"/>
                        </a:spcBef>
                        <a:defRPr sz="2000">
                          <a:solidFill>
                            <a:schemeClr val="tx1"/>
                          </a:solidFill>
                          <a:latin typeface="Calibri" charset="0"/>
                          <a:ea typeface="ＭＳ Ｐゴシック" charset="-128"/>
                        </a:defRPr>
                      </a:lvl3pPr>
                      <a:lvl4pPr eaLnBrk="0" hangingPunct="0">
                        <a:spcBef>
                          <a:spcPct val="20000"/>
                        </a:spcBef>
                        <a:defRPr>
                          <a:solidFill>
                            <a:schemeClr val="tx1"/>
                          </a:solidFill>
                          <a:latin typeface="Calibri" charset="0"/>
                          <a:ea typeface="ＭＳ Ｐゴシック" charset="-128"/>
                        </a:defRPr>
                      </a:lvl4pPr>
                      <a:lvl5pPr eaLnBrk="0" hangingPunct="0">
                        <a:spcBef>
                          <a:spcPct val="20000"/>
                        </a:spcBef>
                        <a:defRPr>
                          <a:solidFill>
                            <a:schemeClr val="tx1"/>
                          </a:solidFill>
                          <a:latin typeface="Calibri" charset="0"/>
                          <a:ea typeface="ＭＳ Ｐゴシック" charset="-128"/>
                        </a:defRPr>
                      </a:lvl5pPr>
                      <a:lvl6pPr marL="457200" eaLnBrk="0" fontAlgn="base" hangingPunct="0">
                        <a:spcBef>
                          <a:spcPct val="20000"/>
                        </a:spcBef>
                        <a:spcAft>
                          <a:spcPct val="0"/>
                        </a:spcAft>
                        <a:defRPr>
                          <a:solidFill>
                            <a:schemeClr val="tx1"/>
                          </a:solidFill>
                          <a:latin typeface="Calibri" charset="0"/>
                          <a:ea typeface="ＭＳ Ｐゴシック" charset="-128"/>
                        </a:defRPr>
                      </a:lvl6pPr>
                      <a:lvl7pPr marL="914400" eaLnBrk="0" fontAlgn="base" hangingPunct="0">
                        <a:spcBef>
                          <a:spcPct val="20000"/>
                        </a:spcBef>
                        <a:spcAft>
                          <a:spcPct val="0"/>
                        </a:spcAft>
                        <a:defRPr>
                          <a:solidFill>
                            <a:schemeClr val="tx1"/>
                          </a:solidFill>
                          <a:latin typeface="Calibri" charset="0"/>
                          <a:ea typeface="ＭＳ Ｐゴシック" charset="-128"/>
                        </a:defRPr>
                      </a:lvl7pPr>
                      <a:lvl8pPr marL="1371600" eaLnBrk="0" fontAlgn="base" hangingPunct="0">
                        <a:spcBef>
                          <a:spcPct val="20000"/>
                        </a:spcBef>
                        <a:spcAft>
                          <a:spcPct val="0"/>
                        </a:spcAft>
                        <a:defRPr>
                          <a:solidFill>
                            <a:schemeClr val="tx1"/>
                          </a:solidFill>
                          <a:latin typeface="Calibri" charset="0"/>
                          <a:ea typeface="ＭＳ Ｐゴシック" charset="-128"/>
                        </a:defRPr>
                      </a:lvl8pPr>
                      <a:lvl9pPr marL="1828800" eaLnBrk="0" fontAlgn="base" hangingPunct="0">
                        <a:spcBef>
                          <a:spcPct val="20000"/>
                        </a:spcBef>
                        <a:spcAft>
                          <a:spcPct val="0"/>
                        </a:spcAft>
                        <a:defRPr>
                          <a:solidFill>
                            <a:schemeClr val="tx1"/>
                          </a:solidFill>
                          <a:latin typeface="Calibri" charset="0"/>
                          <a:ea typeface="ＭＳ Ｐゴシック" charset="-128"/>
                        </a:defRPr>
                      </a:lvl9pPr>
                    </a:lstStyle>
                    <a:p>
                      <a:pPr marL="0" marR="0" lvl="0" indent="0" algn="ctr" defTabSz="457200" rtl="0" eaLnBrk="1" fontAlgn="b" latinLnBrk="0" hangingPunct="1">
                        <a:lnSpc>
                          <a:spcPct val="100000"/>
                        </a:lnSpc>
                        <a:spcBef>
                          <a:spcPct val="0"/>
                        </a:spcBef>
                        <a:spcAft>
                          <a:spcPct val="0"/>
                        </a:spcAft>
                        <a:buClrTx/>
                        <a:buSzTx/>
                        <a:buFontTx/>
                        <a:buNone/>
                        <a:tabLst/>
                      </a:pPr>
                      <a:r>
                        <a:rPr kumimoji="0" lang="en-US" altLang="en-US" sz="3200" b="0" i="0" u="none" strike="noStrike" cap="none" normalizeH="0" baseline="0" dirty="0">
                          <a:ln>
                            <a:noFill/>
                          </a:ln>
                          <a:solidFill>
                            <a:schemeClr val="tx1"/>
                          </a:solidFill>
                          <a:effectLst/>
                          <a:latin typeface="Calibri" charset="0"/>
                          <a:ea typeface="ＭＳ Ｐゴシック" charset="-128"/>
                        </a:rPr>
                        <a:t>…</a:t>
                      </a:r>
                      <a:endParaRPr kumimoji="0" lang="en-US" altLang="en-US" sz="3200" b="0" i="0" u="none" strike="noStrike" cap="none" normalizeH="0" baseline="0" dirty="0">
                        <a:ln>
                          <a:noFill/>
                        </a:ln>
                        <a:solidFill>
                          <a:srgbClr val="000000"/>
                        </a:solidFill>
                        <a:effectLst/>
                        <a:latin typeface="Calibri" charset="0"/>
                        <a:ea typeface="ＭＳ Ｐゴシック" charset="-128"/>
                      </a:endParaRPr>
                    </a:p>
                  </a:txBody>
                  <a:tcPr marL="7620" marR="7620" marT="10160" marB="0" anchor="b" horzOverflow="overflow">
                    <a:lnL w="12700" cap="flat" cmpd="sng" algn="ctr">
                      <a:solidFill>
                        <a:schemeClr val="tx1"/>
                      </a:solidFill>
                      <a:prstDash val="solid"/>
                      <a:round/>
                      <a:headEnd type="none" w="med" len="med"/>
                      <a:tailEnd type="none" w="med" len="med"/>
                    </a:lnL>
                    <a:lnR>
                      <a:noFill/>
                    </a:lnR>
                    <a:lnT>
                      <a:noFill/>
                    </a:lnT>
                    <a:lnB>
                      <a:noFill/>
                    </a:lnB>
                    <a:lnTlToBr>
                      <a:noFill/>
                    </a:lnTlToBr>
                    <a:lnBlToTr>
                      <a:noFill/>
                    </a:lnBlToTr>
                    <a:noFill/>
                  </a:tcPr>
                </a:tc>
                <a:extLst>
                  <a:ext uri="{0D108BD9-81ED-4DB2-BD59-A6C34878D82A}">
                    <a16:rowId xmlns:a16="http://schemas.microsoft.com/office/drawing/2014/main" val="10005"/>
                  </a:ext>
                </a:extLst>
              </a:tr>
            </a:tbl>
          </a:graphicData>
        </a:graphic>
      </p:graphicFrame>
      <p:sp>
        <p:nvSpPr>
          <p:cNvPr id="5" name="TextBox 4"/>
          <p:cNvSpPr txBox="1"/>
          <p:nvPr/>
        </p:nvSpPr>
        <p:spPr>
          <a:xfrm>
            <a:off x="6019800" y="4186535"/>
            <a:ext cx="3124200" cy="646331"/>
          </a:xfrm>
          <a:prstGeom prst="rect">
            <a:avLst/>
          </a:prstGeom>
          <a:noFill/>
        </p:spPr>
        <p:txBody>
          <a:bodyPr wrap="square" rtlCol="0">
            <a:spAutoFit/>
          </a:bodyPr>
          <a:lstStyle/>
          <a:p>
            <a:r>
              <a:rPr lang="en-GB" dirty="0"/>
              <a:t>We use “</a:t>
            </a:r>
            <a:r>
              <a:rPr lang="en-GB" b="1" dirty="0"/>
              <a:t>m”</a:t>
            </a:r>
            <a:r>
              <a:rPr lang="en-GB" dirty="0"/>
              <a:t> to denote the number of training examples</a:t>
            </a:r>
          </a:p>
        </p:txBody>
      </p:sp>
      <p:cxnSp>
        <p:nvCxnSpPr>
          <p:cNvPr id="7" name="Straight Arrow Connector 6"/>
          <p:cNvCxnSpPr>
            <a:stCxn id="8" idx="2"/>
            <a:endCxn id="9" idx="0"/>
          </p:cNvCxnSpPr>
          <p:nvPr/>
        </p:nvCxnSpPr>
        <p:spPr>
          <a:xfrm>
            <a:off x="1932342" y="4832866"/>
            <a:ext cx="6333" cy="1147465"/>
          </a:xfrm>
          <a:prstGeom prst="straightConnector1">
            <a:avLst/>
          </a:prstGeom>
          <a:ln>
            <a:tailEnd type="arrow"/>
          </a:ln>
        </p:spPr>
        <p:style>
          <a:lnRef idx="1">
            <a:schemeClr val="accent1"/>
          </a:lnRef>
          <a:fillRef idx="0">
            <a:schemeClr val="accent1"/>
          </a:fillRef>
          <a:effectRef idx="0">
            <a:schemeClr val="accent1"/>
          </a:effectRef>
          <a:fontRef idx="minor">
            <a:schemeClr val="tx1"/>
          </a:fontRef>
        </p:style>
      </p:cxnSp>
      <p:sp>
        <p:nvSpPr>
          <p:cNvPr id="8" name="TextBox 7"/>
          <p:cNvSpPr txBox="1"/>
          <p:nvPr/>
        </p:nvSpPr>
        <p:spPr>
          <a:xfrm>
            <a:off x="1775889" y="4463534"/>
            <a:ext cx="312906" cy="369332"/>
          </a:xfrm>
          <a:prstGeom prst="rect">
            <a:avLst/>
          </a:prstGeom>
          <a:noFill/>
        </p:spPr>
        <p:txBody>
          <a:bodyPr wrap="none" rtlCol="0">
            <a:spAutoFit/>
          </a:bodyPr>
          <a:lstStyle/>
          <a:p>
            <a:r>
              <a:rPr lang="en-GB" dirty="0"/>
              <a:t>1</a:t>
            </a:r>
          </a:p>
        </p:txBody>
      </p:sp>
      <p:sp>
        <p:nvSpPr>
          <p:cNvPr id="9" name="TextBox 8"/>
          <p:cNvSpPr txBox="1"/>
          <p:nvPr/>
        </p:nvSpPr>
        <p:spPr>
          <a:xfrm>
            <a:off x="1743750" y="5980331"/>
            <a:ext cx="389850" cy="369332"/>
          </a:xfrm>
          <a:prstGeom prst="rect">
            <a:avLst/>
          </a:prstGeom>
          <a:noFill/>
        </p:spPr>
        <p:txBody>
          <a:bodyPr wrap="none" rtlCol="0">
            <a:spAutoFit/>
          </a:bodyPr>
          <a:lstStyle/>
          <a:p>
            <a:r>
              <a:rPr lang="en-GB" b="1" dirty="0"/>
              <a:t>m</a:t>
            </a:r>
          </a:p>
        </p:txBody>
      </p:sp>
    </p:spTree>
    <p:extLst>
      <p:ext uri="{BB962C8B-B14F-4D97-AF65-F5344CB8AC3E}">
        <p14:creationId xmlns:p14="http://schemas.microsoft.com/office/powerpoint/2010/main" val="3813366279"/>
      </p:ext>
    </p:extLst>
  </p:cSld>
  <p:clrMapOvr>
    <a:masterClrMapping/>
  </p:clrMapOvr>
</p:sld>
</file>

<file path=ppt/slides/slide11.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GB" dirty="0"/>
              <a:t>Mathematical notation</a:t>
            </a:r>
          </a:p>
        </p:txBody>
      </p:sp>
      <p:sp>
        <p:nvSpPr>
          <p:cNvPr id="3" name="Content Placeholder 2"/>
          <p:cNvSpPr>
            <a:spLocks noGrp="1"/>
          </p:cNvSpPr>
          <p:nvPr>
            <p:ph idx="1"/>
          </p:nvPr>
        </p:nvSpPr>
        <p:spPr/>
        <p:txBody>
          <a:bodyPr/>
          <a:lstStyle/>
          <a:p>
            <a:r>
              <a:rPr lang="en-GB" dirty="0"/>
              <a:t>If we have more than one variable, the hypothesis becomes:  </a:t>
            </a:r>
          </a:p>
        </p:txBody>
      </p:sp>
      <p:graphicFrame>
        <p:nvGraphicFramePr>
          <p:cNvPr id="4" name="Table 3"/>
          <p:cNvGraphicFramePr>
            <a:graphicFrameLocks noGrp="1"/>
          </p:cNvGraphicFramePr>
          <p:nvPr>
            <p:extLst>
              <p:ext uri="{D42A27DB-BD31-4B8C-83A1-F6EECF244321}">
                <p14:modId xmlns:p14="http://schemas.microsoft.com/office/powerpoint/2010/main" val="1938262996"/>
              </p:ext>
            </p:extLst>
          </p:nvPr>
        </p:nvGraphicFramePr>
        <p:xfrm>
          <a:off x="142093" y="2705133"/>
          <a:ext cx="4267201" cy="2209801"/>
        </p:xfrm>
        <a:graphic>
          <a:graphicData uri="http://schemas.openxmlformats.org/drawingml/2006/table">
            <a:tbl>
              <a:tblPr/>
              <a:tblGrid>
                <a:gridCol w="1320675">
                  <a:extLst>
                    <a:ext uri="{9D8B030D-6E8A-4147-A177-3AD203B41FA5}">
                      <a16:colId xmlns:a16="http://schemas.microsoft.com/office/drawing/2014/main" val="20000"/>
                    </a:ext>
                  </a:extLst>
                </a:gridCol>
                <a:gridCol w="1320675">
                  <a:extLst>
                    <a:ext uri="{9D8B030D-6E8A-4147-A177-3AD203B41FA5}">
                      <a16:colId xmlns:a16="http://schemas.microsoft.com/office/drawing/2014/main" val="20001"/>
                    </a:ext>
                  </a:extLst>
                </a:gridCol>
                <a:gridCol w="1625851">
                  <a:extLst>
                    <a:ext uri="{9D8B030D-6E8A-4147-A177-3AD203B41FA5}">
                      <a16:colId xmlns:a16="http://schemas.microsoft.com/office/drawing/2014/main" val="20002"/>
                    </a:ext>
                  </a:extLst>
                </a:gridCol>
              </a:tblGrid>
              <a:tr h="542907">
                <a:tc>
                  <a:txBody>
                    <a:bodyPr/>
                    <a:lstStyle>
                      <a:lvl1pPr eaLnBrk="0" hangingPunct="0">
                        <a:spcBef>
                          <a:spcPct val="20000"/>
                        </a:spcBef>
                        <a:buFont typeface="Arial" charset="0"/>
                        <a:defRPr sz="2800">
                          <a:solidFill>
                            <a:schemeClr val="tx1"/>
                          </a:solidFill>
                          <a:latin typeface="Calibri" charset="0"/>
                          <a:ea typeface="ＭＳ Ｐゴシック" charset="-128"/>
                        </a:defRPr>
                      </a:lvl1pPr>
                      <a:lvl2pPr marL="37931725" indent="-37474525" eaLnBrk="0" hangingPunct="0">
                        <a:spcBef>
                          <a:spcPct val="20000"/>
                        </a:spcBef>
                        <a:buFont typeface="Arial" charset="0"/>
                        <a:defRPr sz="2400">
                          <a:solidFill>
                            <a:schemeClr val="tx1"/>
                          </a:solidFill>
                          <a:latin typeface="Calibri" charset="0"/>
                          <a:ea typeface="ＭＳ Ｐゴシック" charset="-128"/>
                        </a:defRPr>
                      </a:lvl2pPr>
                      <a:lvl3pPr eaLnBrk="0" hangingPunct="0">
                        <a:spcBef>
                          <a:spcPct val="20000"/>
                        </a:spcBef>
                        <a:defRPr sz="2000">
                          <a:solidFill>
                            <a:schemeClr val="tx1"/>
                          </a:solidFill>
                          <a:latin typeface="Calibri" charset="0"/>
                          <a:ea typeface="ＭＳ Ｐゴシック" charset="-128"/>
                        </a:defRPr>
                      </a:lvl3pPr>
                      <a:lvl4pPr eaLnBrk="0" hangingPunct="0">
                        <a:spcBef>
                          <a:spcPct val="20000"/>
                        </a:spcBef>
                        <a:defRPr>
                          <a:solidFill>
                            <a:schemeClr val="tx1"/>
                          </a:solidFill>
                          <a:latin typeface="Calibri" charset="0"/>
                          <a:ea typeface="ＭＳ Ｐゴシック" charset="-128"/>
                        </a:defRPr>
                      </a:lvl4pPr>
                      <a:lvl5pPr eaLnBrk="0" hangingPunct="0">
                        <a:spcBef>
                          <a:spcPct val="20000"/>
                        </a:spcBef>
                        <a:defRPr>
                          <a:solidFill>
                            <a:schemeClr val="tx1"/>
                          </a:solidFill>
                          <a:latin typeface="Calibri" charset="0"/>
                          <a:ea typeface="ＭＳ Ｐゴシック" charset="-128"/>
                        </a:defRPr>
                      </a:lvl5pPr>
                      <a:lvl6pPr marL="457200" eaLnBrk="0" fontAlgn="base" hangingPunct="0">
                        <a:spcBef>
                          <a:spcPct val="20000"/>
                        </a:spcBef>
                        <a:spcAft>
                          <a:spcPct val="0"/>
                        </a:spcAft>
                        <a:defRPr>
                          <a:solidFill>
                            <a:schemeClr val="tx1"/>
                          </a:solidFill>
                          <a:latin typeface="Calibri" charset="0"/>
                          <a:ea typeface="ＭＳ Ｐゴシック" charset="-128"/>
                        </a:defRPr>
                      </a:lvl6pPr>
                      <a:lvl7pPr marL="914400" eaLnBrk="0" fontAlgn="base" hangingPunct="0">
                        <a:spcBef>
                          <a:spcPct val="20000"/>
                        </a:spcBef>
                        <a:spcAft>
                          <a:spcPct val="0"/>
                        </a:spcAft>
                        <a:defRPr>
                          <a:solidFill>
                            <a:schemeClr val="tx1"/>
                          </a:solidFill>
                          <a:latin typeface="Calibri" charset="0"/>
                          <a:ea typeface="ＭＳ Ｐゴシック" charset="-128"/>
                        </a:defRPr>
                      </a:lvl7pPr>
                      <a:lvl8pPr marL="1371600" eaLnBrk="0" fontAlgn="base" hangingPunct="0">
                        <a:spcBef>
                          <a:spcPct val="20000"/>
                        </a:spcBef>
                        <a:spcAft>
                          <a:spcPct val="0"/>
                        </a:spcAft>
                        <a:defRPr>
                          <a:solidFill>
                            <a:schemeClr val="tx1"/>
                          </a:solidFill>
                          <a:latin typeface="Calibri" charset="0"/>
                          <a:ea typeface="ＭＳ Ｐゴシック" charset="-128"/>
                        </a:defRPr>
                      </a:lvl8pPr>
                      <a:lvl9pPr marL="1828800" eaLnBrk="0" fontAlgn="base" hangingPunct="0">
                        <a:spcBef>
                          <a:spcPct val="20000"/>
                        </a:spcBef>
                        <a:spcAft>
                          <a:spcPct val="0"/>
                        </a:spcAft>
                        <a:defRPr>
                          <a:solidFill>
                            <a:schemeClr val="tx1"/>
                          </a:solidFill>
                          <a:latin typeface="Calibri" charset="0"/>
                          <a:ea typeface="ＭＳ Ｐゴシック" charset="-128"/>
                        </a:defRPr>
                      </a:lvl9pPr>
                    </a:lstStyle>
                    <a:p>
                      <a:pPr marL="0" marR="0" lvl="0" indent="0" algn="ctr" defTabSz="457200" rtl="0" eaLnBrk="1" fontAlgn="b" latinLnBrk="0" hangingPunct="1">
                        <a:lnSpc>
                          <a:spcPct val="100000"/>
                        </a:lnSpc>
                        <a:spcBef>
                          <a:spcPct val="0"/>
                        </a:spcBef>
                        <a:spcAft>
                          <a:spcPct val="0"/>
                        </a:spcAft>
                        <a:buClrTx/>
                        <a:buSzTx/>
                        <a:buFontTx/>
                        <a:buNone/>
                        <a:tabLst/>
                      </a:pPr>
                      <a:r>
                        <a:rPr kumimoji="0" lang="en-US" altLang="en-US" sz="1400" b="1" i="0" u="none" strike="noStrike" cap="none" normalizeH="0" baseline="0" dirty="0">
                          <a:ln>
                            <a:noFill/>
                          </a:ln>
                          <a:solidFill>
                            <a:srgbClr val="FF0000"/>
                          </a:solidFill>
                          <a:effectLst/>
                          <a:latin typeface="Calibri" charset="0"/>
                          <a:ea typeface="ＭＳ Ｐゴシック" charset="-128"/>
                        </a:rPr>
                        <a:t>Size in feet</a:t>
                      </a:r>
                      <a:r>
                        <a:rPr kumimoji="0" lang="en-US" altLang="en-US" sz="1400" b="1" i="0" u="none" strike="noStrike" cap="none" normalizeH="0" baseline="30000" dirty="0">
                          <a:ln>
                            <a:noFill/>
                          </a:ln>
                          <a:solidFill>
                            <a:srgbClr val="FF0000"/>
                          </a:solidFill>
                          <a:effectLst/>
                          <a:latin typeface="Calibri" charset="0"/>
                          <a:ea typeface="ＭＳ Ｐゴシック" charset="-128"/>
                        </a:rPr>
                        <a:t>2</a:t>
                      </a:r>
                      <a:r>
                        <a:rPr kumimoji="0" lang="en-US" altLang="en-US" sz="1400" b="1" i="0" u="none" strike="noStrike" cap="none" normalizeH="0" baseline="0" dirty="0">
                          <a:ln>
                            <a:noFill/>
                          </a:ln>
                          <a:solidFill>
                            <a:srgbClr val="FF0000"/>
                          </a:solidFill>
                          <a:effectLst/>
                          <a:latin typeface="Calibri" charset="0"/>
                          <a:ea typeface="ＭＳ Ｐゴシック" charset="-128"/>
                        </a:rPr>
                        <a:t> (</a:t>
                      </a:r>
                      <a:r>
                        <a:rPr kumimoji="0" lang="en-US" altLang="en-US" sz="1400" b="0" i="0" u="none" strike="noStrike" cap="none" normalizeH="0" baseline="0" dirty="0">
                          <a:ln>
                            <a:noFill/>
                          </a:ln>
                          <a:solidFill>
                            <a:srgbClr val="FF0000"/>
                          </a:solidFill>
                          <a:effectLst/>
                          <a:latin typeface="Calibri" charset="0"/>
                          <a:ea typeface="ＭＳ Ｐゴシック" charset="-128"/>
                        </a:rPr>
                        <a:t>x</a:t>
                      </a:r>
                      <a:r>
                        <a:rPr kumimoji="0" lang="en-US" altLang="en-US" sz="1400" b="0" i="0" u="none" strike="noStrike" cap="none" normalizeH="0" baseline="-25000" dirty="0">
                          <a:ln>
                            <a:noFill/>
                          </a:ln>
                          <a:solidFill>
                            <a:srgbClr val="FF0000"/>
                          </a:solidFill>
                          <a:effectLst/>
                          <a:latin typeface="Calibri" charset="0"/>
                          <a:ea typeface="ＭＳ Ｐゴシック" charset="-128"/>
                        </a:rPr>
                        <a:t>1</a:t>
                      </a:r>
                      <a:r>
                        <a:rPr kumimoji="0" lang="en-US" altLang="en-US" sz="1400" b="1" i="0" u="none" strike="noStrike" cap="none" normalizeH="0" baseline="0" dirty="0">
                          <a:ln>
                            <a:noFill/>
                          </a:ln>
                          <a:solidFill>
                            <a:srgbClr val="FF0000"/>
                          </a:solidFill>
                          <a:effectLst/>
                          <a:latin typeface="Calibri" charset="0"/>
                          <a:ea typeface="ＭＳ Ｐゴシック" charset="-128"/>
                        </a:rPr>
                        <a:t>)</a:t>
                      </a:r>
                    </a:p>
                  </a:txBody>
                  <a:tcPr marL="7620" marR="7620" marT="10160" marB="0" anchor="ctr" horzOverflow="overflow">
                    <a:lnL>
                      <a:noFill/>
                    </a:lnL>
                    <a:lnR w="12700" cap="flat" cmpd="sng" algn="ctr">
                      <a:solidFill>
                        <a:schemeClr val="tx1"/>
                      </a:solidFill>
                      <a:prstDash val="solid"/>
                      <a:round/>
                      <a:headEnd type="none" w="med" len="med"/>
                      <a:tailEnd type="none" w="med" len="med"/>
                    </a:lnR>
                    <a:lnT>
                      <a:noFill/>
                    </a:lnT>
                    <a:lnB w="12700" cap="flat" cmpd="sng" algn="ctr">
                      <a:solidFill>
                        <a:schemeClr val="tx1"/>
                      </a:solidFill>
                      <a:prstDash val="solid"/>
                      <a:round/>
                      <a:headEnd type="none" w="med" len="med"/>
                      <a:tailEnd type="none" w="med" len="med"/>
                    </a:lnB>
                    <a:lnTlToBr>
                      <a:noFill/>
                    </a:lnTlToBr>
                    <a:lnBlToTr>
                      <a:noFill/>
                    </a:lnBlToTr>
                    <a:noFill/>
                  </a:tcPr>
                </a:tc>
                <a:tc>
                  <a:txBody>
                    <a:bodyPr/>
                    <a:lstStyle/>
                    <a:p>
                      <a:pPr marL="0" marR="0" lvl="0" indent="0" algn="ctr" defTabSz="457200" rtl="0" eaLnBrk="1" fontAlgn="b" latinLnBrk="0" hangingPunct="1">
                        <a:lnSpc>
                          <a:spcPct val="100000"/>
                        </a:lnSpc>
                        <a:spcBef>
                          <a:spcPct val="0"/>
                        </a:spcBef>
                        <a:spcAft>
                          <a:spcPct val="0"/>
                        </a:spcAft>
                        <a:buClrTx/>
                        <a:buSzTx/>
                        <a:buFontTx/>
                        <a:buNone/>
                        <a:tabLst/>
                      </a:pPr>
                      <a:r>
                        <a:rPr kumimoji="0" lang="en-US" altLang="en-US" sz="1400" b="1" i="0" u="none" strike="noStrike" cap="none" normalizeH="0" baseline="0" dirty="0">
                          <a:ln>
                            <a:noFill/>
                          </a:ln>
                          <a:solidFill>
                            <a:srgbClr val="FF0000"/>
                          </a:solidFill>
                          <a:effectLst/>
                          <a:latin typeface="Calibri" charset="0"/>
                          <a:ea typeface="ＭＳ Ｐゴシック" charset="-128"/>
                        </a:rPr>
                        <a:t># Rooms (x</a:t>
                      </a:r>
                      <a:r>
                        <a:rPr kumimoji="0" lang="en-US" altLang="en-US" sz="1400" b="1" i="0" u="none" strike="noStrike" cap="none" normalizeH="0" baseline="-25000" dirty="0">
                          <a:ln>
                            <a:noFill/>
                          </a:ln>
                          <a:solidFill>
                            <a:srgbClr val="FF0000"/>
                          </a:solidFill>
                          <a:effectLst/>
                          <a:latin typeface="Calibri" charset="0"/>
                          <a:ea typeface="ＭＳ Ｐゴシック" charset="-128"/>
                        </a:rPr>
                        <a:t>2</a:t>
                      </a:r>
                      <a:r>
                        <a:rPr kumimoji="0" lang="en-US" altLang="en-US" sz="1400" b="1" i="0" u="none" strike="noStrike" cap="none" normalizeH="0" baseline="0" dirty="0">
                          <a:ln>
                            <a:noFill/>
                          </a:ln>
                          <a:solidFill>
                            <a:srgbClr val="FF0000"/>
                          </a:solidFill>
                          <a:effectLst/>
                          <a:latin typeface="Calibri" charset="0"/>
                          <a:ea typeface="ＭＳ Ｐゴシック" charset="-128"/>
                        </a:rPr>
                        <a:t>)</a:t>
                      </a:r>
                    </a:p>
                  </a:txBody>
                  <a:tcPr marL="7620" marR="7620" marT="10160" marB="0" anchor="ctr" horzOverflow="overflow">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a:noFill/>
                    </a:lnT>
                    <a:lnB w="12700" cap="flat" cmpd="sng" algn="ctr">
                      <a:solidFill>
                        <a:schemeClr val="tx1"/>
                      </a:solidFill>
                      <a:prstDash val="solid"/>
                      <a:round/>
                      <a:headEnd type="none" w="med" len="med"/>
                      <a:tailEnd type="none" w="med" len="med"/>
                    </a:lnB>
                    <a:lnTlToBr>
                      <a:noFill/>
                    </a:lnTlToBr>
                    <a:lnBlToTr>
                      <a:noFill/>
                    </a:lnBlToTr>
                    <a:noFill/>
                  </a:tcPr>
                </a:tc>
                <a:tc>
                  <a:txBody>
                    <a:bodyPr/>
                    <a:lstStyle>
                      <a:lvl1pPr eaLnBrk="0" hangingPunct="0">
                        <a:spcBef>
                          <a:spcPct val="20000"/>
                        </a:spcBef>
                        <a:buFont typeface="Arial" charset="0"/>
                        <a:defRPr sz="2800">
                          <a:solidFill>
                            <a:schemeClr val="tx1"/>
                          </a:solidFill>
                          <a:latin typeface="Calibri" charset="0"/>
                          <a:ea typeface="ＭＳ Ｐゴシック" charset="-128"/>
                        </a:defRPr>
                      </a:lvl1pPr>
                      <a:lvl2pPr marL="37931725" indent="-37474525" eaLnBrk="0" hangingPunct="0">
                        <a:spcBef>
                          <a:spcPct val="20000"/>
                        </a:spcBef>
                        <a:buFont typeface="Arial" charset="0"/>
                        <a:defRPr sz="2400">
                          <a:solidFill>
                            <a:schemeClr val="tx1"/>
                          </a:solidFill>
                          <a:latin typeface="Calibri" charset="0"/>
                          <a:ea typeface="ＭＳ Ｐゴシック" charset="-128"/>
                        </a:defRPr>
                      </a:lvl2pPr>
                      <a:lvl3pPr eaLnBrk="0" hangingPunct="0">
                        <a:spcBef>
                          <a:spcPct val="20000"/>
                        </a:spcBef>
                        <a:defRPr sz="2000">
                          <a:solidFill>
                            <a:schemeClr val="tx1"/>
                          </a:solidFill>
                          <a:latin typeface="Calibri" charset="0"/>
                          <a:ea typeface="ＭＳ Ｐゴシック" charset="-128"/>
                        </a:defRPr>
                      </a:lvl3pPr>
                      <a:lvl4pPr eaLnBrk="0" hangingPunct="0">
                        <a:spcBef>
                          <a:spcPct val="20000"/>
                        </a:spcBef>
                        <a:defRPr>
                          <a:solidFill>
                            <a:schemeClr val="tx1"/>
                          </a:solidFill>
                          <a:latin typeface="Calibri" charset="0"/>
                          <a:ea typeface="ＭＳ Ｐゴシック" charset="-128"/>
                        </a:defRPr>
                      </a:lvl4pPr>
                      <a:lvl5pPr eaLnBrk="0" hangingPunct="0">
                        <a:spcBef>
                          <a:spcPct val="20000"/>
                        </a:spcBef>
                        <a:defRPr>
                          <a:solidFill>
                            <a:schemeClr val="tx1"/>
                          </a:solidFill>
                          <a:latin typeface="Calibri" charset="0"/>
                          <a:ea typeface="ＭＳ Ｐゴシック" charset="-128"/>
                        </a:defRPr>
                      </a:lvl5pPr>
                      <a:lvl6pPr marL="457200" eaLnBrk="0" fontAlgn="base" hangingPunct="0">
                        <a:spcBef>
                          <a:spcPct val="20000"/>
                        </a:spcBef>
                        <a:spcAft>
                          <a:spcPct val="0"/>
                        </a:spcAft>
                        <a:defRPr>
                          <a:solidFill>
                            <a:schemeClr val="tx1"/>
                          </a:solidFill>
                          <a:latin typeface="Calibri" charset="0"/>
                          <a:ea typeface="ＭＳ Ｐゴシック" charset="-128"/>
                        </a:defRPr>
                      </a:lvl6pPr>
                      <a:lvl7pPr marL="914400" eaLnBrk="0" fontAlgn="base" hangingPunct="0">
                        <a:spcBef>
                          <a:spcPct val="20000"/>
                        </a:spcBef>
                        <a:spcAft>
                          <a:spcPct val="0"/>
                        </a:spcAft>
                        <a:defRPr>
                          <a:solidFill>
                            <a:schemeClr val="tx1"/>
                          </a:solidFill>
                          <a:latin typeface="Calibri" charset="0"/>
                          <a:ea typeface="ＭＳ Ｐゴシック" charset="-128"/>
                        </a:defRPr>
                      </a:lvl7pPr>
                      <a:lvl8pPr marL="1371600" eaLnBrk="0" fontAlgn="base" hangingPunct="0">
                        <a:spcBef>
                          <a:spcPct val="20000"/>
                        </a:spcBef>
                        <a:spcAft>
                          <a:spcPct val="0"/>
                        </a:spcAft>
                        <a:defRPr>
                          <a:solidFill>
                            <a:schemeClr val="tx1"/>
                          </a:solidFill>
                          <a:latin typeface="Calibri" charset="0"/>
                          <a:ea typeface="ＭＳ Ｐゴシック" charset="-128"/>
                        </a:defRPr>
                      </a:lvl8pPr>
                      <a:lvl9pPr marL="1828800" eaLnBrk="0" fontAlgn="base" hangingPunct="0">
                        <a:spcBef>
                          <a:spcPct val="20000"/>
                        </a:spcBef>
                        <a:spcAft>
                          <a:spcPct val="0"/>
                        </a:spcAft>
                        <a:defRPr>
                          <a:solidFill>
                            <a:schemeClr val="tx1"/>
                          </a:solidFill>
                          <a:latin typeface="Calibri" charset="0"/>
                          <a:ea typeface="ＭＳ Ｐゴシック" charset="-128"/>
                        </a:defRPr>
                      </a:lvl9pPr>
                    </a:lstStyle>
                    <a:p>
                      <a:pPr marL="0" marR="0" lvl="0" indent="0" algn="ctr" defTabSz="457200" rtl="0" eaLnBrk="1" fontAlgn="b" latinLnBrk="0" hangingPunct="1">
                        <a:lnSpc>
                          <a:spcPct val="100000"/>
                        </a:lnSpc>
                        <a:spcBef>
                          <a:spcPct val="0"/>
                        </a:spcBef>
                        <a:spcAft>
                          <a:spcPct val="0"/>
                        </a:spcAft>
                        <a:buClrTx/>
                        <a:buSzTx/>
                        <a:buFontTx/>
                        <a:buNone/>
                        <a:tabLst/>
                      </a:pPr>
                      <a:r>
                        <a:rPr kumimoji="0" lang="en-US" altLang="en-US" sz="1400" b="1" i="0" u="none" strike="noStrike" cap="none" normalizeH="0" baseline="0">
                          <a:ln>
                            <a:noFill/>
                          </a:ln>
                          <a:solidFill>
                            <a:schemeClr val="tx1"/>
                          </a:solidFill>
                          <a:effectLst/>
                          <a:latin typeface="Calibri" charset="0"/>
                          <a:ea typeface="ＭＳ Ｐゴシック" charset="-128"/>
                        </a:rPr>
                        <a:t>Price ($) in 1000's (</a:t>
                      </a:r>
                      <a:r>
                        <a:rPr kumimoji="0" lang="en-US" altLang="en-US" sz="1400" b="0" i="0" u="none" strike="noStrike" cap="none" normalizeH="0" baseline="0">
                          <a:ln>
                            <a:noFill/>
                          </a:ln>
                          <a:solidFill>
                            <a:schemeClr val="tx1"/>
                          </a:solidFill>
                          <a:effectLst/>
                          <a:latin typeface="Calibri" charset="0"/>
                          <a:ea typeface="ＭＳ Ｐゴシック" charset="-128"/>
                        </a:rPr>
                        <a:t>y</a:t>
                      </a:r>
                      <a:r>
                        <a:rPr kumimoji="0" lang="en-US" altLang="en-US" sz="1400" b="1" i="0" u="none" strike="noStrike" cap="none" normalizeH="0" baseline="0">
                          <a:ln>
                            <a:noFill/>
                          </a:ln>
                          <a:solidFill>
                            <a:schemeClr val="tx1"/>
                          </a:solidFill>
                          <a:effectLst/>
                          <a:latin typeface="Calibri" charset="0"/>
                          <a:ea typeface="ＭＳ Ｐゴシック" charset="-128"/>
                        </a:rPr>
                        <a:t>)</a:t>
                      </a:r>
                      <a:endParaRPr kumimoji="0" lang="en-US" altLang="en-US" sz="1400" b="1" i="0" u="none" strike="noStrike" cap="none" normalizeH="0" baseline="0">
                        <a:ln>
                          <a:noFill/>
                        </a:ln>
                        <a:solidFill>
                          <a:srgbClr val="000000"/>
                        </a:solidFill>
                        <a:effectLst/>
                        <a:latin typeface="Calibri" charset="0"/>
                        <a:ea typeface="ＭＳ Ｐゴシック" charset="-128"/>
                      </a:endParaRPr>
                    </a:p>
                  </a:txBody>
                  <a:tcPr marL="7620" marR="7620" marT="10160" marB="0" anchor="ctr" horzOverflow="overflow">
                    <a:lnL w="12700" cap="flat" cmpd="sng" algn="ctr">
                      <a:solidFill>
                        <a:schemeClr val="tx1"/>
                      </a:solidFill>
                      <a:prstDash val="solid"/>
                      <a:round/>
                      <a:headEnd type="none" w="med" len="med"/>
                      <a:tailEnd type="none" w="med" len="med"/>
                    </a:lnL>
                    <a:lnR>
                      <a:noFill/>
                    </a:lnR>
                    <a:lnT>
                      <a:noFill/>
                    </a:lnT>
                    <a:lnB w="12700" cap="flat" cmpd="sng" algn="ctr">
                      <a:solidFill>
                        <a:schemeClr val="tx1"/>
                      </a:solidFill>
                      <a:prstDash val="solid"/>
                      <a:round/>
                      <a:headEnd type="none" w="med" len="med"/>
                      <a:tailEnd type="none" w="med" len="med"/>
                    </a:lnB>
                    <a:lnTlToBr>
                      <a:noFill/>
                    </a:lnTlToBr>
                    <a:lnBlToTr>
                      <a:noFill/>
                    </a:lnBlToTr>
                    <a:noFill/>
                  </a:tcPr>
                </a:tc>
                <a:extLst>
                  <a:ext uri="{0D108BD9-81ED-4DB2-BD59-A6C34878D82A}">
                    <a16:rowId xmlns:a16="http://schemas.microsoft.com/office/drawing/2014/main" val="10000"/>
                  </a:ext>
                </a:extLst>
              </a:tr>
              <a:tr h="274514">
                <a:tc>
                  <a:txBody>
                    <a:bodyPr/>
                    <a:lstStyle>
                      <a:lvl1pPr eaLnBrk="0" hangingPunct="0">
                        <a:spcBef>
                          <a:spcPct val="20000"/>
                        </a:spcBef>
                        <a:buFont typeface="Arial" charset="0"/>
                        <a:defRPr sz="2800">
                          <a:solidFill>
                            <a:schemeClr val="tx1"/>
                          </a:solidFill>
                          <a:latin typeface="Calibri" charset="0"/>
                          <a:ea typeface="ＭＳ Ｐゴシック" charset="-128"/>
                        </a:defRPr>
                      </a:lvl1pPr>
                      <a:lvl2pPr marL="37931725" indent="-37474525" eaLnBrk="0" hangingPunct="0">
                        <a:spcBef>
                          <a:spcPct val="20000"/>
                        </a:spcBef>
                        <a:buFont typeface="Arial" charset="0"/>
                        <a:defRPr sz="2400">
                          <a:solidFill>
                            <a:schemeClr val="tx1"/>
                          </a:solidFill>
                          <a:latin typeface="Calibri" charset="0"/>
                          <a:ea typeface="ＭＳ Ｐゴシック" charset="-128"/>
                        </a:defRPr>
                      </a:lvl2pPr>
                      <a:lvl3pPr eaLnBrk="0" hangingPunct="0">
                        <a:spcBef>
                          <a:spcPct val="20000"/>
                        </a:spcBef>
                        <a:defRPr sz="2000">
                          <a:solidFill>
                            <a:schemeClr val="tx1"/>
                          </a:solidFill>
                          <a:latin typeface="Calibri" charset="0"/>
                          <a:ea typeface="ＭＳ Ｐゴシック" charset="-128"/>
                        </a:defRPr>
                      </a:lvl3pPr>
                      <a:lvl4pPr eaLnBrk="0" hangingPunct="0">
                        <a:spcBef>
                          <a:spcPct val="20000"/>
                        </a:spcBef>
                        <a:defRPr>
                          <a:solidFill>
                            <a:schemeClr val="tx1"/>
                          </a:solidFill>
                          <a:latin typeface="Calibri" charset="0"/>
                          <a:ea typeface="ＭＳ Ｐゴシック" charset="-128"/>
                        </a:defRPr>
                      </a:lvl4pPr>
                      <a:lvl5pPr eaLnBrk="0" hangingPunct="0">
                        <a:spcBef>
                          <a:spcPct val="20000"/>
                        </a:spcBef>
                        <a:defRPr>
                          <a:solidFill>
                            <a:schemeClr val="tx1"/>
                          </a:solidFill>
                          <a:latin typeface="Calibri" charset="0"/>
                          <a:ea typeface="ＭＳ Ｐゴシック" charset="-128"/>
                        </a:defRPr>
                      </a:lvl5pPr>
                      <a:lvl6pPr marL="457200" eaLnBrk="0" fontAlgn="base" hangingPunct="0">
                        <a:spcBef>
                          <a:spcPct val="20000"/>
                        </a:spcBef>
                        <a:spcAft>
                          <a:spcPct val="0"/>
                        </a:spcAft>
                        <a:defRPr>
                          <a:solidFill>
                            <a:schemeClr val="tx1"/>
                          </a:solidFill>
                          <a:latin typeface="Calibri" charset="0"/>
                          <a:ea typeface="ＭＳ Ｐゴシック" charset="-128"/>
                        </a:defRPr>
                      </a:lvl6pPr>
                      <a:lvl7pPr marL="914400" eaLnBrk="0" fontAlgn="base" hangingPunct="0">
                        <a:spcBef>
                          <a:spcPct val="20000"/>
                        </a:spcBef>
                        <a:spcAft>
                          <a:spcPct val="0"/>
                        </a:spcAft>
                        <a:defRPr>
                          <a:solidFill>
                            <a:schemeClr val="tx1"/>
                          </a:solidFill>
                          <a:latin typeface="Calibri" charset="0"/>
                          <a:ea typeface="ＭＳ Ｐゴシック" charset="-128"/>
                        </a:defRPr>
                      </a:lvl7pPr>
                      <a:lvl8pPr marL="1371600" eaLnBrk="0" fontAlgn="base" hangingPunct="0">
                        <a:spcBef>
                          <a:spcPct val="20000"/>
                        </a:spcBef>
                        <a:spcAft>
                          <a:spcPct val="0"/>
                        </a:spcAft>
                        <a:defRPr>
                          <a:solidFill>
                            <a:schemeClr val="tx1"/>
                          </a:solidFill>
                          <a:latin typeface="Calibri" charset="0"/>
                          <a:ea typeface="ＭＳ Ｐゴシック" charset="-128"/>
                        </a:defRPr>
                      </a:lvl8pPr>
                      <a:lvl9pPr marL="1828800" eaLnBrk="0" fontAlgn="base" hangingPunct="0">
                        <a:spcBef>
                          <a:spcPct val="20000"/>
                        </a:spcBef>
                        <a:spcAft>
                          <a:spcPct val="0"/>
                        </a:spcAft>
                        <a:defRPr>
                          <a:solidFill>
                            <a:schemeClr val="tx1"/>
                          </a:solidFill>
                          <a:latin typeface="Calibri" charset="0"/>
                          <a:ea typeface="ＭＳ Ｐゴシック" charset="-128"/>
                        </a:defRPr>
                      </a:lvl9pPr>
                    </a:lstStyle>
                    <a:p>
                      <a:pPr marL="0" marR="0" lvl="0" indent="0" algn="ctr" defTabSz="457200" rtl="0" eaLnBrk="1" fontAlgn="b" latinLnBrk="0" hangingPunct="1">
                        <a:lnSpc>
                          <a:spcPct val="100000"/>
                        </a:lnSpc>
                        <a:spcBef>
                          <a:spcPct val="0"/>
                        </a:spcBef>
                        <a:spcAft>
                          <a:spcPct val="0"/>
                        </a:spcAft>
                        <a:buClrTx/>
                        <a:buSzTx/>
                        <a:buFontTx/>
                        <a:buNone/>
                        <a:tabLst/>
                      </a:pPr>
                      <a:r>
                        <a:rPr kumimoji="0" lang="en-US" altLang="en-US" sz="1400" b="0" i="0" u="none" strike="noStrike" cap="none" normalizeH="0" baseline="0" dirty="0">
                          <a:ln>
                            <a:noFill/>
                          </a:ln>
                          <a:solidFill>
                            <a:schemeClr val="tx1"/>
                          </a:solidFill>
                          <a:effectLst/>
                          <a:latin typeface="Calibri" charset="0"/>
                          <a:ea typeface="ＭＳ Ｐゴシック" charset="-128"/>
                        </a:rPr>
                        <a:t>2104</a:t>
                      </a:r>
                      <a:endParaRPr kumimoji="0" lang="en-US" altLang="en-US" sz="1400" b="0" i="0" u="none" strike="noStrike" cap="none" normalizeH="0" baseline="0" dirty="0">
                        <a:ln>
                          <a:noFill/>
                        </a:ln>
                        <a:solidFill>
                          <a:srgbClr val="000000"/>
                        </a:solidFill>
                        <a:effectLst/>
                        <a:latin typeface="Calibri" charset="0"/>
                        <a:ea typeface="ＭＳ Ｐゴシック" charset="-128"/>
                      </a:endParaRPr>
                    </a:p>
                  </a:txBody>
                  <a:tcPr marL="7620" marR="7620" marT="10160" marB="0" anchor="b" horzOverflow="overflow">
                    <a:lnL>
                      <a:noFill/>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a:noFill/>
                    </a:lnB>
                    <a:lnTlToBr>
                      <a:noFill/>
                    </a:lnTlToBr>
                    <a:lnBlToTr>
                      <a:noFill/>
                    </a:lnBlToTr>
                    <a:noFill/>
                  </a:tcPr>
                </a:tc>
                <a:tc>
                  <a:txBody>
                    <a:bodyPr/>
                    <a:lstStyle/>
                    <a:p>
                      <a:pPr marL="0" marR="0" lvl="0" indent="0" algn="ctr" defTabSz="457200" rtl="0" eaLnBrk="1" fontAlgn="b" latinLnBrk="0" hangingPunct="1">
                        <a:lnSpc>
                          <a:spcPct val="100000"/>
                        </a:lnSpc>
                        <a:spcBef>
                          <a:spcPct val="0"/>
                        </a:spcBef>
                        <a:spcAft>
                          <a:spcPct val="0"/>
                        </a:spcAft>
                        <a:buClrTx/>
                        <a:buSzTx/>
                        <a:buFontTx/>
                        <a:buNone/>
                        <a:tabLst/>
                      </a:pPr>
                      <a:r>
                        <a:rPr kumimoji="0" lang="en-US" altLang="en-US" sz="1400" b="0" i="0" u="none" strike="noStrike" cap="none" normalizeH="0" baseline="0" dirty="0">
                          <a:ln>
                            <a:noFill/>
                          </a:ln>
                          <a:solidFill>
                            <a:srgbClr val="000000"/>
                          </a:solidFill>
                          <a:effectLst/>
                          <a:latin typeface="Calibri" charset="0"/>
                          <a:ea typeface="ＭＳ Ｐゴシック" charset="-128"/>
                        </a:rPr>
                        <a:t>6</a:t>
                      </a:r>
                    </a:p>
                  </a:txBody>
                  <a:tcPr marL="7620" marR="7620" marT="10160" marB="0" anchor="b" horzOverflow="overflow">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a:noFill/>
                    </a:lnB>
                    <a:lnTlToBr>
                      <a:noFill/>
                    </a:lnTlToBr>
                    <a:lnBlToTr>
                      <a:noFill/>
                    </a:lnBlToTr>
                    <a:noFill/>
                  </a:tcPr>
                </a:tc>
                <a:tc>
                  <a:txBody>
                    <a:bodyPr/>
                    <a:lstStyle>
                      <a:lvl1pPr eaLnBrk="0" hangingPunct="0">
                        <a:spcBef>
                          <a:spcPct val="20000"/>
                        </a:spcBef>
                        <a:buFont typeface="Arial" charset="0"/>
                        <a:defRPr sz="2800">
                          <a:solidFill>
                            <a:schemeClr val="tx1"/>
                          </a:solidFill>
                          <a:latin typeface="Calibri" charset="0"/>
                          <a:ea typeface="ＭＳ Ｐゴシック" charset="-128"/>
                        </a:defRPr>
                      </a:lvl1pPr>
                      <a:lvl2pPr marL="37931725" indent="-37474525" eaLnBrk="0" hangingPunct="0">
                        <a:spcBef>
                          <a:spcPct val="20000"/>
                        </a:spcBef>
                        <a:buFont typeface="Arial" charset="0"/>
                        <a:defRPr sz="2400">
                          <a:solidFill>
                            <a:schemeClr val="tx1"/>
                          </a:solidFill>
                          <a:latin typeface="Calibri" charset="0"/>
                          <a:ea typeface="ＭＳ Ｐゴシック" charset="-128"/>
                        </a:defRPr>
                      </a:lvl2pPr>
                      <a:lvl3pPr eaLnBrk="0" hangingPunct="0">
                        <a:spcBef>
                          <a:spcPct val="20000"/>
                        </a:spcBef>
                        <a:defRPr sz="2000">
                          <a:solidFill>
                            <a:schemeClr val="tx1"/>
                          </a:solidFill>
                          <a:latin typeface="Calibri" charset="0"/>
                          <a:ea typeface="ＭＳ Ｐゴシック" charset="-128"/>
                        </a:defRPr>
                      </a:lvl3pPr>
                      <a:lvl4pPr eaLnBrk="0" hangingPunct="0">
                        <a:spcBef>
                          <a:spcPct val="20000"/>
                        </a:spcBef>
                        <a:defRPr>
                          <a:solidFill>
                            <a:schemeClr val="tx1"/>
                          </a:solidFill>
                          <a:latin typeface="Calibri" charset="0"/>
                          <a:ea typeface="ＭＳ Ｐゴシック" charset="-128"/>
                        </a:defRPr>
                      </a:lvl4pPr>
                      <a:lvl5pPr eaLnBrk="0" hangingPunct="0">
                        <a:spcBef>
                          <a:spcPct val="20000"/>
                        </a:spcBef>
                        <a:defRPr>
                          <a:solidFill>
                            <a:schemeClr val="tx1"/>
                          </a:solidFill>
                          <a:latin typeface="Calibri" charset="0"/>
                          <a:ea typeface="ＭＳ Ｐゴシック" charset="-128"/>
                        </a:defRPr>
                      </a:lvl5pPr>
                      <a:lvl6pPr marL="457200" eaLnBrk="0" fontAlgn="base" hangingPunct="0">
                        <a:spcBef>
                          <a:spcPct val="20000"/>
                        </a:spcBef>
                        <a:spcAft>
                          <a:spcPct val="0"/>
                        </a:spcAft>
                        <a:defRPr>
                          <a:solidFill>
                            <a:schemeClr val="tx1"/>
                          </a:solidFill>
                          <a:latin typeface="Calibri" charset="0"/>
                          <a:ea typeface="ＭＳ Ｐゴシック" charset="-128"/>
                        </a:defRPr>
                      </a:lvl6pPr>
                      <a:lvl7pPr marL="914400" eaLnBrk="0" fontAlgn="base" hangingPunct="0">
                        <a:spcBef>
                          <a:spcPct val="20000"/>
                        </a:spcBef>
                        <a:spcAft>
                          <a:spcPct val="0"/>
                        </a:spcAft>
                        <a:defRPr>
                          <a:solidFill>
                            <a:schemeClr val="tx1"/>
                          </a:solidFill>
                          <a:latin typeface="Calibri" charset="0"/>
                          <a:ea typeface="ＭＳ Ｐゴシック" charset="-128"/>
                        </a:defRPr>
                      </a:lvl7pPr>
                      <a:lvl8pPr marL="1371600" eaLnBrk="0" fontAlgn="base" hangingPunct="0">
                        <a:spcBef>
                          <a:spcPct val="20000"/>
                        </a:spcBef>
                        <a:spcAft>
                          <a:spcPct val="0"/>
                        </a:spcAft>
                        <a:defRPr>
                          <a:solidFill>
                            <a:schemeClr val="tx1"/>
                          </a:solidFill>
                          <a:latin typeface="Calibri" charset="0"/>
                          <a:ea typeface="ＭＳ Ｐゴシック" charset="-128"/>
                        </a:defRPr>
                      </a:lvl8pPr>
                      <a:lvl9pPr marL="1828800" eaLnBrk="0" fontAlgn="base" hangingPunct="0">
                        <a:spcBef>
                          <a:spcPct val="20000"/>
                        </a:spcBef>
                        <a:spcAft>
                          <a:spcPct val="0"/>
                        </a:spcAft>
                        <a:defRPr>
                          <a:solidFill>
                            <a:schemeClr val="tx1"/>
                          </a:solidFill>
                          <a:latin typeface="Calibri" charset="0"/>
                          <a:ea typeface="ＭＳ Ｐゴシック" charset="-128"/>
                        </a:defRPr>
                      </a:lvl9pPr>
                    </a:lstStyle>
                    <a:p>
                      <a:pPr marL="0" marR="0" lvl="0" indent="0" algn="ctr" defTabSz="457200" rtl="0" eaLnBrk="1" fontAlgn="b" latinLnBrk="0" hangingPunct="1">
                        <a:lnSpc>
                          <a:spcPct val="100000"/>
                        </a:lnSpc>
                        <a:spcBef>
                          <a:spcPct val="0"/>
                        </a:spcBef>
                        <a:spcAft>
                          <a:spcPct val="0"/>
                        </a:spcAft>
                        <a:buClrTx/>
                        <a:buSzTx/>
                        <a:buFontTx/>
                        <a:buNone/>
                        <a:tabLst/>
                      </a:pPr>
                      <a:r>
                        <a:rPr kumimoji="0" lang="en-US" altLang="en-US" sz="1400" b="0" i="0" u="none" strike="noStrike" cap="none" normalizeH="0" baseline="0" dirty="0">
                          <a:ln>
                            <a:noFill/>
                          </a:ln>
                          <a:solidFill>
                            <a:schemeClr val="tx1"/>
                          </a:solidFill>
                          <a:effectLst/>
                          <a:latin typeface="Calibri" charset="0"/>
                          <a:ea typeface="ＭＳ Ｐゴシック" charset="-128"/>
                        </a:rPr>
                        <a:t>460</a:t>
                      </a:r>
                      <a:endParaRPr kumimoji="0" lang="en-US" altLang="en-US" sz="1400" b="0" i="0" u="none" strike="noStrike" cap="none" normalizeH="0" baseline="0" dirty="0">
                        <a:ln>
                          <a:noFill/>
                        </a:ln>
                        <a:solidFill>
                          <a:srgbClr val="000000"/>
                        </a:solidFill>
                        <a:effectLst/>
                        <a:latin typeface="Calibri" charset="0"/>
                        <a:ea typeface="ＭＳ Ｐゴシック" charset="-128"/>
                      </a:endParaRPr>
                    </a:p>
                  </a:txBody>
                  <a:tcPr marL="7620" marR="7620" marT="10160" marB="0" anchor="b" horzOverflow="overflow">
                    <a:lnL w="12700" cap="flat" cmpd="sng" algn="ctr">
                      <a:solidFill>
                        <a:schemeClr val="tx1"/>
                      </a:solidFill>
                      <a:prstDash val="solid"/>
                      <a:round/>
                      <a:headEnd type="none" w="med" len="med"/>
                      <a:tailEnd type="none" w="med" len="med"/>
                    </a:lnL>
                    <a:lnR>
                      <a:noFill/>
                    </a:lnR>
                    <a:lnT w="12700" cap="flat" cmpd="sng" algn="ctr">
                      <a:solidFill>
                        <a:schemeClr val="tx1"/>
                      </a:solidFill>
                      <a:prstDash val="solid"/>
                      <a:round/>
                      <a:headEnd type="none" w="med" len="med"/>
                      <a:tailEnd type="none" w="med" len="med"/>
                    </a:lnT>
                    <a:lnB>
                      <a:noFill/>
                    </a:lnB>
                    <a:lnTlToBr>
                      <a:noFill/>
                    </a:lnTlToBr>
                    <a:lnBlToTr>
                      <a:noFill/>
                    </a:lnBlToTr>
                    <a:noFill/>
                  </a:tcPr>
                </a:tc>
                <a:extLst>
                  <a:ext uri="{0D108BD9-81ED-4DB2-BD59-A6C34878D82A}">
                    <a16:rowId xmlns:a16="http://schemas.microsoft.com/office/drawing/2014/main" val="10001"/>
                  </a:ext>
                </a:extLst>
              </a:tr>
              <a:tr h="274514">
                <a:tc>
                  <a:txBody>
                    <a:bodyPr/>
                    <a:lstStyle>
                      <a:lvl1pPr eaLnBrk="0" hangingPunct="0">
                        <a:spcBef>
                          <a:spcPct val="20000"/>
                        </a:spcBef>
                        <a:buFont typeface="Arial" charset="0"/>
                        <a:defRPr sz="2800">
                          <a:solidFill>
                            <a:schemeClr val="tx1"/>
                          </a:solidFill>
                          <a:latin typeface="Calibri" charset="0"/>
                          <a:ea typeface="ＭＳ Ｐゴシック" charset="-128"/>
                        </a:defRPr>
                      </a:lvl1pPr>
                      <a:lvl2pPr marL="37931725" indent="-37474525" eaLnBrk="0" hangingPunct="0">
                        <a:spcBef>
                          <a:spcPct val="20000"/>
                        </a:spcBef>
                        <a:buFont typeface="Arial" charset="0"/>
                        <a:defRPr sz="2400">
                          <a:solidFill>
                            <a:schemeClr val="tx1"/>
                          </a:solidFill>
                          <a:latin typeface="Calibri" charset="0"/>
                          <a:ea typeface="ＭＳ Ｐゴシック" charset="-128"/>
                        </a:defRPr>
                      </a:lvl2pPr>
                      <a:lvl3pPr eaLnBrk="0" hangingPunct="0">
                        <a:spcBef>
                          <a:spcPct val="20000"/>
                        </a:spcBef>
                        <a:defRPr sz="2000">
                          <a:solidFill>
                            <a:schemeClr val="tx1"/>
                          </a:solidFill>
                          <a:latin typeface="Calibri" charset="0"/>
                          <a:ea typeface="ＭＳ Ｐゴシック" charset="-128"/>
                        </a:defRPr>
                      </a:lvl3pPr>
                      <a:lvl4pPr eaLnBrk="0" hangingPunct="0">
                        <a:spcBef>
                          <a:spcPct val="20000"/>
                        </a:spcBef>
                        <a:defRPr>
                          <a:solidFill>
                            <a:schemeClr val="tx1"/>
                          </a:solidFill>
                          <a:latin typeface="Calibri" charset="0"/>
                          <a:ea typeface="ＭＳ Ｐゴシック" charset="-128"/>
                        </a:defRPr>
                      </a:lvl4pPr>
                      <a:lvl5pPr eaLnBrk="0" hangingPunct="0">
                        <a:spcBef>
                          <a:spcPct val="20000"/>
                        </a:spcBef>
                        <a:defRPr>
                          <a:solidFill>
                            <a:schemeClr val="tx1"/>
                          </a:solidFill>
                          <a:latin typeface="Calibri" charset="0"/>
                          <a:ea typeface="ＭＳ Ｐゴシック" charset="-128"/>
                        </a:defRPr>
                      </a:lvl5pPr>
                      <a:lvl6pPr marL="457200" eaLnBrk="0" fontAlgn="base" hangingPunct="0">
                        <a:spcBef>
                          <a:spcPct val="20000"/>
                        </a:spcBef>
                        <a:spcAft>
                          <a:spcPct val="0"/>
                        </a:spcAft>
                        <a:defRPr>
                          <a:solidFill>
                            <a:schemeClr val="tx1"/>
                          </a:solidFill>
                          <a:latin typeface="Calibri" charset="0"/>
                          <a:ea typeface="ＭＳ Ｐゴシック" charset="-128"/>
                        </a:defRPr>
                      </a:lvl6pPr>
                      <a:lvl7pPr marL="914400" eaLnBrk="0" fontAlgn="base" hangingPunct="0">
                        <a:spcBef>
                          <a:spcPct val="20000"/>
                        </a:spcBef>
                        <a:spcAft>
                          <a:spcPct val="0"/>
                        </a:spcAft>
                        <a:defRPr>
                          <a:solidFill>
                            <a:schemeClr val="tx1"/>
                          </a:solidFill>
                          <a:latin typeface="Calibri" charset="0"/>
                          <a:ea typeface="ＭＳ Ｐゴシック" charset="-128"/>
                        </a:defRPr>
                      </a:lvl7pPr>
                      <a:lvl8pPr marL="1371600" eaLnBrk="0" fontAlgn="base" hangingPunct="0">
                        <a:spcBef>
                          <a:spcPct val="20000"/>
                        </a:spcBef>
                        <a:spcAft>
                          <a:spcPct val="0"/>
                        </a:spcAft>
                        <a:defRPr>
                          <a:solidFill>
                            <a:schemeClr val="tx1"/>
                          </a:solidFill>
                          <a:latin typeface="Calibri" charset="0"/>
                          <a:ea typeface="ＭＳ Ｐゴシック" charset="-128"/>
                        </a:defRPr>
                      </a:lvl8pPr>
                      <a:lvl9pPr marL="1828800" eaLnBrk="0" fontAlgn="base" hangingPunct="0">
                        <a:spcBef>
                          <a:spcPct val="20000"/>
                        </a:spcBef>
                        <a:spcAft>
                          <a:spcPct val="0"/>
                        </a:spcAft>
                        <a:defRPr>
                          <a:solidFill>
                            <a:schemeClr val="tx1"/>
                          </a:solidFill>
                          <a:latin typeface="Calibri" charset="0"/>
                          <a:ea typeface="ＭＳ Ｐゴシック" charset="-128"/>
                        </a:defRPr>
                      </a:lvl9pPr>
                    </a:lstStyle>
                    <a:p>
                      <a:pPr marL="0" marR="0" lvl="0" indent="0" algn="ctr" defTabSz="457200" rtl="0" eaLnBrk="1" fontAlgn="b" latinLnBrk="0" hangingPunct="1">
                        <a:lnSpc>
                          <a:spcPct val="100000"/>
                        </a:lnSpc>
                        <a:spcBef>
                          <a:spcPct val="0"/>
                        </a:spcBef>
                        <a:spcAft>
                          <a:spcPct val="0"/>
                        </a:spcAft>
                        <a:buClrTx/>
                        <a:buSzTx/>
                        <a:buFontTx/>
                        <a:buNone/>
                        <a:tabLst/>
                      </a:pPr>
                      <a:r>
                        <a:rPr kumimoji="0" lang="en-US" altLang="en-US" sz="1400" b="0" i="0" u="none" strike="noStrike" cap="none" normalizeH="0" baseline="0" dirty="0">
                          <a:ln>
                            <a:noFill/>
                          </a:ln>
                          <a:solidFill>
                            <a:schemeClr val="tx1"/>
                          </a:solidFill>
                          <a:effectLst/>
                          <a:latin typeface="Calibri" charset="0"/>
                          <a:ea typeface="ＭＳ Ｐゴシック" charset="-128"/>
                        </a:rPr>
                        <a:t>1416</a:t>
                      </a:r>
                      <a:endParaRPr kumimoji="0" lang="en-US" altLang="en-US" sz="1400" b="0" i="0" u="none" strike="noStrike" cap="none" normalizeH="0" baseline="0" dirty="0">
                        <a:ln>
                          <a:noFill/>
                        </a:ln>
                        <a:solidFill>
                          <a:srgbClr val="000000"/>
                        </a:solidFill>
                        <a:effectLst/>
                        <a:latin typeface="Calibri" charset="0"/>
                        <a:ea typeface="ＭＳ Ｐゴシック" charset="-128"/>
                      </a:endParaRPr>
                    </a:p>
                  </a:txBody>
                  <a:tcPr marL="7620" marR="7620" marT="10160" marB="0" anchor="b" horzOverflow="overflow">
                    <a:lnL>
                      <a:noFill/>
                    </a:lnL>
                    <a:lnR w="12700" cap="flat" cmpd="sng" algn="ctr">
                      <a:solidFill>
                        <a:schemeClr val="tx1"/>
                      </a:solidFill>
                      <a:prstDash val="solid"/>
                      <a:round/>
                      <a:headEnd type="none" w="med" len="med"/>
                      <a:tailEnd type="none" w="med" len="med"/>
                    </a:lnR>
                    <a:lnT>
                      <a:noFill/>
                    </a:lnT>
                    <a:lnB>
                      <a:noFill/>
                    </a:lnB>
                    <a:lnTlToBr>
                      <a:noFill/>
                    </a:lnTlToBr>
                    <a:lnBlToTr>
                      <a:noFill/>
                    </a:lnBlToTr>
                    <a:noFill/>
                  </a:tcPr>
                </a:tc>
                <a:tc>
                  <a:txBody>
                    <a:bodyPr/>
                    <a:lstStyle/>
                    <a:p>
                      <a:pPr marL="0" marR="0" lvl="0" indent="0" algn="ctr" defTabSz="457200" rtl="0" eaLnBrk="1" fontAlgn="b" latinLnBrk="0" hangingPunct="1">
                        <a:lnSpc>
                          <a:spcPct val="100000"/>
                        </a:lnSpc>
                        <a:spcBef>
                          <a:spcPct val="0"/>
                        </a:spcBef>
                        <a:spcAft>
                          <a:spcPct val="0"/>
                        </a:spcAft>
                        <a:buClrTx/>
                        <a:buSzTx/>
                        <a:buFontTx/>
                        <a:buNone/>
                        <a:tabLst/>
                      </a:pPr>
                      <a:r>
                        <a:rPr kumimoji="0" lang="en-US" altLang="en-US" sz="1400" b="0" i="0" u="none" strike="noStrike" cap="none" normalizeH="0" baseline="0" dirty="0">
                          <a:ln>
                            <a:noFill/>
                          </a:ln>
                          <a:solidFill>
                            <a:srgbClr val="000000"/>
                          </a:solidFill>
                          <a:effectLst/>
                          <a:latin typeface="Calibri" charset="0"/>
                          <a:ea typeface="ＭＳ Ｐゴシック" charset="-128"/>
                        </a:rPr>
                        <a:t>4</a:t>
                      </a:r>
                    </a:p>
                  </a:txBody>
                  <a:tcPr marL="7620" marR="7620" marT="10160" marB="0" anchor="b" horzOverflow="overflow">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a:noFill/>
                    </a:lnT>
                    <a:lnB>
                      <a:noFill/>
                    </a:lnB>
                    <a:lnTlToBr>
                      <a:noFill/>
                    </a:lnTlToBr>
                    <a:lnBlToTr>
                      <a:noFill/>
                    </a:lnBlToTr>
                    <a:noFill/>
                  </a:tcPr>
                </a:tc>
                <a:tc>
                  <a:txBody>
                    <a:bodyPr/>
                    <a:lstStyle>
                      <a:lvl1pPr eaLnBrk="0" hangingPunct="0">
                        <a:spcBef>
                          <a:spcPct val="20000"/>
                        </a:spcBef>
                        <a:buFont typeface="Arial" charset="0"/>
                        <a:defRPr sz="2800">
                          <a:solidFill>
                            <a:schemeClr val="tx1"/>
                          </a:solidFill>
                          <a:latin typeface="Calibri" charset="0"/>
                          <a:ea typeface="ＭＳ Ｐゴシック" charset="-128"/>
                        </a:defRPr>
                      </a:lvl1pPr>
                      <a:lvl2pPr marL="37931725" indent="-37474525" eaLnBrk="0" hangingPunct="0">
                        <a:spcBef>
                          <a:spcPct val="20000"/>
                        </a:spcBef>
                        <a:buFont typeface="Arial" charset="0"/>
                        <a:defRPr sz="2400">
                          <a:solidFill>
                            <a:schemeClr val="tx1"/>
                          </a:solidFill>
                          <a:latin typeface="Calibri" charset="0"/>
                          <a:ea typeface="ＭＳ Ｐゴシック" charset="-128"/>
                        </a:defRPr>
                      </a:lvl2pPr>
                      <a:lvl3pPr eaLnBrk="0" hangingPunct="0">
                        <a:spcBef>
                          <a:spcPct val="20000"/>
                        </a:spcBef>
                        <a:defRPr sz="2000">
                          <a:solidFill>
                            <a:schemeClr val="tx1"/>
                          </a:solidFill>
                          <a:latin typeface="Calibri" charset="0"/>
                          <a:ea typeface="ＭＳ Ｐゴシック" charset="-128"/>
                        </a:defRPr>
                      </a:lvl3pPr>
                      <a:lvl4pPr eaLnBrk="0" hangingPunct="0">
                        <a:spcBef>
                          <a:spcPct val="20000"/>
                        </a:spcBef>
                        <a:defRPr>
                          <a:solidFill>
                            <a:schemeClr val="tx1"/>
                          </a:solidFill>
                          <a:latin typeface="Calibri" charset="0"/>
                          <a:ea typeface="ＭＳ Ｐゴシック" charset="-128"/>
                        </a:defRPr>
                      </a:lvl4pPr>
                      <a:lvl5pPr eaLnBrk="0" hangingPunct="0">
                        <a:spcBef>
                          <a:spcPct val="20000"/>
                        </a:spcBef>
                        <a:defRPr>
                          <a:solidFill>
                            <a:schemeClr val="tx1"/>
                          </a:solidFill>
                          <a:latin typeface="Calibri" charset="0"/>
                          <a:ea typeface="ＭＳ Ｐゴシック" charset="-128"/>
                        </a:defRPr>
                      </a:lvl5pPr>
                      <a:lvl6pPr marL="457200" eaLnBrk="0" fontAlgn="base" hangingPunct="0">
                        <a:spcBef>
                          <a:spcPct val="20000"/>
                        </a:spcBef>
                        <a:spcAft>
                          <a:spcPct val="0"/>
                        </a:spcAft>
                        <a:defRPr>
                          <a:solidFill>
                            <a:schemeClr val="tx1"/>
                          </a:solidFill>
                          <a:latin typeface="Calibri" charset="0"/>
                          <a:ea typeface="ＭＳ Ｐゴシック" charset="-128"/>
                        </a:defRPr>
                      </a:lvl6pPr>
                      <a:lvl7pPr marL="914400" eaLnBrk="0" fontAlgn="base" hangingPunct="0">
                        <a:spcBef>
                          <a:spcPct val="20000"/>
                        </a:spcBef>
                        <a:spcAft>
                          <a:spcPct val="0"/>
                        </a:spcAft>
                        <a:defRPr>
                          <a:solidFill>
                            <a:schemeClr val="tx1"/>
                          </a:solidFill>
                          <a:latin typeface="Calibri" charset="0"/>
                          <a:ea typeface="ＭＳ Ｐゴシック" charset="-128"/>
                        </a:defRPr>
                      </a:lvl7pPr>
                      <a:lvl8pPr marL="1371600" eaLnBrk="0" fontAlgn="base" hangingPunct="0">
                        <a:spcBef>
                          <a:spcPct val="20000"/>
                        </a:spcBef>
                        <a:spcAft>
                          <a:spcPct val="0"/>
                        </a:spcAft>
                        <a:defRPr>
                          <a:solidFill>
                            <a:schemeClr val="tx1"/>
                          </a:solidFill>
                          <a:latin typeface="Calibri" charset="0"/>
                          <a:ea typeface="ＭＳ Ｐゴシック" charset="-128"/>
                        </a:defRPr>
                      </a:lvl8pPr>
                      <a:lvl9pPr marL="1828800" eaLnBrk="0" fontAlgn="base" hangingPunct="0">
                        <a:spcBef>
                          <a:spcPct val="20000"/>
                        </a:spcBef>
                        <a:spcAft>
                          <a:spcPct val="0"/>
                        </a:spcAft>
                        <a:defRPr>
                          <a:solidFill>
                            <a:schemeClr val="tx1"/>
                          </a:solidFill>
                          <a:latin typeface="Calibri" charset="0"/>
                          <a:ea typeface="ＭＳ Ｐゴシック" charset="-128"/>
                        </a:defRPr>
                      </a:lvl9pPr>
                    </a:lstStyle>
                    <a:p>
                      <a:pPr marL="0" marR="0" lvl="0" indent="0" algn="ctr" defTabSz="457200" rtl="0" eaLnBrk="1" fontAlgn="b" latinLnBrk="0" hangingPunct="1">
                        <a:lnSpc>
                          <a:spcPct val="100000"/>
                        </a:lnSpc>
                        <a:spcBef>
                          <a:spcPct val="0"/>
                        </a:spcBef>
                        <a:spcAft>
                          <a:spcPct val="0"/>
                        </a:spcAft>
                        <a:buClrTx/>
                        <a:buSzTx/>
                        <a:buFontTx/>
                        <a:buNone/>
                        <a:tabLst/>
                      </a:pPr>
                      <a:r>
                        <a:rPr kumimoji="0" lang="en-US" altLang="en-US" sz="1400" b="0" i="0" u="none" strike="noStrike" cap="none" normalizeH="0" baseline="0" dirty="0">
                          <a:ln>
                            <a:noFill/>
                          </a:ln>
                          <a:solidFill>
                            <a:schemeClr val="tx1"/>
                          </a:solidFill>
                          <a:effectLst/>
                          <a:latin typeface="Calibri" charset="0"/>
                          <a:ea typeface="ＭＳ Ｐゴシック" charset="-128"/>
                        </a:rPr>
                        <a:t>232</a:t>
                      </a:r>
                      <a:endParaRPr kumimoji="0" lang="en-US" altLang="en-US" sz="1400" b="0" i="0" u="none" strike="noStrike" cap="none" normalizeH="0" baseline="0" dirty="0">
                        <a:ln>
                          <a:noFill/>
                        </a:ln>
                        <a:solidFill>
                          <a:srgbClr val="000000"/>
                        </a:solidFill>
                        <a:effectLst/>
                        <a:latin typeface="Calibri" charset="0"/>
                        <a:ea typeface="ＭＳ Ｐゴシック" charset="-128"/>
                      </a:endParaRPr>
                    </a:p>
                  </a:txBody>
                  <a:tcPr marL="7620" marR="7620" marT="10160" marB="0" anchor="b" horzOverflow="overflow">
                    <a:lnL w="12700" cap="flat" cmpd="sng" algn="ctr">
                      <a:solidFill>
                        <a:schemeClr val="tx1"/>
                      </a:solidFill>
                      <a:prstDash val="solid"/>
                      <a:round/>
                      <a:headEnd type="none" w="med" len="med"/>
                      <a:tailEnd type="none" w="med" len="med"/>
                    </a:lnL>
                    <a:lnR>
                      <a:noFill/>
                    </a:lnR>
                    <a:lnT>
                      <a:noFill/>
                    </a:lnT>
                    <a:lnB>
                      <a:noFill/>
                    </a:lnB>
                    <a:lnTlToBr>
                      <a:noFill/>
                    </a:lnTlToBr>
                    <a:lnBlToTr>
                      <a:noFill/>
                    </a:lnBlToTr>
                    <a:noFill/>
                  </a:tcPr>
                </a:tc>
                <a:extLst>
                  <a:ext uri="{0D108BD9-81ED-4DB2-BD59-A6C34878D82A}">
                    <a16:rowId xmlns:a16="http://schemas.microsoft.com/office/drawing/2014/main" val="10002"/>
                  </a:ext>
                </a:extLst>
              </a:tr>
              <a:tr h="274514">
                <a:tc>
                  <a:txBody>
                    <a:bodyPr/>
                    <a:lstStyle>
                      <a:lvl1pPr eaLnBrk="0" hangingPunct="0">
                        <a:spcBef>
                          <a:spcPct val="20000"/>
                        </a:spcBef>
                        <a:buFont typeface="Arial" charset="0"/>
                        <a:defRPr sz="2800">
                          <a:solidFill>
                            <a:schemeClr val="tx1"/>
                          </a:solidFill>
                          <a:latin typeface="Calibri" charset="0"/>
                          <a:ea typeface="ＭＳ Ｐゴシック" charset="-128"/>
                        </a:defRPr>
                      </a:lvl1pPr>
                      <a:lvl2pPr marL="37931725" indent="-37474525" eaLnBrk="0" hangingPunct="0">
                        <a:spcBef>
                          <a:spcPct val="20000"/>
                        </a:spcBef>
                        <a:buFont typeface="Arial" charset="0"/>
                        <a:defRPr sz="2400">
                          <a:solidFill>
                            <a:schemeClr val="tx1"/>
                          </a:solidFill>
                          <a:latin typeface="Calibri" charset="0"/>
                          <a:ea typeface="ＭＳ Ｐゴシック" charset="-128"/>
                        </a:defRPr>
                      </a:lvl2pPr>
                      <a:lvl3pPr eaLnBrk="0" hangingPunct="0">
                        <a:spcBef>
                          <a:spcPct val="20000"/>
                        </a:spcBef>
                        <a:defRPr sz="2000">
                          <a:solidFill>
                            <a:schemeClr val="tx1"/>
                          </a:solidFill>
                          <a:latin typeface="Calibri" charset="0"/>
                          <a:ea typeface="ＭＳ Ｐゴシック" charset="-128"/>
                        </a:defRPr>
                      </a:lvl3pPr>
                      <a:lvl4pPr eaLnBrk="0" hangingPunct="0">
                        <a:spcBef>
                          <a:spcPct val="20000"/>
                        </a:spcBef>
                        <a:defRPr>
                          <a:solidFill>
                            <a:schemeClr val="tx1"/>
                          </a:solidFill>
                          <a:latin typeface="Calibri" charset="0"/>
                          <a:ea typeface="ＭＳ Ｐゴシック" charset="-128"/>
                        </a:defRPr>
                      </a:lvl4pPr>
                      <a:lvl5pPr eaLnBrk="0" hangingPunct="0">
                        <a:spcBef>
                          <a:spcPct val="20000"/>
                        </a:spcBef>
                        <a:defRPr>
                          <a:solidFill>
                            <a:schemeClr val="tx1"/>
                          </a:solidFill>
                          <a:latin typeface="Calibri" charset="0"/>
                          <a:ea typeface="ＭＳ Ｐゴシック" charset="-128"/>
                        </a:defRPr>
                      </a:lvl5pPr>
                      <a:lvl6pPr marL="457200" eaLnBrk="0" fontAlgn="base" hangingPunct="0">
                        <a:spcBef>
                          <a:spcPct val="20000"/>
                        </a:spcBef>
                        <a:spcAft>
                          <a:spcPct val="0"/>
                        </a:spcAft>
                        <a:defRPr>
                          <a:solidFill>
                            <a:schemeClr val="tx1"/>
                          </a:solidFill>
                          <a:latin typeface="Calibri" charset="0"/>
                          <a:ea typeface="ＭＳ Ｐゴシック" charset="-128"/>
                        </a:defRPr>
                      </a:lvl6pPr>
                      <a:lvl7pPr marL="914400" eaLnBrk="0" fontAlgn="base" hangingPunct="0">
                        <a:spcBef>
                          <a:spcPct val="20000"/>
                        </a:spcBef>
                        <a:spcAft>
                          <a:spcPct val="0"/>
                        </a:spcAft>
                        <a:defRPr>
                          <a:solidFill>
                            <a:schemeClr val="tx1"/>
                          </a:solidFill>
                          <a:latin typeface="Calibri" charset="0"/>
                          <a:ea typeface="ＭＳ Ｐゴシック" charset="-128"/>
                        </a:defRPr>
                      </a:lvl7pPr>
                      <a:lvl8pPr marL="1371600" eaLnBrk="0" fontAlgn="base" hangingPunct="0">
                        <a:spcBef>
                          <a:spcPct val="20000"/>
                        </a:spcBef>
                        <a:spcAft>
                          <a:spcPct val="0"/>
                        </a:spcAft>
                        <a:defRPr>
                          <a:solidFill>
                            <a:schemeClr val="tx1"/>
                          </a:solidFill>
                          <a:latin typeface="Calibri" charset="0"/>
                          <a:ea typeface="ＭＳ Ｐゴシック" charset="-128"/>
                        </a:defRPr>
                      </a:lvl8pPr>
                      <a:lvl9pPr marL="1828800" eaLnBrk="0" fontAlgn="base" hangingPunct="0">
                        <a:spcBef>
                          <a:spcPct val="20000"/>
                        </a:spcBef>
                        <a:spcAft>
                          <a:spcPct val="0"/>
                        </a:spcAft>
                        <a:defRPr>
                          <a:solidFill>
                            <a:schemeClr val="tx1"/>
                          </a:solidFill>
                          <a:latin typeface="Calibri" charset="0"/>
                          <a:ea typeface="ＭＳ Ｐゴシック" charset="-128"/>
                        </a:defRPr>
                      </a:lvl9pPr>
                    </a:lstStyle>
                    <a:p>
                      <a:pPr marL="0" marR="0" lvl="0" indent="0" algn="ctr" defTabSz="457200" rtl="0" eaLnBrk="1" fontAlgn="b" latinLnBrk="0" hangingPunct="1">
                        <a:lnSpc>
                          <a:spcPct val="100000"/>
                        </a:lnSpc>
                        <a:spcBef>
                          <a:spcPct val="0"/>
                        </a:spcBef>
                        <a:spcAft>
                          <a:spcPct val="0"/>
                        </a:spcAft>
                        <a:buClrTx/>
                        <a:buSzTx/>
                        <a:buFontTx/>
                        <a:buNone/>
                        <a:tabLst/>
                      </a:pPr>
                      <a:r>
                        <a:rPr kumimoji="0" lang="en-US" altLang="en-US" sz="1400" b="0" i="0" u="none" strike="noStrike" cap="none" normalizeH="0" baseline="0">
                          <a:ln>
                            <a:noFill/>
                          </a:ln>
                          <a:solidFill>
                            <a:schemeClr val="tx1"/>
                          </a:solidFill>
                          <a:effectLst/>
                          <a:latin typeface="Calibri" charset="0"/>
                          <a:ea typeface="ＭＳ Ｐゴシック" charset="-128"/>
                        </a:rPr>
                        <a:t>1534</a:t>
                      </a:r>
                      <a:endParaRPr kumimoji="0" lang="en-US" altLang="en-US" sz="1400" b="0" i="0" u="none" strike="noStrike" cap="none" normalizeH="0" baseline="0">
                        <a:ln>
                          <a:noFill/>
                        </a:ln>
                        <a:solidFill>
                          <a:srgbClr val="000000"/>
                        </a:solidFill>
                        <a:effectLst/>
                        <a:latin typeface="Calibri" charset="0"/>
                        <a:ea typeface="ＭＳ Ｐゴシック" charset="-128"/>
                      </a:endParaRPr>
                    </a:p>
                  </a:txBody>
                  <a:tcPr marL="7620" marR="7620" marT="10160" marB="0" anchor="b" horzOverflow="overflow">
                    <a:lnL>
                      <a:noFill/>
                    </a:lnL>
                    <a:lnR w="12700" cap="flat" cmpd="sng" algn="ctr">
                      <a:solidFill>
                        <a:schemeClr val="tx1"/>
                      </a:solidFill>
                      <a:prstDash val="solid"/>
                      <a:round/>
                      <a:headEnd type="none" w="med" len="med"/>
                      <a:tailEnd type="none" w="med" len="med"/>
                    </a:lnR>
                    <a:lnT>
                      <a:noFill/>
                    </a:lnT>
                    <a:lnB>
                      <a:noFill/>
                    </a:lnB>
                    <a:lnTlToBr>
                      <a:noFill/>
                    </a:lnTlToBr>
                    <a:lnBlToTr>
                      <a:noFill/>
                    </a:lnBlToTr>
                    <a:noFill/>
                  </a:tcPr>
                </a:tc>
                <a:tc>
                  <a:txBody>
                    <a:bodyPr/>
                    <a:lstStyle/>
                    <a:p>
                      <a:pPr marL="0" marR="0" lvl="0" indent="0" algn="ctr" defTabSz="457200" rtl="0" eaLnBrk="1" fontAlgn="b" latinLnBrk="0" hangingPunct="1">
                        <a:lnSpc>
                          <a:spcPct val="100000"/>
                        </a:lnSpc>
                        <a:spcBef>
                          <a:spcPct val="0"/>
                        </a:spcBef>
                        <a:spcAft>
                          <a:spcPct val="0"/>
                        </a:spcAft>
                        <a:buClrTx/>
                        <a:buSzTx/>
                        <a:buFontTx/>
                        <a:buNone/>
                        <a:tabLst/>
                      </a:pPr>
                      <a:r>
                        <a:rPr kumimoji="0" lang="en-US" altLang="en-US" sz="1400" b="0" i="0" u="none" strike="noStrike" cap="none" normalizeH="0" baseline="0" dirty="0">
                          <a:ln>
                            <a:noFill/>
                          </a:ln>
                          <a:solidFill>
                            <a:srgbClr val="000000"/>
                          </a:solidFill>
                          <a:effectLst/>
                          <a:latin typeface="Calibri" charset="0"/>
                          <a:ea typeface="ＭＳ Ｐゴシック" charset="-128"/>
                        </a:rPr>
                        <a:t>5</a:t>
                      </a:r>
                    </a:p>
                  </a:txBody>
                  <a:tcPr marL="7620" marR="7620" marT="10160" marB="0" anchor="b" horzOverflow="overflow">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a:noFill/>
                    </a:lnT>
                    <a:lnB>
                      <a:noFill/>
                    </a:lnB>
                    <a:lnTlToBr>
                      <a:noFill/>
                    </a:lnTlToBr>
                    <a:lnBlToTr>
                      <a:noFill/>
                    </a:lnBlToTr>
                    <a:noFill/>
                  </a:tcPr>
                </a:tc>
                <a:tc>
                  <a:txBody>
                    <a:bodyPr/>
                    <a:lstStyle>
                      <a:lvl1pPr eaLnBrk="0" hangingPunct="0">
                        <a:spcBef>
                          <a:spcPct val="20000"/>
                        </a:spcBef>
                        <a:buFont typeface="Arial" charset="0"/>
                        <a:defRPr sz="2800">
                          <a:solidFill>
                            <a:schemeClr val="tx1"/>
                          </a:solidFill>
                          <a:latin typeface="Calibri" charset="0"/>
                          <a:ea typeface="ＭＳ Ｐゴシック" charset="-128"/>
                        </a:defRPr>
                      </a:lvl1pPr>
                      <a:lvl2pPr marL="37931725" indent="-37474525" eaLnBrk="0" hangingPunct="0">
                        <a:spcBef>
                          <a:spcPct val="20000"/>
                        </a:spcBef>
                        <a:buFont typeface="Arial" charset="0"/>
                        <a:defRPr sz="2400">
                          <a:solidFill>
                            <a:schemeClr val="tx1"/>
                          </a:solidFill>
                          <a:latin typeface="Calibri" charset="0"/>
                          <a:ea typeface="ＭＳ Ｐゴシック" charset="-128"/>
                        </a:defRPr>
                      </a:lvl2pPr>
                      <a:lvl3pPr eaLnBrk="0" hangingPunct="0">
                        <a:spcBef>
                          <a:spcPct val="20000"/>
                        </a:spcBef>
                        <a:defRPr sz="2000">
                          <a:solidFill>
                            <a:schemeClr val="tx1"/>
                          </a:solidFill>
                          <a:latin typeface="Calibri" charset="0"/>
                          <a:ea typeface="ＭＳ Ｐゴシック" charset="-128"/>
                        </a:defRPr>
                      </a:lvl3pPr>
                      <a:lvl4pPr eaLnBrk="0" hangingPunct="0">
                        <a:spcBef>
                          <a:spcPct val="20000"/>
                        </a:spcBef>
                        <a:defRPr>
                          <a:solidFill>
                            <a:schemeClr val="tx1"/>
                          </a:solidFill>
                          <a:latin typeface="Calibri" charset="0"/>
                          <a:ea typeface="ＭＳ Ｐゴシック" charset="-128"/>
                        </a:defRPr>
                      </a:lvl4pPr>
                      <a:lvl5pPr eaLnBrk="0" hangingPunct="0">
                        <a:spcBef>
                          <a:spcPct val="20000"/>
                        </a:spcBef>
                        <a:defRPr>
                          <a:solidFill>
                            <a:schemeClr val="tx1"/>
                          </a:solidFill>
                          <a:latin typeface="Calibri" charset="0"/>
                          <a:ea typeface="ＭＳ Ｐゴシック" charset="-128"/>
                        </a:defRPr>
                      </a:lvl5pPr>
                      <a:lvl6pPr marL="457200" eaLnBrk="0" fontAlgn="base" hangingPunct="0">
                        <a:spcBef>
                          <a:spcPct val="20000"/>
                        </a:spcBef>
                        <a:spcAft>
                          <a:spcPct val="0"/>
                        </a:spcAft>
                        <a:defRPr>
                          <a:solidFill>
                            <a:schemeClr val="tx1"/>
                          </a:solidFill>
                          <a:latin typeface="Calibri" charset="0"/>
                          <a:ea typeface="ＭＳ Ｐゴシック" charset="-128"/>
                        </a:defRPr>
                      </a:lvl6pPr>
                      <a:lvl7pPr marL="914400" eaLnBrk="0" fontAlgn="base" hangingPunct="0">
                        <a:spcBef>
                          <a:spcPct val="20000"/>
                        </a:spcBef>
                        <a:spcAft>
                          <a:spcPct val="0"/>
                        </a:spcAft>
                        <a:defRPr>
                          <a:solidFill>
                            <a:schemeClr val="tx1"/>
                          </a:solidFill>
                          <a:latin typeface="Calibri" charset="0"/>
                          <a:ea typeface="ＭＳ Ｐゴシック" charset="-128"/>
                        </a:defRPr>
                      </a:lvl7pPr>
                      <a:lvl8pPr marL="1371600" eaLnBrk="0" fontAlgn="base" hangingPunct="0">
                        <a:spcBef>
                          <a:spcPct val="20000"/>
                        </a:spcBef>
                        <a:spcAft>
                          <a:spcPct val="0"/>
                        </a:spcAft>
                        <a:defRPr>
                          <a:solidFill>
                            <a:schemeClr val="tx1"/>
                          </a:solidFill>
                          <a:latin typeface="Calibri" charset="0"/>
                          <a:ea typeface="ＭＳ Ｐゴシック" charset="-128"/>
                        </a:defRPr>
                      </a:lvl8pPr>
                      <a:lvl9pPr marL="1828800" eaLnBrk="0" fontAlgn="base" hangingPunct="0">
                        <a:spcBef>
                          <a:spcPct val="20000"/>
                        </a:spcBef>
                        <a:spcAft>
                          <a:spcPct val="0"/>
                        </a:spcAft>
                        <a:defRPr>
                          <a:solidFill>
                            <a:schemeClr val="tx1"/>
                          </a:solidFill>
                          <a:latin typeface="Calibri" charset="0"/>
                          <a:ea typeface="ＭＳ Ｐゴシック" charset="-128"/>
                        </a:defRPr>
                      </a:lvl9pPr>
                    </a:lstStyle>
                    <a:p>
                      <a:pPr marL="0" marR="0" lvl="0" indent="0" algn="ctr" defTabSz="457200" rtl="0" eaLnBrk="1" fontAlgn="b" latinLnBrk="0" hangingPunct="1">
                        <a:lnSpc>
                          <a:spcPct val="100000"/>
                        </a:lnSpc>
                        <a:spcBef>
                          <a:spcPct val="0"/>
                        </a:spcBef>
                        <a:spcAft>
                          <a:spcPct val="0"/>
                        </a:spcAft>
                        <a:buClrTx/>
                        <a:buSzTx/>
                        <a:buFontTx/>
                        <a:buNone/>
                        <a:tabLst/>
                      </a:pPr>
                      <a:r>
                        <a:rPr kumimoji="0" lang="en-US" altLang="en-US" sz="1400" b="0" i="0" u="none" strike="noStrike" cap="none" normalizeH="0" baseline="0" dirty="0">
                          <a:ln>
                            <a:noFill/>
                          </a:ln>
                          <a:solidFill>
                            <a:schemeClr val="tx1"/>
                          </a:solidFill>
                          <a:effectLst/>
                          <a:latin typeface="Calibri" charset="0"/>
                          <a:ea typeface="ＭＳ Ｐゴシック" charset="-128"/>
                        </a:rPr>
                        <a:t>315</a:t>
                      </a:r>
                      <a:endParaRPr kumimoji="0" lang="en-US" altLang="en-US" sz="1400" b="0" i="0" u="none" strike="noStrike" cap="none" normalizeH="0" baseline="0" dirty="0">
                        <a:ln>
                          <a:noFill/>
                        </a:ln>
                        <a:solidFill>
                          <a:srgbClr val="000000"/>
                        </a:solidFill>
                        <a:effectLst/>
                        <a:latin typeface="Calibri" charset="0"/>
                        <a:ea typeface="ＭＳ Ｐゴシック" charset="-128"/>
                      </a:endParaRPr>
                    </a:p>
                  </a:txBody>
                  <a:tcPr marL="7620" marR="7620" marT="10160" marB="0" anchor="b" horzOverflow="overflow">
                    <a:lnL w="12700" cap="flat" cmpd="sng" algn="ctr">
                      <a:solidFill>
                        <a:schemeClr val="tx1"/>
                      </a:solidFill>
                      <a:prstDash val="solid"/>
                      <a:round/>
                      <a:headEnd type="none" w="med" len="med"/>
                      <a:tailEnd type="none" w="med" len="med"/>
                    </a:lnL>
                    <a:lnR>
                      <a:noFill/>
                    </a:lnR>
                    <a:lnT>
                      <a:noFill/>
                    </a:lnT>
                    <a:lnB>
                      <a:noFill/>
                    </a:lnB>
                    <a:lnTlToBr>
                      <a:noFill/>
                    </a:lnTlToBr>
                    <a:lnBlToTr>
                      <a:noFill/>
                    </a:lnBlToTr>
                    <a:noFill/>
                  </a:tcPr>
                </a:tc>
                <a:extLst>
                  <a:ext uri="{0D108BD9-81ED-4DB2-BD59-A6C34878D82A}">
                    <a16:rowId xmlns:a16="http://schemas.microsoft.com/office/drawing/2014/main" val="10003"/>
                  </a:ext>
                </a:extLst>
              </a:tr>
              <a:tr h="274514">
                <a:tc>
                  <a:txBody>
                    <a:bodyPr/>
                    <a:lstStyle>
                      <a:lvl1pPr eaLnBrk="0" hangingPunct="0">
                        <a:spcBef>
                          <a:spcPct val="20000"/>
                        </a:spcBef>
                        <a:buFont typeface="Arial" charset="0"/>
                        <a:defRPr sz="2800">
                          <a:solidFill>
                            <a:schemeClr val="tx1"/>
                          </a:solidFill>
                          <a:latin typeface="Calibri" charset="0"/>
                          <a:ea typeface="ＭＳ Ｐゴシック" charset="-128"/>
                        </a:defRPr>
                      </a:lvl1pPr>
                      <a:lvl2pPr marL="37931725" indent="-37474525" eaLnBrk="0" hangingPunct="0">
                        <a:spcBef>
                          <a:spcPct val="20000"/>
                        </a:spcBef>
                        <a:buFont typeface="Arial" charset="0"/>
                        <a:defRPr sz="2400">
                          <a:solidFill>
                            <a:schemeClr val="tx1"/>
                          </a:solidFill>
                          <a:latin typeface="Calibri" charset="0"/>
                          <a:ea typeface="ＭＳ Ｐゴシック" charset="-128"/>
                        </a:defRPr>
                      </a:lvl2pPr>
                      <a:lvl3pPr eaLnBrk="0" hangingPunct="0">
                        <a:spcBef>
                          <a:spcPct val="20000"/>
                        </a:spcBef>
                        <a:defRPr sz="2000">
                          <a:solidFill>
                            <a:schemeClr val="tx1"/>
                          </a:solidFill>
                          <a:latin typeface="Calibri" charset="0"/>
                          <a:ea typeface="ＭＳ Ｐゴシック" charset="-128"/>
                        </a:defRPr>
                      </a:lvl3pPr>
                      <a:lvl4pPr eaLnBrk="0" hangingPunct="0">
                        <a:spcBef>
                          <a:spcPct val="20000"/>
                        </a:spcBef>
                        <a:defRPr>
                          <a:solidFill>
                            <a:schemeClr val="tx1"/>
                          </a:solidFill>
                          <a:latin typeface="Calibri" charset="0"/>
                          <a:ea typeface="ＭＳ Ｐゴシック" charset="-128"/>
                        </a:defRPr>
                      </a:lvl4pPr>
                      <a:lvl5pPr eaLnBrk="0" hangingPunct="0">
                        <a:spcBef>
                          <a:spcPct val="20000"/>
                        </a:spcBef>
                        <a:defRPr>
                          <a:solidFill>
                            <a:schemeClr val="tx1"/>
                          </a:solidFill>
                          <a:latin typeface="Calibri" charset="0"/>
                          <a:ea typeface="ＭＳ Ｐゴシック" charset="-128"/>
                        </a:defRPr>
                      </a:lvl5pPr>
                      <a:lvl6pPr marL="457200" eaLnBrk="0" fontAlgn="base" hangingPunct="0">
                        <a:spcBef>
                          <a:spcPct val="20000"/>
                        </a:spcBef>
                        <a:spcAft>
                          <a:spcPct val="0"/>
                        </a:spcAft>
                        <a:defRPr>
                          <a:solidFill>
                            <a:schemeClr val="tx1"/>
                          </a:solidFill>
                          <a:latin typeface="Calibri" charset="0"/>
                          <a:ea typeface="ＭＳ Ｐゴシック" charset="-128"/>
                        </a:defRPr>
                      </a:lvl6pPr>
                      <a:lvl7pPr marL="914400" eaLnBrk="0" fontAlgn="base" hangingPunct="0">
                        <a:spcBef>
                          <a:spcPct val="20000"/>
                        </a:spcBef>
                        <a:spcAft>
                          <a:spcPct val="0"/>
                        </a:spcAft>
                        <a:defRPr>
                          <a:solidFill>
                            <a:schemeClr val="tx1"/>
                          </a:solidFill>
                          <a:latin typeface="Calibri" charset="0"/>
                          <a:ea typeface="ＭＳ Ｐゴシック" charset="-128"/>
                        </a:defRPr>
                      </a:lvl7pPr>
                      <a:lvl8pPr marL="1371600" eaLnBrk="0" fontAlgn="base" hangingPunct="0">
                        <a:spcBef>
                          <a:spcPct val="20000"/>
                        </a:spcBef>
                        <a:spcAft>
                          <a:spcPct val="0"/>
                        </a:spcAft>
                        <a:defRPr>
                          <a:solidFill>
                            <a:schemeClr val="tx1"/>
                          </a:solidFill>
                          <a:latin typeface="Calibri" charset="0"/>
                          <a:ea typeface="ＭＳ Ｐゴシック" charset="-128"/>
                        </a:defRPr>
                      </a:lvl8pPr>
                      <a:lvl9pPr marL="1828800" eaLnBrk="0" fontAlgn="base" hangingPunct="0">
                        <a:spcBef>
                          <a:spcPct val="20000"/>
                        </a:spcBef>
                        <a:spcAft>
                          <a:spcPct val="0"/>
                        </a:spcAft>
                        <a:defRPr>
                          <a:solidFill>
                            <a:schemeClr val="tx1"/>
                          </a:solidFill>
                          <a:latin typeface="Calibri" charset="0"/>
                          <a:ea typeface="ＭＳ Ｐゴシック" charset="-128"/>
                        </a:defRPr>
                      </a:lvl9pPr>
                    </a:lstStyle>
                    <a:p>
                      <a:pPr marL="0" marR="0" lvl="0" indent="0" algn="ctr" defTabSz="457200" rtl="0" eaLnBrk="1" fontAlgn="b" latinLnBrk="0" hangingPunct="1">
                        <a:lnSpc>
                          <a:spcPct val="100000"/>
                        </a:lnSpc>
                        <a:spcBef>
                          <a:spcPct val="0"/>
                        </a:spcBef>
                        <a:spcAft>
                          <a:spcPct val="0"/>
                        </a:spcAft>
                        <a:buClrTx/>
                        <a:buSzTx/>
                        <a:buFontTx/>
                        <a:buNone/>
                        <a:tabLst/>
                      </a:pPr>
                      <a:r>
                        <a:rPr kumimoji="0" lang="en-US" altLang="en-US" sz="1400" b="0" i="0" u="none" strike="noStrike" cap="none" normalizeH="0" baseline="0">
                          <a:ln>
                            <a:noFill/>
                          </a:ln>
                          <a:solidFill>
                            <a:schemeClr val="tx1"/>
                          </a:solidFill>
                          <a:effectLst/>
                          <a:latin typeface="Calibri" charset="0"/>
                          <a:ea typeface="ＭＳ Ｐゴシック" charset="-128"/>
                        </a:rPr>
                        <a:t>852</a:t>
                      </a:r>
                      <a:endParaRPr kumimoji="0" lang="en-US" altLang="en-US" sz="1400" b="0" i="0" u="none" strike="noStrike" cap="none" normalizeH="0" baseline="0">
                        <a:ln>
                          <a:noFill/>
                        </a:ln>
                        <a:solidFill>
                          <a:srgbClr val="000000"/>
                        </a:solidFill>
                        <a:effectLst/>
                        <a:latin typeface="Calibri" charset="0"/>
                        <a:ea typeface="ＭＳ Ｐゴシック" charset="-128"/>
                      </a:endParaRPr>
                    </a:p>
                  </a:txBody>
                  <a:tcPr marL="7620" marR="7620" marT="10160" marB="0" anchor="b" horzOverflow="overflow">
                    <a:lnL>
                      <a:noFill/>
                    </a:lnL>
                    <a:lnR w="12700" cap="flat" cmpd="sng" algn="ctr">
                      <a:solidFill>
                        <a:schemeClr val="tx1"/>
                      </a:solidFill>
                      <a:prstDash val="solid"/>
                      <a:round/>
                      <a:headEnd type="none" w="med" len="med"/>
                      <a:tailEnd type="none" w="med" len="med"/>
                    </a:lnR>
                    <a:lnT>
                      <a:noFill/>
                    </a:lnT>
                    <a:lnB>
                      <a:noFill/>
                    </a:lnB>
                    <a:lnTlToBr>
                      <a:noFill/>
                    </a:lnTlToBr>
                    <a:lnBlToTr>
                      <a:noFill/>
                    </a:lnBlToTr>
                    <a:noFill/>
                  </a:tcPr>
                </a:tc>
                <a:tc>
                  <a:txBody>
                    <a:bodyPr/>
                    <a:lstStyle/>
                    <a:p>
                      <a:pPr marL="0" marR="0" lvl="0" indent="0" algn="ctr" defTabSz="457200" rtl="0" eaLnBrk="1" fontAlgn="b" latinLnBrk="0" hangingPunct="1">
                        <a:lnSpc>
                          <a:spcPct val="100000"/>
                        </a:lnSpc>
                        <a:spcBef>
                          <a:spcPct val="0"/>
                        </a:spcBef>
                        <a:spcAft>
                          <a:spcPct val="0"/>
                        </a:spcAft>
                        <a:buClrTx/>
                        <a:buSzTx/>
                        <a:buFontTx/>
                        <a:buNone/>
                        <a:tabLst/>
                      </a:pPr>
                      <a:r>
                        <a:rPr kumimoji="0" lang="en-US" altLang="en-US" sz="1400" b="0" i="0" u="none" strike="noStrike" cap="none" normalizeH="0" baseline="0" dirty="0">
                          <a:ln>
                            <a:noFill/>
                          </a:ln>
                          <a:solidFill>
                            <a:srgbClr val="000000"/>
                          </a:solidFill>
                          <a:effectLst/>
                          <a:latin typeface="Calibri" charset="0"/>
                          <a:ea typeface="ＭＳ Ｐゴシック" charset="-128"/>
                        </a:rPr>
                        <a:t>3</a:t>
                      </a:r>
                    </a:p>
                  </a:txBody>
                  <a:tcPr marL="7620" marR="7620" marT="10160" marB="0" anchor="b" horzOverflow="overflow">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a:noFill/>
                    </a:lnT>
                    <a:lnB>
                      <a:noFill/>
                    </a:lnB>
                    <a:lnTlToBr>
                      <a:noFill/>
                    </a:lnTlToBr>
                    <a:lnBlToTr>
                      <a:noFill/>
                    </a:lnBlToTr>
                    <a:noFill/>
                  </a:tcPr>
                </a:tc>
                <a:tc>
                  <a:txBody>
                    <a:bodyPr/>
                    <a:lstStyle>
                      <a:lvl1pPr eaLnBrk="0" hangingPunct="0">
                        <a:spcBef>
                          <a:spcPct val="20000"/>
                        </a:spcBef>
                        <a:buFont typeface="Arial" charset="0"/>
                        <a:defRPr sz="2800">
                          <a:solidFill>
                            <a:schemeClr val="tx1"/>
                          </a:solidFill>
                          <a:latin typeface="Calibri" charset="0"/>
                          <a:ea typeface="ＭＳ Ｐゴシック" charset="-128"/>
                        </a:defRPr>
                      </a:lvl1pPr>
                      <a:lvl2pPr marL="37931725" indent="-37474525" eaLnBrk="0" hangingPunct="0">
                        <a:spcBef>
                          <a:spcPct val="20000"/>
                        </a:spcBef>
                        <a:buFont typeface="Arial" charset="0"/>
                        <a:defRPr sz="2400">
                          <a:solidFill>
                            <a:schemeClr val="tx1"/>
                          </a:solidFill>
                          <a:latin typeface="Calibri" charset="0"/>
                          <a:ea typeface="ＭＳ Ｐゴシック" charset="-128"/>
                        </a:defRPr>
                      </a:lvl2pPr>
                      <a:lvl3pPr eaLnBrk="0" hangingPunct="0">
                        <a:spcBef>
                          <a:spcPct val="20000"/>
                        </a:spcBef>
                        <a:defRPr sz="2000">
                          <a:solidFill>
                            <a:schemeClr val="tx1"/>
                          </a:solidFill>
                          <a:latin typeface="Calibri" charset="0"/>
                          <a:ea typeface="ＭＳ Ｐゴシック" charset="-128"/>
                        </a:defRPr>
                      </a:lvl3pPr>
                      <a:lvl4pPr eaLnBrk="0" hangingPunct="0">
                        <a:spcBef>
                          <a:spcPct val="20000"/>
                        </a:spcBef>
                        <a:defRPr>
                          <a:solidFill>
                            <a:schemeClr val="tx1"/>
                          </a:solidFill>
                          <a:latin typeface="Calibri" charset="0"/>
                          <a:ea typeface="ＭＳ Ｐゴシック" charset="-128"/>
                        </a:defRPr>
                      </a:lvl4pPr>
                      <a:lvl5pPr eaLnBrk="0" hangingPunct="0">
                        <a:spcBef>
                          <a:spcPct val="20000"/>
                        </a:spcBef>
                        <a:defRPr>
                          <a:solidFill>
                            <a:schemeClr val="tx1"/>
                          </a:solidFill>
                          <a:latin typeface="Calibri" charset="0"/>
                          <a:ea typeface="ＭＳ Ｐゴシック" charset="-128"/>
                        </a:defRPr>
                      </a:lvl5pPr>
                      <a:lvl6pPr marL="457200" eaLnBrk="0" fontAlgn="base" hangingPunct="0">
                        <a:spcBef>
                          <a:spcPct val="20000"/>
                        </a:spcBef>
                        <a:spcAft>
                          <a:spcPct val="0"/>
                        </a:spcAft>
                        <a:defRPr>
                          <a:solidFill>
                            <a:schemeClr val="tx1"/>
                          </a:solidFill>
                          <a:latin typeface="Calibri" charset="0"/>
                          <a:ea typeface="ＭＳ Ｐゴシック" charset="-128"/>
                        </a:defRPr>
                      </a:lvl6pPr>
                      <a:lvl7pPr marL="914400" eaLnBrk="0" fontAlgn="base" hangingPunct="0">
                        <a:spcBef>
                          <a:spcPct val="20000"/>
                        </a:spcBef>
                        <a:spcAft>
                          <a:spcPct val="0"/>
                        </a:spcAft>
                        <a:defRPr>
                          <a:solidFill>
                            <a:schemeClr val="tx1"/>
                          </a:solidFill>
                          <a:latin typeface="Calibri" charset="0"/>
                          <a:ea typeface="ＭＳ Ｐゴシック" charset="-128"/>
                        </a:defRPr>
                      </a:lvl7pPr>
                      <a:lvl8pPr marL="1371600" eaLnBrk="0" fontAlgn="base" hangingPunct="0">
                        <a:spcBef>
                          <a:spcPct val="20000"/>
                        </a:spcBef>
                        <a:spcAft>
                          <a:spcPct val="0"/>
                        </a:spcAft>
                        <a:defRPr>
                          <a:solidFill>
                            <a:schemeClr val="tx1"/>
                          </a:solidFill>
                          <a:latin typeface="Calibri" charset="0"/>
                          <a:ea typeface="ＭＳ Ｐゴシック" charset="-128"/>
                        </a:defRPr>
                      </a:lvl8pPr>
                      <a:lvl9pPr marL="1828800" eaLnBrk="0" fontAlgn="base" hangingPunct="0">
                        <a:spcBef>
                          <a:spcPct val="20000"/>
                        </a:spcBef>
                        <a:spcAft>
                          <a:spcPct val="0"/>
                        </a:spcAft>
                        <a:defRPr>
                          <a:solidFill>
                            <a:schemeClr val="tx1"/>
                          </a:solidFill>
                          <a:latin typeface="Calibri" charset="0"/>
                          <a:ea typeface="ＭＳ Ｐゴシック" charset="-128"/>
                        </a:defRPr>
                      </a:lvl9pPr>
                    </a:lstStyle>
                    <a:p>
                      <a:pPr marL="0" marR="0" lvl="0" indent="0" algn="ctr" defTabSz="457200" rtl="0" eaLnBrk="1" fontAlgn="b" latinLnBrk="0" hangingPunct="1">
                        <a:lnSpc>
                          <a:spcPct val="100000"/>
                        </a:lnSpc>
                        <a:spcBef>
                          <a:spcPct val="0"/>
                        </a:spcBef>
                        <a:spcAft>
                          <a:spcPct val="0"/>
                        </a:spcAft>
                        <a:buClrTx/>
                        <a:buSzTx/>
                        <a:buFontTx/>
                        <a:buNone/>
                        <a:tabLst/>
                      </a:pPr>
                      <a:r>
                        <a:rPr kumimoji="0" lang="en-US" altLang="en-US" sz="1400" b="0" i="0" u="none" strike="noStrike" cap="none" normalizeH="0" baseline="0" dirty="0">
                          <a:ln>
                            <a:noFill/>
                          </a:ln>
                          <a:solidFill>
                            <a:schemeClr val="tx1"/>
                          </a:solidFill>
                          <a:effectLst/>
                          <a:latin typeface="Calibri" charset="0"/>
                          <a:ea typeface="ＭＳ Ｐゴシック" charset="-128"/>
                        </a:rPr>
                        <a:t>178</a:t>
                      </a:r>
                      <a:endParaRPr kumimoji="0" lang="en-US" altLang="en-US" sz="1400" b="0" i="0" u="none" strike="noStrike" cap="none" normalizeH="0" baseline="0" dirty="0">
                        <a:ln>
                          <a:noFill/>
                        </a:ln>
                        <a:solidFill>
                          <a:srgbClr val="000000"/>
                        </a:solidFill>
                        <a:effectLst/>
                        <a:latin typeface="Calibri" charset="0"/>
                        <a:ea typeface="ＭＳ Ｐゴシック" charset="-128"/>
                      </a:endParaRPr>
                    </a:p>
                  </a:txBody>
                  <a:tcPr marL="7620" marR="7620" marT="10160" marB="0" anchor="b" horzOverflow="overflow">
                    <a:lnL w="12700" cap="flat" cmpd="sng" algn="ctr">
                      <a:solidFill>
                        <a:schemeClr val="tx1"/>
                      </a:solidFill>
                      <a:prstDash val="solid"/>
                      <a:round/>
                      <a:headEnd type="none" w="med" len="med"/>
                      <a:tailEnd type="none" w="med" len="med"/>
                    </a:lnL>
                    <a:lnR>
                      <a:noFill/>
                    </a:lnR>
                    <a:lnT>
                      <a:noFill/>
                    </a:lnT>
                    <a:lnB>
                      <a:noFill/>
                    </a:lnB>
                    <a:lnTlToBr>
                      <a:noFill/>
                    </a:lnTlToBr>
                    <a:lnBlToTr>
                      <a:noFill/>
                    </a:lnBlToTr>
                    <a:noFill/>
                  </a:tcPr>
                </a:tc>
                <a:extLst>
                  <a:ext uri="{0D108BD9-81ED-4DB2-BD59-A6C34878D82A}">
                    <a16:rowId xmlns:a16="http://schemas.microsoft.com/office/drawing/2014/main" val="10004"/>
                  </a:ext>
                </a:extLst>
              </a:tr>
              <a:tr h="568838">
                <a:tc>
                  <a:txBody>
                    <a:bodyPr/>
                    <a:lstStyle>
                      <a:lvl1pPr eaLnBrk="0" hangingPunct="0">
                        <a:spcBef>
                          <a:spcPct val="20000"/>
                        </a:spcBef>
                        <a:buFont typeface="Arial" charset="0"/>
                        <a:defRPr sz="2800">
                          <a:solidFill>
                            <a:schemeClr val="tx1"/>
                          </a:solidFill>
                          <a:latin typeface="Calibri" charset="0"/>
                          <a:ea typeface="ＭＳ Ｐゴシック" charset="-128"/>
                        </a:defRPr>
                      </a:lvl1pPr>
                      <a:lvl2pPr marL="37931725" indent="-37474525" eaLnBrk="0" hangingPunct="0">
                        <a:spcBef>
                          <a:spcPct val="20000"/>
                        </a:spcBef>
                        <a:buFont typeface="Arial" charset="0"/>
                        <a:defRPr sz="2400">
                          <a:solidFill>
                            <a:schemeClr val="tx1"/>
                          </a:solidFill>
                          <a:latin typeface="Calibri" charset="0"/>
                          <a:ea typeface="ＭＳ Ｐゴシック" charset="-128"/>
                        </a:defRPr>
                      </a:lvl2pPr>
                      <a:lvl3pPr eaLnBrk="0" hangingPunct="0">
                        <a:spcBef>
                          <a:spcPct val="20000"/>
                        </a:spcBef>
                        <a:defRPr sz="2000">
                          <a:solidFill>
                            <a:schemeClr val="tx1"/>
                          </a:solidFill>
                          <a:latin typeface="Calibri" charset="0"/>
                          <a:ea typeface="ＭＳ Ｐゴシック" charset="-128"/>
                        </a:defRPr>
                      </a:lvl3pPr>
                      <a:lvl4pPr eaLnBrk="0" hangingPunct="0">
                        <a:spcBef>
                          <a:spcPct val="20000"/>
                        </a:spcBef>
                        <a:defRPr>
                          <a:solidFill>
                            <a:schemeClr val="tx1"/>
                          </a:solidFill>
                          <a:latin typeface="Calibri" charset="0"/>
                          <a:ea typeface="ＭＳ Ｐゴシック" charset="-128"/>
                        </a:defRPr>
                      </a:lvl4pPr>
                      <a:lvl5pPr eaLnBrk="0" hangingPunct="0">
                        <a:spcBef>
                          <a:spcPct val="20000"/>
                        </a:spcBef>
                        <a:defRPr>
                          <a:solidFill>
                            <a:schemeClr val="tx1"/>
                          </a:solidFill>
                          <a:latin typeface="Calibri" charset="0"/>
                          <a:ea typeface="ＭＳ Ｐゴシック" charset="-128"/>
                        </a:defRPr>
                      </a:lvl5pPr>
                      <a:lvl6pPr marL="457200" eaLnBrk="0" fontAlgn="base" hangingPunct="0">
                        <a:spcBef>
                          <a:spcPct val="20000"/>
                        </a:spcBef>
                        <a:spcAft>
                          <a:spcPct val="0"/>
                        </a:spcAft>
                        <a:defRPr>
                          <a:solidFill>
                            <a:schemeClr val="tx1"/>
                          </a:solidFill>
                          <a:latin typeface="Calibri" charset="0"/>
                          <a:ea typeface="ＭＳ Ｐゴシック" charset="-128"/>
                        </a:defRPr>
                      </a:lvl6pPr>
                      <a:lvl7pPr marL="914400" eaLnBrk="0" fontAlgn="base" hangingPunct="0">
                        <a:spcBef>
                          <a:spcPct val="20000"/>
                        </a:spcBef>
                        <a:spcAft>
                          <a:spcPct val="0"/>
                        </a:spcAft>
                        <a:defRPr>
                          <a:solidFill>
                            <a:schemeClr val="tx1"/>
                          </a:solidFill>
                          <a:latin typeface="Calibri" charset="0"/>
                          <a:ea typeface="ＭＳ Ｐゴシック" charset="-128"/>
                        </a:defRPr>
                      </a:lvl7pPr>
                      <a:lvl8pPr marL="1371600" eaLnBrk="0" fontAlgn="base" hangingPunct="0">
                        <a:spcBef>
                          <a:spcPct val="20000"/>
                        </a:spcBef>
                        <a:spcAft>
                          <a:spcPct val="0"/>
                        </a:spcAft>
                        <a:defRPr>
                          <a:solidFill>
                            <a:schemeClr val="tx1"/>
                          </a:solidFill>
                          <a:latin typeface="Calibri" charset="0"/>
                          <a:ea typeface="ＭＳ Ｐゴシック" charset="-128"/>
                        </a:defRPr>
                      </a:lvl8pPr>
                      <a:lvl9pPr marL="1828800" eaLnBrk="0" fontAlgn="base" hangingPunct="0">
                        <a:spcBef>
                          <a:spcPct val="20000"/>
                        </a:spcBef>
                        <a:spcAft>
                          <a:spcPct val="0"/>
                        </a:spcAft>
                        <a:defRPr>
                          <a:solidFill>
                            <a:schemeClr val="tx1"/>
                          </a:solidFill>
                          <a:latin typeface="Calibri" charset="0"/>
                          <a:ea typeface="ＭＳ Ｐゴシック" charset="-128"/>
                        </a:defRPr>
                      </a:lvl9pPr>
                    </a:lstStyle>
                    <a:p>
                      <a:pPr marL="0" marR="0" lvl="0" indent="0" algn="ctr" defTabSz="457200" rtl="0" eaLnBrk="1" fontAlgn="b" latinLnBrk="0" hangingPunct="1">
                        <a:lnSpc>
                          <a:spcPct val="100000"/>
                        </a:lnSpc>
                        <a:spcBef>
                          <a:spcPct val="0"/>
                        </a:spcBef>
                        <a:spcAft>
                          <a:spcPct val="0"/>
                        </a:spcAft>
                        <a:buClrTx/>
                        <a:buSzTx/>
                        <a:buFontTx/>
                        <a:buNone/>
                        <a:tabLst/>
                      </a:pPr>
                      <a:r>
                        <a:rPr kumimoji="0" lang="en-US" altLang="en-US" sz="1400" b="0" i="0" u="none" strike="noStrike" cap="none" normalizeH="0" baseline="0" dirty="0">
                          <a:ln>
                            <a:noFill/>
                          </a:ln>
                          <a:solidFill>
                            <a:schemeClr val="tx1"/>
                          </a:solidFill>
                          <a:effectLst/>
                          <a:latin typeface="Calibri" charset="0"/>
                          <a:ea typeface="ＭＳ Ｐゴシック" charset="-128"/>
                        </a:rPr>
                        <a:t>…</a:t>
                      </a:r>
                      <a:endParaRPr kumimoji="0" lang="en-US" altLang="en-US" sz="1400" b="0" i="0" u="none" strike="noStrike" cap="none" normalizeH="0" baseline="0" dirty="0">
                        <a:ln>
                          <a:noFill/>
                        </a:ln>
                        <a:solidFill>
                          <a:srgbClr val="000000"/>
                        </a:solidFill>
                        <a:effectLst/>
                        <a:latin typeface="Calibri" charset="0"/>
                        <a:ea typeface="ＭＳ Ｐゴシック" charset="-128"/>
                      </a:endParaRPr>
                    </a:p>
                  </a:txBody>
                  <a:tcPr marL="7620" marR="7620" marT="10160" marB="0" anchor="b" horzOverflow="overflow">
                    <a:lnL>
                      <a:noFill/>
                    </a:lnL>
                    <a:lnR w="12700" cap="flat" cmpd="sng" algn="ctr">
                      <a:solidFill>
                        <a:schemeClr val="tx1"/>
                      </a:solidFill>
                      <a:prstDash val="solid"/>
                      <a:round/>
                      <a:headEnd type="none" w="med" len="med"/>
                      <a:tailEnd type="none" w="med" len="med"/>
                    </a:lnR>
                    <a:lnT>
                      <a:noFill/>
                    </a:lnT>
                    <a:lnB>
                      <a:noFill/>
                    </a:lnB>
                    <a:lnTlToBr>
                      <a:noFill/>
                    </a:lnTlToBr>
                    <a:lnBlToTr>
                      <a:noFill/>
                    </a:lnBlToTr>
                    <a:noFill/>
                  </a:tcPr>
                </a:tc>
                <a:tc>
                  <a:txBody>
                    <a:bodyPr/>
                    <a:lstStyle/>
                    <a:p>
                      <a:pPr marL="0" marR="0" lvl="0" indent="0" algn="ctr" defTabSz="457200" rtl="0" eaLnBrk="1" fontAlgn="b" latinLnBrk="0" hangingPunct="1">
                        <a:lnSpc>
                          <a:spcPct val="100000"/>
                        </a:lnSpc>
                        <a:spcBef>
                          <a:spcPct val="0"/>
                        </a:spcBef>
                        <a:spcAft>
                          <a:spcPct val="0"/>
                        </a:spcAft>
                        <a:buClrTx/>
                        <a:buSzTx/>
                        <a:buFontTx/>
                        <a:buNone/>
                        <a:tabLst/>
                      </a:pPr>
                      <a:endParaRPr kumimoji="0" lang="en-US" altLang="en-US" sz="1400" b="0" i="0" u="none" strike="noStrike" cap="none" normalizeH="0" baseline="0" dirty="0">
                        <a:ln>
                          <a:noFill/>
                        </a:ln>
                        <a:solidFill>
                          <a:srgbClr val="000000"/>
                        </a:solidFill>
                        <a:effectLst/>
                        <a:latin typeface="Calibri" charset="0"/>
                        <a:ea typeface="ＭＳ Ｐゴシック" charset="-128"/>
                      </a:endParaRPr>
                    </a:p>
                  </a:txBody>
                  <a:tcPr marL="7620" marR="7620" marT="10160" marB="0" anchor="b" horzOverflow="overflow">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a:noFill/>
                    </a:lnT>
                    <a:lnB>
                      <a:noFill/>
                    </a:lnB>
                    <a:lnTlToBr>
                      <a:noFill/>
                    </a:lnTlToBr>
                    <a:lnBlToTr>
                      <a:noFill/>
                    </a:lnBlToTr>
                    <a:noFill/>
                  </a:tcPr>
                </a:tc>
                <a:tc>
                  <a:txBody>
                    <a:bodyPr/>
                    <a:lstStyle>
                      <a:lvl1pPr eaLnBrk="0" hangingPunct="0">
                        <a:spcBef>
                          <a:spcPct val="20000"/>
                        </a:spcBef>
                        <a:buFont typeface="Arial" charset="0"/>
                        <a:defRPr sz="2800">
                          <a:solidFill>
                            <a:schemeClr val="tx1"/>
                          </a:solidFill>
                          <a:latin typeface="Calibri" charset="0"/>
                          <a:ea typeface="ＭＳ Ｐゴシック" charset="-128"/>
                        </a:defRPr>
                      </a:lvl1pPr>
                      <a:lvl2pPr marL="37931725" indent="-37474525" eaLnBrk="0" hangingPunct="0">
                        <a:spcBef>
                          <a:spcPct val="20000"/>
                        </a:spcBef>
                        <a:buFont typeface="Arial" charset="0"/>
                        <a:defRPr sz="2400">
                          <a:solidFill>
                            <a:schemeClr val="tx1"/>
                          </a:solidFill>
                          <a:latin typeface="Calibri" charset="0"/>
                          <a:ea typeface="ＭＳ Ｐゴシック" charset="-128"/>
                        </a:defRPr>
                      </a:lvl2pPr>
                      <a:lvl3pPr eaLnBrk="0" hangingPunct="0">
                        <a:spcBef>
                          <a:spcPct val="20000"/>
                        </a:spcBef>
                        <a:defRPr sz="2000">
                          <a:solidFill>
                            <a:schemeClr val="tx1"/>
                          </a:solidFill>
                          <a:latin typeface="Calibri" charset="0"/>
                          <a:ea typeface="ＭＳ Ｐゴシック" charset="-128"/>
                        </a:defRPr>
                      </a:lvl3pPr>
                      <a:lvl4pPr eaLnBrk="0" hangingPunct="0">
                        <a:spcBef>
                          <a:spcPct val="20000"/>
                        </a:spcBef>
                        <a:defRPr>
                          <a:solidFill>
                            <a:schemeClr val="tx1"/>
                          </a:solidFill>
                          <a:latin typeface="Calibri" charset="0"/>
                          <a:ea typeface="ＭＳ Ｐゴシック" charset="-128"/>
                        </a:defRPr>
                      </a:lvl4pPr>
                      <a:lvl5pPr eaLnBrk="0" hangingPunct="0">
                        <a:spcBef>
                          <a:spcPct val="20000"/>
                        </a:spcBef>
                        <a:defRPr>
                          <a:solidFill>
                            <a:schemeClr val="tx1"/>
                          </a:solidFill>
                          <a:latin typeface="Calibri" charset="0"/>
                          <a:ea typeface="ＭＳ Ｐゴシック" charset="-128"/>
                        </a:defRPr>
                      </a:lvl5pPr>
                      <a:lvl6pPr marL="457200" eaLnBrk="0" fontAlgn="base" hangingPunct="0">
                        <a:spcBef>
                          <a:spcPct val="20000"/>
                        </a:spcBef>
                        <a:spcAft>
                          <a:spcPct val="0"/>
                        </a:spcAft>
                        <a:defRPr>
                          <a:solidFill>
                            <a:schemeClr val="tx1"/>
                          </a:solidFill>
                          <a:latin typeface="Calibri" charset="0"/>
                          <a:ea typeface="ＭＳ Ｐゴシック" charset="-128"/>
                        </a:defRPr>
                      </a:lvl6pPr>
                      <a:lvl7pPr marL="914400" eaLnBrk="0" fontAlgn="base" hangingPunct="0">
                        <a:spcBef>
                          <a:spcPct val="20000"/>
                        </a:spcBef>
                        <a:spcAft>
                          <a:spcPct val="0"/>
                        </a:spcAft>
                        <a:defRPr>
                          <a:solidFill>
                            <a:schemeClr val="tx1"/>
                          </a:solidFill>
                          <a:latin typeface="Calibri" charset="0"/>
                          <a:ea typeface="ＭＳ Ｐゴシック" charset="-128"/>
                        </a:defRPr>
                      </a:lvl7pPr>
                      <a:lvl8pPr marL="1371600" eaLnBrk="0" fontAlgn="base" hangingPunct="0">
                        <a:spcBef>
                          <a:spcPct val="20000"/>
                        </a:spcBef>
                        <a:spcAft>
                          <a:spcPct val="0"/>
                        </a:spcAft>
                        <a:defRPr>
                          <a:solidFill>
                            <a:schemeClr val="tx1"/>
                          </a:solidFill>
                          <a:latin typeface="Calibri" charset="0"/>
                          <a:ea typeface="ＭＳ Ｐゴシック" charset="-128"/>
                        </a:defRPr>
                      </a:lvl8pPr>
                      <a:lvl9pPr marL="1828800" eaLnBrk="0" fontAlgn="base" hangingPunct="0">
                        <a:spcBef>
                          <a:spcPct val="20000"/>
                        </a:spcBef>
                        <a:spcAft>
                          <a:spcPct val="0"/>
                        </a:spcAft>
                        <a:defRPr>
                          <a:solidFill>
                            <a:schemeClr val="tx1"/>
                          </a:solidFill>
                          <a:latin typeface="Calibri" charset="0"/>
                          <a:ea typeface="ＭＳ Ｐゴシック" charset="-128"/>
                        </a:defRPr>
                      </a:lvl9pPr>
                    </a:lstStyle>
                    <a:p>
                      <a:pPr marL="0" marR="0" lvl="0" indent="0" algn="ctr" defTabSz="457200" rtl="0" eaLnBrk="1" fontAlgn="b" latinLnBrk="0" hangingPunct="1">
                        <a:lnSpc>
                          <a:spcPct val="100000"/>
                        </a:lnSpc>
                        <a:spcBef>
                          <a:spcPct val="0"/>
                        </a:spcBef>
                        <a:spcAft>
                          <a:spcPct val="0"/>
                        </a:spcAft>
                        <a:buClrTx/>
                        <a:buSzTx/>
                        <a:buFontTx/>
                        <a:buNone/>
                        <a:tabLst/>
                      </a:pPr>
                      <a:r>
                        <a:rPr kumimoji="0" lang="en-US" altLang="en-US" sz="1400" b="0" i="0" u="none" strike="noStrike" cap="none" normalizeH="0" baseline="0" dirty="0">
                          <a:ln>
                            <a:noFill/>
                          </a:ln>
                          <a:solidFill>
                            <a:schemeClr val="tx1"/>
                          </a:solidFill>
                          <a:effectLst/>
                          <a:latin typeface="Calibri" charset="0"/>
                          <a:ea typeface="ＭＳ Ｐゴシック" charset="-128"/>
                        </a:rPr>
                        <a:t>…</a:t>
                      </a:r>
                      <a:endParaRPr kumimoji="0" lang="en-US" altLang="en-US" sz="1400" b="0" i="0" u="none" strike="noStrike" cap="none" normalizeH="0" baseline="0" dirty="0">
                        <a:ln>
                          <a:noFill/>
                        </a:ln>
                        <a:solidFill>
                          <a:srgbClr val="000000"/>
                        </a:solidFill>
                        <a:effectLst/>
                        <a:latin typeface="Calibri" charset="0"/>
                        <a:ea typeface="ＭＳ Ｐゴシック" charset="-128"/>
                      </a:endParaRPr>
                    </a:p>
                  </a:txBody>
                  <a:tcPr marL="7620" marR="7620" marT="10160" marB="0" anchor="b" horzOverflow="overflow">
                    <a:lnL w="12700" cap="flat" cmpd="sng" algn="ctr">
                      <a:solidFill>
                        <a:schemeClr val="tx1"/>
                      </a:solidFill>
                      <a:prstDash val="solid"/>
                      <a:round/>
                      <a:headEnd type="none" w="med" len="med"/>
                      <a:tailEnd type="none" w="med" len="med"/>
                    </a:lnL>
                    <a:lnR>
                      <a:noFill/>
                    </a:lnR>
                    <a:lnT>
                      <a:noFill/>
                    </a:lnT>
                    <a:lnB>
                      <a:noFill/>
                    </a:lnB>
                    <a:lnTlToBr>
                      <a:noFill/>
                    </a:lnTlToBr>
                    <a:lnBlToTr>
                      <a:noFill/>
                    </a:lnBlToTr>
                    <a:noFill/>
                  </a:tcPr>
                </a:tc>
                <a:extLst>
                  <a:ext uri="{0D108BD9-81ED-4DB2-BD59-A6C34878D82A}">
                    <a16:rowId xmlns:a16="http://schemas.microsoft.com/office/drawing/2014/main" val="10005"/>
                  </a:ext>
                </a:extLst>
              </a:tr>
            </a:tbl>
          </a:graphicData>
        </a:graphic>
      </p:graphicFrame>
      <mc:AlternateContent xmlns:mc="http://schemas.openxmlformats.org/markup-compatibility/2006" xmlns:a14="http://schemas.microsoft.com/office/drawing/2010/main">
        <mc:Choice Requires="a14">
          <p:sp>
            <p:nvSpPr>
              <p:cNvPr id="6" name="Rectangle 5"/>
              <p:cNvSpPr/>
              <p:nvPr/>
            </p:nvSpPr>
            <p:spPr>
              <a:xfrm>
                <a:off x="4800600" y="2587346"/>
                <a:ext cx="4351191" cy="406586"/>
              </a:xfrm>
              <a:prstGeom prst="rect">
                <a:avLst/>
              </a:prstGeom>
            </p:spPr>
            <p:txBody>
              <a:bodyPr wrap="none">
                <a:spAutoFit/>
              </a:bodyPr>
              <a:lstStyle/>
              <a:p>
                <a14:m>
                  <m:oMath xmlns:m="http://schemas.openxmlformats.org/officeDocument/2006/math">
                    <m:r>
                      <a:rPr lang="en-GB" b="1" i="1" smtClean="0">
                        <a:latin typeface="Cambria Math"/>
                      </a:rPr>
                      <m:t>𝒉</m:t>
                    </m:r>
                    <m:r>
                      <a:rPr lang="en-GB" b="1" i="1" baseline="-25000">
                        <a:latin typeface="Cambria Math"/>
                      </a:rPr>
                      <m:t>θ</m:t>
                    </m:r>
                    <m:r>
                      <a:rPr lang="en-GB" b="1" i="1">
                        <a:latin typeface="Cambria Math"/>
                      </a:rPr>
                      <m:t>(</m:t>
                    </m:r>
                    <m:r>
                      <a:rPr lang="en-GB" b="1" i="1">
                        <a:latin typeface="Cambria Math"/>
                      </a:rPr>
                      <m:t>𝒙</m:t>
                    </m:r>
                    <m:r>
                      <a:rPr lang="en-GB" b="1" i="1">
                        <a:latin typeface="Cambria Math"/>
                      </a:rPr>
                      <m:t>)</m:t>
                    </m:r>
                  </m:oMath>
                </a14:m>
                <a:r>
                  <a:rPr lang="en-GB" b="1" dirty="0"/>
                  <a:t> </a:t>
                </a:r>
                <a:r>
                  <a:rPr lang="en-GB" dirty="0"/>
                  <a:t>= </a:t>
                </a:r>
                <a14:m>
                  <m:oMath xmlns:m="http://schemas.openxmlformats.org/officeDocument/2006/math">
                    <m:r>
                      <a:rPr lang="en-GB" i="1">
                        <a:latin typeface="Cambria Math"/>
                      </a:rPr>
                      <m:t>θ</m:t>
                    </m:r>
                    <m:r>
                      <a:rPr lang="en-GB" b="0" i="1" baseline="-25000" smtClean="0">
                        <a:latin typeface="Cambria Math"/>
                      </a:rPr>
                      <m:t>0</m:t>
                    </m:r>
                  </m:oMath>
                </a14:m>
                <a:r>
                  <a:rPr lang="en-GB" dirty="0"/>
                  <a:t> + </a:t>
                </a:r>
                <a14:m>
                  <m:oMath xmlns:m="http://schemas.openxmlformats.org/officeDocument/2006/math">
                    <m:r>
                      <a:rPr lang="en-GB" i="1">
                        <a:latin typeface="Cambria Math"/>
                      </a:rPr>
                      <m:t>θ</m:t>
                    </m:r>
                    <m:r>
                      <a:rPr lang="en-GB" b="0" i="1" baseline="-25000" smtClean="0">
                        <a:latin typeface="Cambria Math"/>
                      </a:rPr>
                      <m:t>1</m:t>
                    </m:r>
                  </m:oMath>
                </a14:m>
                <a:r>
                  <a:rPr lang="en-GB" dirty="0"/>
                  <a:t>x</a:t>
                </a:r>
                <a14:m>
                  <m:oMath xmlns:m="http://schemas.openxmlformats.org/officeDocument/2006/math">
                    <m:r>
                      <a:rPr lang="en-GB" i="1" baseline="-25000">
                        <a:latin typeface="Cambria Math"/>
                      </a:rPr>
                      <m:t>1</m:t>
                    </m:r>
                    <m:r>
                      <a:rPr lang="en-GB" b="0" i="1" baseline="30000" smtClean="0">
                        <a:latin typeface="Cambria Math"/>
                      </a:rPr>
                      <m:t>1</m:t>
                    </m:r>
                  </m:oMath>
                </a14:m>
                <a:r>
                  <a:rPr lang="en-GB" dirty="0"/>
                  <a:t> + </a:t>
                </a:r>
                <a14:m>
                  <m:oMath xmlns:m="http://schemas.openxmlformats.org/officeDocument/2006/math">
                    <m:r>
                      <a:rPr lang="en-GB" i="1">
                        <a:latin typeface="Cambria Math"/>
                      </a:rPr>
                      <m:t>θ</m:t>
                    </m:r>
                    <m:r>
                      <a:rPr lang="en-GB" b="0" i="1" baseline="-25000" smtClean="0">
                        <a:latin typeface="Cambria Math"/>
                      </a:rPr>
                      <m:t>2</m:t>
                    </m:r>
                  </m:oMath>
                </a14:m>
                <a:r>
                  <a:rPr lang="en-GB" dirty="0"/>
                  <a:t>x</a:t>
                </a:r>
                <a14:m>
                  <m:oMath xmlns:m="http://schemas.openxmlformats.org/officeDocument/2006/math">
                    <m:r>
                      <a:rPr lang="en-GB" b="0" i="1" baseline="-25000" dirty="0" smtClean="0">
                        <a:latin typeface="Cambria Math"/>
                      </a:rPr>
                      <m:t>2</m:t>
                    </m:r>
                    <m:r>
                      <a:rPr lang="en-GB" b="0" i="1" baseline="30000" smtClean="0">
                        <a:latin typeface="Cambria Math"/>
                      </a:rPr>
                      <m:t>1</m:t>
                    </m:r>
                  </m:oMath>
                </a14:m>
                <a:r>
                  <a:rPr lang="en-GB" dirty="0"/>
                  <a:t> + …= </a:t>
                </a:r>
                <a14:m>
                  <m:oMath xmlns:m="http://schemas.openxmlformats.org/officeDocument/2006/math">
                    <m:nary>
                      <m:naryPr>
                        <m:chr m:val="∑"/>
                        <m:ctrlPr>
                          <a:rPr lang="pt-BR" i="1" smtClean="0">
                            <a:latin typeface="Cambria Math" panose="02040503050406030204" pitchFamily="18" charset="0"/>
                          </a:rPr>
                        </m:ctrlPr>
                      </m:naryPr>
                      <m:sub>
                        <m:r>
                          <m:rPr>
                            <m:brk m:alnAt="23"/>
                          </m:rPr>
                          <a:rPr lang="en-GB" b="0" i="1" smtClean="0">
                            <a:latin typeface="Cambria Math"/>
                          </a:rPr>
                          <m:t>𝑗</m:t>
                        </m:r>
                        <m:r>
                          <a:rPr lang="pt-BR" i="1" smtClean="0">
                            <a:latin typeface="Cambria Math"/>
                          </a:rPr>
                          <m:t>=0</m:t>
                        </m:r>
                      </m:sub>
                      <m:sup>
                        <m:r>
                          <a:rPr lang="en-GB" b="0" i="1" smtClean="0">
                            <a:latin typeface="Cambria Math"/>
                          </a:rPr>
                          <m:t>𝑛</m:t>
                        </m:r>
                      </m:sup>
                      <m:e>
                        <m:sSup>
                          <m:sSupPr>
                            <m:ctrlPr>
                              <a:rPr lang="pt-BR" i="1" smtClean="0">
                                <a:latin typeface="Cambria Math" panose="02040503050406030204" pitchFamily="18" charset="0"/>
                              </a:rPr>
                            </m:ctrlPr>
                          </m:sSupPr>
                          <m:e>
                            <m:r>
                              <a:rPr lang="en-GB" i="1">
                                <a:latin typeface="Cambria Math"/>
                              </a:rPr>
                              <m:t>θ</m:t>
                            </m:r>
                            <m:r>
                              <a:rPr lang="en-GB" b="0" i="1" baseline="-25000" smtClean="0">
                                <a:latin typeface="Cambria Math"/>
                              </a:rPr>
                              <m:t>𝑗</m:t>
                            </m:r>
                            <m:r>
                              <a:rPr lang="pt-BR" i="1" smtClean="0">
                                <a:latin typeface="Cambria Math"/>
                              </a:rPr>
                              <m:t>𝑥</m:t>
                            </m:r>
                            <m:r>
                              <a:rPr lang="en-GB" b="0" i="1" baseline="-25000" smtClean="0">
                                <a:latin typeface="Cambria Math"/>
                              </a:rPr>
                              <m:t>𝑗</m:t>
                            </m:r>
                          </m:e>
                          <m:sup>
                            <m:r>
                              <a:rPr lang="en-GB" b="0" i="1" smtClean="0">
                                <a:latin typeface="Cambria Math"/>
                              </a:rPr>
                              <m:t>1</m:t>
                            </m:r>
                          </m:sup>
                        </m:sSup>
                      </m:e>
                    </m:nary>
                  </m:oMath>
                </a14:m>
                <a:endParaRPr lang="en-GB" dirty="0"/>
              </a:p>
            </p:txBody>
          </p:sp>
        </mc:Choice>
        <mc:Fallback xmlns="">
          <p:sp>
            <p:nvSpPr>
              <p:cNvPr id="6" name="Rectangle 5"/>
              <p:cNvSpPr>
                <a:spLocks noRot="1" noChangeAspect="1" noMove="1" noResize="1" noEditPoints="1" noAdjustHandles="1" noChangeArrowheads="1" noChangeShapeType="1" noTextEdit="1"/>
              </p:cNvSpPr>
              <p:nvPr/>
            </p:nvSpPr>
            <p:spPr>
              <a:xfrm>
                <a:off x="4800600" y="2587346"/>
                <a:ext cx="4351191" cy="406586"/>
              </a:xfrm>
              <a:prstGeom prst="rect">
                <a:avLst/>
              </a:prstGeom>
              <a:blipFill rotWithShape="1">
                <a:blip r:embed="rId3"/>
                <a:stretch>
                  <a:fillRect t="-107463" b="-159701"/>
                </a:stretch>
              </a:blipFill>
            </p:spPr>
            <p:txBody>
              <a:bodyPr/>
              <a:lstStyle/>
              <a:p>
                <a:r>
                  <a:rPr lang="en-GB">
                    <a:noFill/>
                  </a:rPr>
                  <a:t> </a:t>
                </a:r>
              </a:p>
            </p:txBody>
          </p:sp>
        </mc:Fallback>
      </mc:AlternateContent>
      <p:cxnSp>
        <p:nvCxnSpPr>
          <p:cNvPr id="7" name="Straight Arrow Connector 6"/>
          <p:cNvCxnSpPr>
            <a:stCxn id="8" idx="2"/>
          </p:cNvCxnSpPr>
          <p:nvPr/>
        </p:nvCxnSpPr>
        <p:spPr>
          <a:xfrm>
            <a:off x="264792" y="3684065"/>
            <a:ext cx="6333" cy="844571"/>
          </a:xfrm>
          <a:prstGeom prst="straightConnector1">
            <a:avLst/>
          </a:prstGeom>
          <a:ln>
            <a:tailEnd type="arrow"/>
          </a:ln>
        </p:spPr>
        <p:style>
          <a:lnRef idx="1">
            <a:schemeClr val="accent1"/>
          </a:lnRef>
          <a:fillRef idx="0">
            <a:schemeClr val="accent1"/>
          </a:fillRef>
          <a:effectRef idx="0">
            <a:schemeClr val="accent1"/>
          </a:effectRef>
          <a:fontRef idx="minor">
            <a:schemeClr val="tx1"/>
          </a:fontRef>
        </p:style>
      </p:cxnSp>
      <p:sp>
        <p:nvSpPr>
          <p:cNvPr id="8" name="TextBox 7"/>
          <p:cNvSpPr txBox="1"/>
          <p:nvPr/>
        </p:nvSpPr>
        <p:spPr>
          <a:xfrm>
            <a:off x="108339" y="3314733"/>
            <a:ext cx="312906" cy="369332"/>
          </a:xfrm>
          <a:prstGeom prst="rect">
            <a:avLst/>
          </a:prstGeom>
          <a:noFill/>
        </p:spPr>
        <p:txBody>
          <a:bodyPr wrap="none" rtlCol="0">
            <a:spAutoFit/>
          </a:bodyPr>
          <a:lstStyle/>
          <a:p>
            <a:r>
              <a:rPr lang="en-GB" dirty="0"/>
              <a:t>1</a:t>
            </a:r>
          </a:p>
        </p:txBody>
      </p:sp>
      <p:sp>
        <p:nvSpPr>
          <p:cNvPr id="9" name="TextBox 8"/>
          <p:cNvSpPr txBox="1"/>
          <p:nvPr/>
        </p:nvSpPr>
        <p:spPr>
          <a:xfrm>
            <a:off x="108339" y="4560952"/>
            <a:ext cx="389850" cy="369332"/>
          </a:xfrm>
          <a:prstGeom prst="rect">
            <a:avLst/>
          </a:prstGeom>
          <a:noFill/>
        </p:spPr>
        <p:txBody>
          <a:bodyPr wrap="none" rtlCol="0">
            <a:spAutoFit/>
          </a:bodyPr>
          <a:lstStyle/>
          <a:p>
            <a:r>
              <a:rPr lang="en-GB" b="1" dirty="0"/>
              <a:t>m</a:t>
            </a:r>
          </a:p>
        </p:txBody>
      </p:sp>
      <mc:AlternateContent xmlns:mc="http://schemas.openxmlformats.org/markup-compatibility/2006" xmlns:a14="http://schemas.microsoft.com/office/drawing/2010/main">
        <mc:Choice Requires="a14">
          <p:sp>
            <p:nvSpPr>
              <p:cNvPr id="10" name="Rectangle 9"/>
              <p:cNvSpPr/>
              <p:nvPr/>
            </p:nvSpPr>
            <p:spPr>
              <a:xfrm>
                <a:off x="5353204" y="1933812"/>
                <a:ext cx="2286203" cy="369332"/>
              </a:xfrm>
              <a:prstGeom prst="rect">
                <a:avLst/>
              </a:prstGeom>
            </p:spPr>
            <p:txBody>
              <a:bodyPr wrap="none">
                <a:spAutoFit/>
              </a:bodyPr>
              <a:lstStyle/>
              <a:p>
                <a:r>
                  <a:rPr lang="cy-GB" b="1" dirty="0"/>
                  <a:t>ŷ </a:t>
                </a:r>
                <a14:m>
                  <m:oMath xmlns:m="http://schemas.openxmlformats.org/officeDocument/2006/math">
                    <m:r>
                      <a:rPr lang="en-GB" i="1">
                        <a:latin typeface="Cambria Math"/>
                      </a:rPr>
                      <m:t>=</m:t>
                    </m:r>
                    <m:r>
                      <m:rPr>
                        <m:sty m:val="p"/>
                      </m:rPr>
                      <a:rPr lang="el-GR" i="1">
                        <a:latin typeface="Cambria Math"/>
                      </a:rPr>
                      <m:t>β</m:t>
                    </m:r>
                    <m:r>
                      <a:rPr lang="en-GB" i="1" baseline="-25000">
                        <a:latin typeface="Cambria Math"/>
                      </a:rPr>
                      <m:t>0</m:t>
                    </m:r>
                    <m:r>
                      <a:rPr lang="en-GB" i="1">
                        <a:latin typeface="Cambria Math"/>
                      </a:rPr>
                      <m:t>+</m:t>
                    </m:r>
                    <m:r>
                      <m:rPr>
                        <m:sty m:val="p"/>
                      </m:rPr>
                      <a:rPr lang="el-GR" i="1">
                        <a:latin typeface="Cambria Math"/>
                      </a:rPr>
                      <m:t>β</m:t>
                    </m:r>
                    <m:r>
                      <a:rPr lang="en-GB" i="1" baseline="-25000">
                        <a:latin typeface="Cambria Math"/>
                      </a:rPr>
                      <m:t>1</m:t>
                    </m:r>
                    <m:r>
                      <a:rPr lang="en-GB" i="1">
                        <a:latin typeface="Cambria Math"/>
                      </a:rPr>
                      <m:t>𝑥</m:t>
                    </m:r>
                    <m:r>
                      <a:rPr lang="en-GB" b="0" i="1" baseline="-25000" smtClean="0">
                        <a:latin typeface="Cambria Math"/>
                      </a:rPr>
                      <m:t>1</m:t>
                    </m:r>
                    <m:r>
                      <a:rPr lang="en-GB" b="0" i="1" smtClean="0">
                        <a:latin typeface="Cambria Math"/>
                      </a:rPr>
                      <m:t>+</m:t>
                    </m:r>
                    <m:r>
                      <m:rPr>
                        <m:sty m:val="p"/>
                      </m:rPr>
                      <a:rPr lang="el-GR" i="1">
                        <a:latin typeface="Cambria Math"/>
                      </a:rPr>
                      <m:t>β</m:t>
                    </m:r>
                    <m:r>
                      <a:rPr lang="en-GB" b="0" i="1" baseline="-25000" smtClean="0">
                        <a:latin typeface="Cambria Math"/>
                      </a:rPr>
                      <m:t>2</m:t>
                    </m:r>
                    <m:r>
                      <a:rPr lang="en-GB" i="1">
                        <a:latin typeface="Cambria Math"/>
                      </a:rPr>
                      <m:t>𝑥</m:t>
                    </m:r>
                    <m:r>
                      <a:rPr lang="en-GB" b="0" i="1" baseline="-25000" smtClean="0">
                        <a:latin typeface="Cambria Math"/>
                      </a:rPr>
                      <m:t>2</m:t>
                    </m:r>
                  </m:oMath>
                </a14:m>
                <a:endParaRPr lang="en-GB" baseline="-25000" dirty="0"/>
              </a:p>
            </p:txBody>
          </p:sp>
        </mc:Choice>
        <mc:Fallback xmlns="">
          <p:sp>
            <p:nvSpPr>
              <p:cNvPr id="10" name="Rectangle 9"/>
              <p:cNvSpPr>
                <a:spLocks noRot="1" noChangeAspect="1" noMove="1" noResize="1" noEditPoints="1" noAdjustHandles="1" noChangeArrowheads="1" noChangeShapeType="1" noTextEdit="1"/>
              </p:cNvSpPr>
              <p:nvPr/>
            </p:nvSpPr>
            <p:spPr>
              <a:xfrm>
                <a:off x="5353204" y="1933812"/>
                <a:ext cx="2286203" cy="369332"/>
              </a:xfrm>
              <a:prstGeom prst="rect">
                <a:avLst/>
              </a:prstGeom>
              <a:blipFill rotWithShape="1">
                <a:blip r:embed="rId4"/>
                <a:stretch>
                  <a:fillRect l="-2133" t="-8197" b="-24590"/>
                </a:stretch>
              </a:blipFill>
            </p:spPr>
            <p:txBody>
              <a:bodyPr/>
              <a:lstStyle/>
              <a:p>
                <a:r>
                  <a:rPr lang="en-GB">
                    <a:noFill/>
                  </a:rPr>
                  <a:t> </a:t>
                </a:r>
              </a:p>
            </p:txBody>
          </p:sp>
        </mc:Fallback>
      </mc:AlternateContent>
      <p:sp>
        <p:nvSpPr>
          <p:cNvPr id="12" name="Right Brace 11"/>
          <p:cNvSpPr/>
          <p:nvPr/>
        </p:nvSpPr>
        <p:spPr>
          <a:xfrm rot="16200000">
            <a:off x="1367863" y="1784899"/>
            <a:ext cx="215460" cy="1752600"/>
          </a:xfrm>
          <a:prstGeom prst="rightBrace">
            <a:avLst/>
          </a:prstGeom>
        </p:spPr>
        <p:style>
          <a:lnRef idx="1">
            <a:schemeClr val="accent1"/>
          </a:lnRef>
          <a:fillRef idx="0">
            <a:schemeClr val="accent1"/>
          </a:fillRef>
          <a:effectRef idx="0">
            <a:schemeClr val="accent1"/>
          </a:effectRef>
          <a:fontRef idx="minor">
            <a:schemeClr val="tx1"/>
          </a:fontRef>
        </p:style>
        <p:txBody>
          <a:bodyPr rtlCol="0" anchor="ctr"/>
          <a:lstStyle/>
          <a:p>
            <a:pPr algn="ctr"/>
            <a:endParaRPr lang="en-GB">
              <a:solidFill>
                <a:srgbClr val="FF0000"/>
              </a:solidFill>
            </a:endParaRPr>
          </a:p>
        </p:txBody>
      </p:sp>
      <p:sp>
        <p:nvSpPr>
          <p:cNvPr id="13" name="TextBox 12"/>
          <p:cNvSpPr txBox="1"/>
          <p:nvPr/>
        </p:nvSpPr>
        <p:spPr>
          <a:xfrm>
            <a:off x="421245" y="2292258"/>
            <a:ext cx="2879314" cy="369332"/>
          </a:xfrm>
          <a:prstGeom prst="rect">
            <a:avLst/>
          </a:prstGeom>
          <a:noFill/>
        </p:spPr>
        <p:txBody>
          <a:bodyPr wrap="none" rtlCol="0">
            <a:spAutoFit/>
          </a:bodyPr>
          <a:lstStyle/>
          <a:p>
            <a:r>
              <a:rPr lang="en-GB" sz="1400" dirty="0"/>
              <a:t>Using </a:t>
            </a:r>
            <a:r>
              <a:rPr lang="en-GB" b="1" dirty="0">
                <a:solidFill>
                  <a:srgbClr val="FF0000"/>
                </a:solidFill>
              </a:rPr>
              <a:t>n</a:t>
            </a:r>
            <a:r>
              <a:rPr lang="en-GB" sz="1400" dirty="0"/>
              <a:t> to denote the number of variables </a:t>
            </a:r>
          </a:p>
        </p:txBody>
      </p:sp>
      <mc:AlternateContent xmlns:mc="http://schemas.openxmlformats.org/markup-compatibility/2006" xmlns:a14="http://schemas.microsoft.com/office/drawing/2010/main">
        <mc:Choice Requires="a14">
          <p:sp>
            <p:nvSpPr>
              <p:cNvPr id="14" name="Rectangle 13"/>
              <p:cNvSpPr/>
              <p:nvPr/>
            </p:nvSpPr>
            <p:spPr>
              <a:xfrm>
                <a:off x="4645109" y="3589564"/>
                <a:ext cx="4530856" cy="401648"/>
              </a:xfrm>
              <a:prstGeom prst="rect">
                <a:avLst/>
              </a:prstGeom>
            </p:spPr>
            <p:txBody>
              <a:bodyPr wrap="none">
                <a:spAutoFit/>
              </a:bodyPr>
              <a:lstStyle/>
              <a:p>
                <a14:m>
                  <m:oMath xmlns:m="http://schemas.openxmlformats.org/officeDocument/2006/math">
                    <m:r>
                      <a:rPr lang="en-GB" b="1" i="1" smtClean="0">
                        <a:latin typeface="Cambria Math"/>
                      </a:rPr>
                      <m:t>𝒉</m:t>
                    </m:r>
                    <m:r>
                      <a:rPr lang="en-GB" b="1" i="1" baseline="-25000">
                        <a:latin typeface="Cambria Math"/>
                      </a:rPr>
                      <m:t>θ</m:t>
                    </m:r>
                    <m:r>
                      <a:rPr lang="en-GB" b="1" i="1">
                        <a:latin typeface="Cambria Math"/>
                      </a:rPr>
                      <m:t>(</m:t>
                    </m:r>
                    <m:r>
                      <a:rPr lang="en-GB" b="1" i="1">
                        <a:latin typeface="Cambria Math"/>
                      </a:rPr>
                      <m:t>𝒙</m:t>
                    </m:r>
                    <m:r>
                      <a:rPr lang="en-GB" b="1" i="1">
                        <a:latin typeface="Cambria Math"/>
                      </a:rPr>
                      <m:t>)</m:t>
                    </m:r>
                  </m:oMath>
                </a14:m>
                <a:r>
                  <a:rPr lang="en-GB" b="1" dirty="0"/>
                  <a:t> </a:t>
                </a:r>
                <a:r>
                  <a:rPr lang="en-GB" dirty="0"/>
                  <a:t>= </a:t>
                </a:r>
                <a14:m>
                  <m:oMath xmlns:m="http://schemas.openxmlformats.org/officeDocument/2006/math">
                    <m:r>
                      <a:rPr lang="en-GB" i="1">
                        <a:latin typeface="Cambria Math"/>
                      </a:rPr>
                      <m:t>θ</m:t>
                    </m:r>
                    <m:r>
                      <a:rPr lang="en-GB" i="1" baseline="-25000">
                        <a:latin typeface="Cambria Math"/>
                      </a:rPr>
                      <m:t>0</m:t>
                    </m:r>
                  </m:oMath>
                </a14:m>
                <a:r>
                  <a:rPr lang="en-GB" dirty="0"/>
                  <a:t> + </a:t>
                </a:r>
                <a14:m>
                  <m:oMath xmlns:m="http://schemas.openxmlformats.org/officeDocument/2006/math">
                    <m:r>
                      <a:rPr lang="en-GB" i="1">
                        <a:latin typeface="Cambria Math"/>
                      </a:rPr>
                      <m:t>θ</m:t>
                    </m:r>
                    <m:r>
                      <a:rPr lang="en-GB" i="1" baseline="-25000">
                        <a:latin typeface="Cambria Math"/>
                      </a:rPr>
                      <m:t>1</m:t>
                    </m:r>
                  </m:oMath>
                </a14:m>
                <a:r>
                  <a:rPr lang="en-GB" dirty="0"/>
                  <a:t>x</a:t>
                </a:r>
                <a14:m>
                  <m:oMath xmlns:m="http://schemas.openxmlformats.org/officeDocument/2006/math">
                    <m:r>
                      <a:rPr lang="en-GB" i="1" baseline="-25000">
                        <a:latin typeface="Cambria Math"/>
                      </a:rPr>
                      <m:t>1</m:t>
                    </m:r>
                    <m:r>
                      <a:rPr lang="en-GB" b="0" i="1" baseline="30000" smtClean="0">
                        <a:latin typeface="Cambria Math"/>
                      </a:rPr>
                      <m:t>𝑖</m:t>
                    </m:r>
                  </m:oMath>
                </a14:m>
                <a:r>
                  <a:rPr lang="en-GB" dirty="0"/>
                  <a:t> + </a:t>
                </a:r>
                <a14:m>
                  <m:oMath xmlns:m="http://schemas.openxmlformats.org/officeDocument/2006/math">
                    <m:r>
                      <a:rPr lang="en-GB" i="1">
                        <a:latin typeface="Cambria Math"/>
                      </a:rPr>
                      <m:t>θ</m:t>
                    </m:r>
                    <m:r>
                      <a:rPr lang="en-GB" i="1" baseline="-25000">
                        <a:latin typeface="Cambria Math"/>
                      </a:rPr>
                      <m:t>2</m:t>
                    </m:r>
                  </m:oMath>
                </a14:m>
                <a:r>
                  <a:rPr lang="en-GB" dirty="0"/>
                  <a:t>x</a:t>
                </a:r>
                <a14:m>
                  <m:oMath xmlns:m="http://schemas.openxmlformats.org/officeDocument/2006/math">
                    <m:r>
                      <a:rPr lang="en-GB" i="1" baseline="-25000" dirty="0">
                        <a:latin typeface="Cambria Math"/>
                      </a:rPr>
                      <m:t>2</m:t>
                    </m:r>
                    <m:r>
                      <a:rPr lang="en-GB" b="0" i="1" baseline="30000" dirty="0" smtClean="0">
                        <a:latin typeface="Cambria Math"/>
                      </a:rPr>
                      <m:t>𝑖</m:t>
                    </m:r>
                  </m:oMath>
                </a14:m>
                <a:r>
                  <a:rPr lang="en-GB" dirty="0"/>
                  <a:t> + …= </a:t>
                </a:r>
                <a14:m>
                  <m:oMath xmlns:m="http://schemas.openxmlformats.org/officeDocument/2006/math">
                    <m:nary>
                      <m:naryPr>
                        <m:chr m:val="∑"/>
                        <m:ctrlPr>
                          <a:rPr lang="pt-BR" i="1">
                            <a:latin typeface="Cambria Math" panose="02040503050406030204" pitchFamily="18" charset="0"/>
                          </a:rPr>
                        </m:ctrlPr>
                      </m:naryPr>
                      <m:sub>
                        <m:r>
                          <m:rPr>
                            <m:brk m:alnAt="23"/>
                          </m:rPr>
                          <a:rPr lang="en-GB" i="1">
                            <a:latin typeface="Cambria Math"/>
                          </a:rPr>
                          <m:t>𝑗</m:t>
                        </m:r>
                        <m:r>
                          <a:rPr lang="pt-BR" i="1">
                            <a:latin typeface="Cambria Math"/>
                          </a:rPr>
                          <m:t>=0</m:t>
                        </m:r>
                      </m:sub>
                      <m:sup>
                        <m:r>
                          <a:rPr lang="en-GB" i="1">
                            <a:latin typeface="Cambria Math"/>
                          </a:rPr>
                          <m:t>𝑛</m:t>
                        </m:r>
                      </m:sup>
                      <m:e>
                        <m:sSup>
                          <m:sSupPr>
                            <m:ctrlPr>
                              <a:rPr lang="pt-BR" i="1">
                                <a:latin typeface="Cambria Math" panose="02040503050406030204" pitchFamily="18" charset="0"/>
                              </a:rPr>
                            </m:ctrlPr>
                          </m:sSupPr>
                          <m:e>
                            <m:r>
                              <a:rPr lang="en-GB" i="1">
                                <a:latin typeface="Cambria Math"/>
                              </a:rPr>
                              <m:t>θ</m:t>
                            </m:r>
                            <m:r>
                              <a:rPr lang="en-GB" i="1" baseline="-25000">
                                <a:latin typeface="Cambria Math"/>
                              </a:rPr>
                              <m:t>𝑗</m:t>
                            </m:r>
                            <m:r>
                              <a:rPr lang="pt-BR" i="1">
                                <a:latin typeface="Cambria Math"/>
                              </a:rPr>
                              <m:t>𝑥</m:t>
                            </m:r>
                            <m:r>
                              <a:rPr lang="en-GB" i="1" baseline="-25000">
                                <a:latin typeface="Cambria Math"/>
                              </a:rPr>
                              <m:t>𝑗</m:t>
                            </m:r>
                          </m:e>
                          <m:sup>
                            <m:r>
                              <a:rPr lang="en-GB" b="0" i="1" baseline="-25000" smtClean="0">
                                <a:latin typeface="Cambria Math"/>
                              </a:rPr>
                              <m:t>𝑖</m:t>
                            </m:r>
                          </m:sup>
                        </m:sSup>
                      </m:e>
                    </m:nary>
                  </m:oMath>
                </a14:m>
                <a:endParaRPr lang="en-GB" dirty="0"/>
              </a:p>
            </p:txBody>
          </p:sp>
        </mc:Choice>
        <mc:Fallback xmlns="">
          <p:sp>
            <p:nvSpPr>
              <p:cNvPr id="14" name="Rectangle 13"/>
              <p:cNvSpPr>
                <a:spLocks noRot="1" noChangeAspect="1" noMove="1" noResize="1" noEditPoints="1" noAdjustHandles="1" noChangeArrowheads="1" noChangeShapeType="1" noTextEdit="1"/>
              </p:cNvSpPr>
              <p:nvPr/>
            </p:nvSpPr>
            <p:spPr>
              <a:xfrm>
                <a:off x="4645109" y="3589564"/>
                <a:ext cx="4530856" cy="401648"/>
              </a:xfrm>
              <a:prstGeom prst="rect">
                <a:avLst/>
              </a:prstGeom>
              <a:blipFill rotWithShape="1">
                <a:blip r:embed="rId5"/>
                <a:stretch>
                  <a:fillRect t="-109091" b="-163636"/>
                </a:stretch>
              </a:blipFill>
            </p:spPr>
            <p:txBody>
              <a:bodyPr/>
              <a:lstStyle/>
              <a:p>
                <a:r>
                  <a:rPr lang="en-GB">
                    <a:noFill/>
                  </a:rPr>
                  <a:t> </a:t>
                </a:r>
              </a:p>
            </p:txBody>
          </p:sp>
        </mc:Fallback>
      </mc:AlternateContent>
      <p:sp>
        <p:nvSpPr>
          <p:cNvPr id="15" name="TextBox 14"/>
          <p:cNvSpPr txBox="1"/>
          <p:nvPr/>
        </p:nvSpPr>
        <p:spPr>
          <a:xfrm>
            <a:off x="6405095" y="4033386"/>
            <a:ext cx="461665" cy="323165"/>
          </a:xfrm>
          <a:prstGeom prst="rect">
            <a:avLst/>
          </a:prstGeom>
          <a:noFill/>
        </p:spPr>
        <p:txBody>
          <a:bodyPr vert="eaVert" wrap="none" rtlCol="0">
            <a:spAutoFit/>
          </a:bodyPr>
          <a:lstStyle/>
          <a:p>
            <a:r>
              <a:rPr lang="en-GB" dirty="0"/>
              <a:t>…</a:t>
            </a:r>
          </a:p>
        </p:txBody>
      </p:sp>
      <mc:AlternateContent xmlns:mc="http://schemas.openxmlformats.org/markup-compatibility/2006" xmlns:a14="http://schemas.microsoft.com/office/drawing/2010/main">
        <mc:Choice Requires="a14">
          <p:sp>
            <p:nvSpPr>
              <p:cNvPr id="16" name="Rectangle 15"/>
              <p:cNvSpPr/>
              <p:nvPr/>
            </p:nvSpPr>
            <p:spPr>
              <a:xfrm>
                <a:off x="4517571" y="4528636"/>
                <a:ext cx="4625369" cy="401648"/>
              </a:xfrm>
              <a:prstGeom prst="rect">
                <a:avLst/>
              </a:prstGeom>
            </p:spPr>
            <p:txBody>
              <a:bodyPr wrap="none">
                <a:spAutoFit/>
              </a:bodyPr>
              <a:lstStyle/>
              <a:p>
                <a14:m>
                  <m:oMath xmlns:m="http://schemas.openxmlformats.org/officeDocument/2006/math">
                    <m:r>
                      <a:rPr lang="en-GB" b="1" i="1" smtClean="0">
                        <a:latin typeface="Cambria Math"/>
                      </a:rPr>
                      <m:t>𝒉</m:t>
                    </m:r>
                    <m:r>
                      <a:rPr lang="en-GB" b="1" i="1" baseline="-25000">
                        <a:latin typeface="Cambria Math"/>
                      </a:rPr>
                      <m:t>θ</m:t>
                    </m:r>
                    <m:r>
                      <a:rPr lang="en-GB" b="1" i="1">
                        <a:latin typeface="Cambria Math"/>
                      </a:rPr>
                      <m:t>(</m:t>
                    </m:r>
                    <m:r>
                      <a:rPr lang="en-GB" b="1" i="1">
                        <a:latin typeface="Cambria Math"/>
                      </a:rPr>
                      <m:t>𝒙</m:t>
                    </m:r>
                    <m:r>
                      <a:rPr lang="en-GB" b="1" i="1">
                        <a:latin typeface="Cambria Math"/>
                      </a:rPr>
                      <m:t>)</m:t>
                    </m:r>
                  </m:oMath>
                </a14:m>
                <a:r>
                  <a:rPr lang="en-GB" b="1" dirty="0"/>
                  <a:t> </a:t>
                </a:r>
                <a:r>
                  <a:rPr lang="en-GB" dirty="0"/>
                  <a:t>= </a:t>
                </a:r>
                <a14:m>
                  <m:oMath xmlns:m="http://schemas.openxmlformats.org/officeDocument/2006/math">
                    <m:r>
                      <a:rPr lang="en-GB" i="1">
                        <a:latin typeface="Cambria Math"/>
                      </a:rPr>
                      <m:t>θ</m:t>
                    </m:r>
                    <m:r>
                      <a:rPr lang="en-GB" i="1" baseline="-25000">
                        <a:latin typeface="Cambria Math"/>
                      </a:rPr>
                      <m:t>0</m:t>
                    </m:r>
                  </m:oMath>
                </a14:m>
                <a:r>
                  <a:rPr lang="en-GB" dirty="0"/>
                  <a:t> + </a:t>
                </a:r>
                <a14:m>
                  <m:oMath xmlns:m="http://schemas.openxmlformats.org/officeDocument/2006/math">
                    <m:r>
                      <a:rPr lang="en-GB" i="1">
                        <a:latin typeface="Cambria Math"/>
                      </a:rPr>
                      <m:t>θ</m:t>
                    </m:r>
                    <m:r>
                      <a:rPr lang="en-GB" i="1" baseline="-25000">
                        <a:latin typeface="Cambria Math"/>
                      </a:rPr>
                      <m:t>1</m:t>
                    </m:r>
                  </m:oMath>
                </a14:m>
                <a:r>
                  <a:rPr lang="en-GB" dirty="0"/>
                  <a:t>x</a:t>
                </a:r>
                <a14:m>
                  <m:oMath xmlns:m="http://schemas.openxmlformats.org/officeDocument/2006/math">
                    <m:r>
                      <a:rPr lang="en-GB" i="1" baseline="-25000">
                        <a:latin typeface="Cambria Math"/>
                      </a:rPr>
                      <m:t>1</m:t>
                    </m:r>
                    <m:r>
                      <a:rPr lang="en-GB" b="0" i="1" baseline="30000" smtClean="0">
                        <a:latin typeface="Cambria Math"/>
                      </a:rPr>
                      <m:t>𝑚</m:t>
                    </m:r>
                  </m:oMath>
                </a14:m>
                <a:r>
                  <a:rPr lang="en-GB" dirty="0"/>
                  <a:t> + </a:t>
                </a:r>
                <a14:m>
                  <m:oMath xmlns:m="http://schemas.openxmlformats.org/officeDocument/2006/math">
                    <m:r>
                      <a:rPr lang="en-GB" i="1">
                        <a:latin typeface="Cambria Math"/>
                      </a:rPr>
                      <m:t>θ</m:t>
                    </m:r>
                    <m:r>
                      <a:rPr lang="en-GB" i="1" baseline="-25000">
                        <a:latin typeface="Cambria Math"/>
                      </a:rPr>
                      <m:t>2</m:t>
                    </m:r>
                  </m:oMath>
                </a14:m>
                <a:r>
                  <a:rPr lang="en-GB" dirty="0"/>
                  <a:t>x</a:t>
                </a:r>
                <a14:m>
                  <m:oMath xmlns:m="http://schemas.openxmlformats.org/officeDocument/2006/math">
                    <m:r>
                      <a:rPr lang="en-GB" i="1" baseline="-25000" dirty="0">
                        <a:latin typeface="Cambria Math"/>
                      </a:rPr>
                      <m:t>2</m:t>
                    </m:r>
                    <m:r>
                      <a:rPr lang="en-GB" b="0" i="1" baseline="30000" dirty="0" smtClean="0">
                        <a:latin typeface="Cambria Math"/>
                      </a:rPr>
                      <m:t>𝑚</m:t>
                    </m:r>
                  </m:oMath>
                </a14:m>
                <a:r>
                  <a:rPr lang="en-GB" dirty="0"/>
                  <a:t> + …= </a:t>
                </a:r>
                <a14:m>
                  <m:oMath xmlns:m="http://schemas.openxmlformats.org/officeDocument/2006/math">
                    <m:nary>
                      <m:naryPr>
                        <m:chr m:val="∑"/>
                        <m:ctrlPr>
                          <a:rPr lang="pt-BR" i="1">
                            <a:latin typeface="Cambria Math" panose="02040503050406030204" pitchFamily="18" charset="0"/>
                          </a:rPr>
                        </m:ctrlPr>
                      </m:naryPr>
                      <m:sub>
                        <m:r>
                          <m:rPr>
                            <m:brk m:alnAt="23"/>
                          </m:rPr>
                          <a:rPr lang="en-GB" i="1">
                            <a:latin typeface="Cambria Math"/>
                          </a:rPr>
                          <m:t>𝑗</m:t>
                        </m:r>
                        <m:r>
                          <a:rPr lang="pt-BR" i="1">
                            <a:latin typeface="Cambria Math"/>
                          </a:rPr>
                          <m:t>=0</m:t>
                        </m:r>
                      </m:sub>
                      <m:sup>
                        <m:r>
                          <a:rPr lang="en-GB" i="1">
                            <a:latin typeface="Cambria Math"/>
                          </a:rPr>
                          <m:t>𝑛</m:t>
                        </m:r>
                      </m:sup>
                      <m:e>
                        <m:sSup>
                          <m:sSupPr>
                            <m:ctrlPr>
                              <a:rPr lang="pt-BR" i="1">
                                <a:latin typeface="Cambria Math" panose="02040503050406030204" pitchFamily="18" charset="0"/>
                              </a:rPr>
                            </m:ctrlPr>
                          </m:sSupPr>
                          <m:e>
                            <m:r>
                              <a:rPr lang="en-GB" i="1">
                                <a:latin typeface="Cambria Math"/>
                              </a:rPr>
                              <m:t>θ</m:t>
                            </m:r>
                            <m:r>
                              <a:rPr lang="en-GB" i="1" baseline="-25000">
                                <a:latin typeface="Cambria Math"/>
                              </a:rPr>
                              <m:t>𝑗</m:t>
                            </m:r>
                            <m:r>
                              <a:rPr lang="pt-BR" i="1">
                                <a:latin typeface="Cambria Math"/>
                              </a:rPr>
                              <m:t>𝑥</m:t>
                            </m:r>
                            <m:r>
                              <a:rPr lang="en-GB" i="1" baseline="-25000">
                                <a:latin typeface="Cambria Math"/>
                              </a:rPr>
                              <m:t>𝑗</m:t>
                            </m:r>
                          </m:e>
                          <m:sup>
                            <m:r>
                              <a:rPr lang="en-GB" b="0" i="1" baseline="-25000" smtClean="0">
                                <a:latin typeface="Cambria Math"/>
                              </a:rPr>
                              <m:t>𝑚</m:t>
                            </m:r>
                          </m:sup>
                        </m:sSup>
                      </m:e>
                    </m:nary>
                  </m:oMath>
                </a14:m>
                <a:endParaRPr lang="en-GB" dirty="0"/>
              </a:p>
            </p:txBody>
          </p:sp>
        </mc:Choice>
        <mc:Fallback xmlns="">
          <p:sp>
            <p:nvSpPr>
              <p:cNvPr id="16" name="Rectangle 15"/>
              <p:cNvSpPr>
                <a:spLocks noRot="1" noChangeAspect="1" noMove="1" noResize="1" noEditPoints="1" noAdjustHandles="1" noChangeArrowheads="1" noChangeShapeType="1" noTextEdit="1"/>
              </p:cNvSpPr>
              <p:nvPr/>
            </p:nvSpPr>
            <p:spPr>
              <a:xfrm>
                <a:off x="4517571" y="4528636"/>
                <a:ext cx="4625369" cy="401648"/>
              </a:xfrm>
              <a:prstGeom prst="rect">
                <a:avLst/>
              </a:prstGeom>
              <a:blipFill rotWithShape="1">
                <a:blip r:embed="rId6"/>
                <a:stretch>
                  <a:fillRect t="-109091" b="-163636"/>
                </a:stretch>
              </a:blipFill>
            </p:spPr>
            <p:txBody>
              <a:bodyPr/>
              <a:lstStyle/>
              <a:p>
                <a:r>
                  <a:rPr lang="en-GB">
                    <a:noFill/>
                  </a:rPr>
                  <a:t> </a:t>
                </a:r>
              </a:p>
            </p:txBody>
          </p:sp>
        </mc:Fallback>
      </mc:AlternateContent>
      <p:sp>
        <p:nvSpPr>
          <p:cNvPr id="17" name="TextBox 16"/>
          <p:cNvSpPr txBox="1"/>
          <p:nvPr/>
        </p:nvSpPr>
        <p:spPr>
          <a:xfrm>
            <a:off x="6396335" y="3099839"/>
            <a:ext cx="461665" cy="323165"/>
          </a:xfrm>
          <a:prstGeom prst="rect">
            <a:avLst/>
          </a:prstGeom>
          <a:noFill/>
        </p:spPr>
        <p:txBody>
          <a:bodyPr vert="eaVert" wrap="none" rtlCol="0">
            <a:spAutoFit/>
          </a:bodyPr>
          <a:lstStyle/>
          <a:p>
            <a:r>
              <a:rPr lang="en-GB" dirty="0"/>
              <a:t>…</a:t>
            </a:r>
          </a:p>
        </p:txBody>
      </p:sp>
      <p:sp>
        <p:nvSpPr>
          <p:cNvPr id="18" name="TextBox 17"/>
          <p:cNvSpPr txBox="1"/>
          <p:nvPr/>
        </p:nvSpPr>
        <p:spPr>
          <a:xfrm>
            <a:off x="6324346" y="5117068"/>
            <a:ext cx="1011815" cy="369332"/>
          </a:xfrm>
          <a:prstGeom prst="rect">
            <a:avLst/>
          </a:prstGeom>
          <a:noFill/>
        </p:spPr>
        <p:txBody>
          <a:bodyPr wrap="none" rtlCol="0">
            <a:spAutoFit/>
          </a:bodyPr>
          <a:lstStyle/>
          <a:p>
            <a:r>
              <a:rPr lang="en-GB" dirty="0" err="1">
                <a:solidFill>
                  <a:srgbClr val="FF0000"/>
                </a:solidFill>
              </a:rPr>
              <a:t>i</a:t>
            </a:r>
            <a:r>
              <a:rPr lang="en-GB" dirty="0">
                <a:solidFill>
                  <a:srgbClr val="FF0000"/>
                </a:solidFill>
              </a:rPr>
              <a:t> = [1,m]</a:t>
            </a:r>
          </a:p>
        </p:txBody>
      </p:sp>
      <p:sp>
        <p:nvSpPr>
          <p:cNvPr id="19" name="Rounded Rectangle 18"/>
          <p:cNvSpPr/>
          <p:nvPr/>
        </p:nvSpPr>
        <p:spPr>
          <a:xfrm>
            <a:off x="4419600" y="2391012"/>
            <a:ext cx="4648200" cy="2726056"/>
          </a:xfrm>
          <a:prstGeom prst="roundRect">
            <a:avLst/>
          </a:prstGeom>
          <a:noFill/>
          <a:ln>
            <a:solidFill>
              <a:srgbClr val="FF0000"/>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GB"/>
          </a:p>
        </p:txBody>
      </p:sp>
    </p:spTree>
    <p:extLst>
      <p:ext uri="{BB962C8B-B14F-4D97-AF65-F5344CB8AC3E}">
        <p14:creationId xmlns:p14="http://schemas.microsoft.com/office/powerpoint/2010/main" val="413057077"/>
      </p:ext>
    </p:extLst>
  </p:cSld>
  <p:clrMapOvr>
    <a:masterClrMapping/>
  </p:clrMapOvr>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1" presetClass="entr" presetSubtype="0" fill="hold" grpId="0" nodeType="clickEffect">
                                  <p:stCondLst>
                                    <p:cond delay="0"/>
                                  </p:stCondLst>
                                  <p:childTnLst>
                                    <p:set>
                                      <p:cBhvr>
                                        <p:cTn id="6" dur="1" fill="hold">
                                          <p:stCondLst>
                                            <p:cond delay="0"/>
                                          </p:stCondLst>
                                        </p:cTn>
                                        <p:tgtEl>
                                          <p:spTgt spid="10"/>
                                        </p:tgtEl>
                                        <p:attrNameLst>
                                          <p:attrName>style.visibility</p:attrName>
                                        </p:attrNameLst>
                                      </p:cBhvr>
                                      <p:to>
                                        <p:strVal val="visible"/>
                                      </p:to>
                                    </p:set>
                                  </p:childTnLst>
                                </p:cTn>
                              </p:par>
                            </p:childTnLst>
                          </p:cTn>
                        </p:par>
                      </p:childTnLst>
                    </p:cTn>
                  </p:par>
                  <p:par>
                    <p:cTn id="7" fill="hold">
                      <p:stCondLst>
                        <p:cond delay="indefinite"/>
                      </p:stCondLst>
                      <p:childTnLst>
                        <p:par>
                          <p:cTn id="8" fill="hold">
                            <p:stCondLst>
                              <p:cond delay="0"/>
                            </p:stCondLst>
                            <p:childTnLst>
                              <p:par>
                                <p:cTn id="9" presetID="1" presetClass="entr" presetSubtype="0" fill="hold" grpId="0" nodeType="clickEffect">
                                  <p:stCondLst>
                                    <p:cond delay="0"/>
                                  </p:stCondLst>
                                  <p:childTnLst>
                                    <p:set>
                                      <p:cBhvr>
                                        <p:cTn id="10" dur="1" fill="hold">
                                          <p:stCondLst>
                                            <p:cond delay="0"/>
                                          </p:stCondLst>
                                        </p:cTn>
                                        <p:tgtEl>
                                          <p:spTgt spid="8"/>
                                        </p:tgtEl>
                                        <p:attrNameLst>
                                          <p:attrName>style.visibility</p:attrName>
                                        </p:attrNameLst>
                                      </p:cBhvr>
                                      <p:to>
                                        <p:strVal val="visible"/>
                                      </p:to>
                                    </p:set>
                                  </p:childTnLst>
                                </p:cTn>
                              </p:par>
                              <p:par>
                                <p:cTn id="11" presetID="1" presetClass="entr" presetSubtype="0" fill="hold" nodeType="withEffect">
                                  <p:stCondLst>
                                    <p:cond delay="0"/>
                                  </p:stCondLst>
                                  <p:childTnLst>
                                    <p:set>
                                      <p:cBhvr>
                                        <p:cTn id="12" dur="1" fill="hold">
                                          <p:stCondLst>
                                            <p:cond delay="0"/>
                                          </p:stCondLst>
                                        </p:cTn>
                                        <p:tgtEl>
                                          <p:spTgt spid="7"/>
                                        </p:tgtEl>
                                        <p:attrNameLst>
                                          <p:attrName>style.visibility</p:attrName>
                                        </p:attrNameLst>
                                      </p:cBhvr>
                                      <p:to>
                                        <p:strVal val="visible"/>
                                      </p:to>
                                    </p:set>
                                  </p:childTnLst>
                                </p:cTn>
                              </p:par>
                              <p:par>
                                <p:cTn id="13" presetID="1" presetClass="entr" presetSubtype="0" fill="hold" grpId="0" nodeType="withEffect">
                                  <p:stCondLst>
                                    <p:cond delay="0"/>
                                  </p:stCondLst>
                                  <p:childTnLst>
                                    <p:set>
                                      <p:cBhvr>
                                        <p:cTn id="14" dur="1" fill="hold">
                                          <p:stCondLst>
                                            <p:cond delay="0"/>
                                          </p:stCondLst>
                                        </p:cTn>
                                        <p:tgtEl>
                                          <p:spTgt spid="9"/>
                                        </p:tgtEl>
                                        <p:attrNameLst>
                                          <p:attrName>style.visibility</p:attrName>
                                        </p:attrNameLst>
                                      </p:cBhvr>
                                      <p:to>
                                        <p:strVal val="visible"/>
                                      </p:to>
                                    </p:set>
                                  </p:childTnLst>
                                </p:cTn>
                              </p:par>
                            </p:childTnLst>
                          </p:cTn>
                        </p:par>
                      </p:childTnLst>
                    </p:cTn>
                  </p:par>
                  <p:par>
                    <p:cTn id="15" fill="hold">
                      <p:stCondLst>
                        <p:cond delay="indefinite"/>
                      </p:stCondLst>
                      <p:childTnLst>
                        <p:par>
                          <p:cTn id="16" fill="hold">
                            <p:stCondLst>
                              <p:cond delay="0"/>
                            </p:stCondLst>
                            <p:childTnLst>
                              <p:par>
                                <p:cTn id="17" presetID="1" presetClass="entr" presetSubtype="0" fill="hold" grpId="0" nodeType="clickEffect">
                                  <p:stCondLst>
                                    <p:cond delay="0"/>
                                  </p:stCondLst>
                                  <p:childTnLst>
                                    <p:set>
                                      <p:cBhvr>
                                        <p:cTn id="18" dur="1" fill="hold">
                                          <p:stCondLst>
                                            <p:cond delay="0"/>
                                          </p:stCondLst>
                                        </p:cTn>
                                        <p:tgtEl>
                                          <p:spTgt spid="14"/>
                                        </p:tgtEl>
                                        <p:attrNameLst>
                                          <p:attrName>style.visibility</p:attrName>
                                        </p:attrNameLst>
                                      </p:cBhvr>
                                      <p:to>
                                        <p:strVal val="visible"/>
                                      </p:to>
                                    </p:set>
                                  </p:childTnLst>
                                </p:cTn>
                              </p:par>
                              <p:par>
                                <p:cTn id="19" presetID="1" presetClass="entr" presetSubtype="0" fill="hold" grpId="0" nodeType="withEffect">
                                  <p:stCondLst>
                                    <p:cond delay="0"/>
                                  </p:stCondLst>
                                  <p:childTnLst>
                                    <p:set>
                                      <p:cBhvr>
                                        <p:cTn id="20" dur="1" fill="hold">
                                          <p:stCondLst>
                                            <p:cond delay="0"/>
                                          </p:stCondLst>
                                        </p:cTn>
                                        <p:tgtEl>
                                          <p:spTgt spid="17"/>
                                        </p:tgtEl>
                                        <p:attrNameLst>
                                          <p:attrName>style.visibility</p:attrName>
                                        </p:attrNameLst>
                                      </p:cBhvr>
                                      <p:to>
                                        <p:strVal val="visible"/>
                                      </p:to>
                                    </p:set>
                                  </p:childTnLst>
                                </p:cTn>
                              </p:par>
                              <p:par>
                                <p:cTn id="21" presetID="1" presetClass="entr" presetSubtype="0" fill="hold" grpId="0" nodeType="withEffect">
                                  <p:stCondLst>
                                    <p:cond delay="0"/>
                                  </p:stCondLst>
                                  <p:childTnLst>
                                    <p:set>
                                      <p:cBhvr>
                                        <p:cTn id="22" dur="1" fill="hold">
                                          <p:stCondLst>
                                            <p:cond delay="0"/>
                                          </p:stCondLst>
                                        </p:cTn>
                                        <p:tgtEl>
                                          <p:spTgt spid="15"/>
                                        </p:tgtEl>
                                        <p:attrNameLst>
                                          <p:attrName>style.visibility</p:attrName>
                                        </p:attrNameLst>
                                      </p:cBhvr>
                                      <p:to>
                                        <p:strVal val="visible"/>
                                      </p:to>
                                    </p:set>
                                  </p:childTnLst>
                                </p:cTn>
                              </p:par>
                              <p:par>
                                <p:cTn id="23" presetID="1" presetClass="entr" presetSubtype="0" fill="hold" grpId="0" nodeType="withEffect">
                                  <p:stCondLst>
                                    <p:cond delay="0"/>
                                  </p:stCondLst>
                                  <p:childTnLst>
                                    <p:set>
                                      <p:cBhvr>
                                        <p:cTn id="24" dur="1" fill="hold">
                                          <p:stCondLst>
                                            <p:cond delay="0"/>
                                          </p:stCondLst>
                                        </p:cTn>
                                        <p:tgtEl>
                                          <p:spTgt spid="16"/>
                                        </p:tgtEl>
                                        <p:attrNameLst>
                                          <p:attrName>style.visibility</p:attrName>
                                        </p:attrNameLst>
                                      </p:cBhvr>
                                      <p:to>
                                        <p:strVal val="visible"/>
                                      </p:to>
                                    </p:set>
                                  </p:childTnLst>
                                </p:cTn>
                              </p:par>
                            </p:childTnLst>
                          </p:cTn>
                        </p:par>
                      </p:childTnLst>
                    </p:cTn>
                  </p:par>
                  <p:par>
                    <p:cTn id="25" fill="hold">
                      <p:stCondLst>
                        <p:cond delay="indefinite"/>
                      </p:stCondLst>
                      <p:childTnLst>
                        <p:par>
                          <p:cTn id="26" fill="hold">
                            <p:stCondLst>
                              <p:cond delay="0"/>
                            </p:stCondLst>
                            <p:childTnLst>
                              <p:par>
                                <p:cTn id="27" presetID="1" presetClass="entr" presetSubtype="0" fill="hold" grpId="0" nodeType="clickEffect">
                                  <p:stCondLst>
                                    <p:cond delay="0"/>
                                  </p:stCondLst>
                                  <p:childTnLst>
                                    <p:set>
                                      <p:cBhvr>
                                        <p:cTn id="28" dur="1" fill="hold">
                                          <p:stCondLst>
                                            <p:cond delay="0"/>
                                          </p:stCondLst>
                                        </p:cTn>
                                        <p:tgtEl>
                                          <p:spTgt spid="18"/>
                                        </p:tgtEl>
                                        <p:attrNameLst>
                                          <p:attrName>style.visibility</p:attrName>
                                        </p:attrNameLst>
                                      </p:cBhvr>
                                      <p:to>
                                        <p:strVal val="visible"/>
                                      </p:to>
                                    </p:set>
                                  </p:childTnLst>
                                </p:cTn>
                              </p:par>
                            </p:childTnLst>
                          </p:cTn>
                        </p:par>
                      </p:childTnLst>
                    </p:cTn>
                  </p:par>
                  <p:par>
                    <p:cTn id="29" fill="hold">
                      <p:stCondLst>
                        <p:cond delay="indefinite"/>
                      </p:stCondLst>
                      <p:childTnLst>
                        <p:par>
                          <p:cTn id="30" fill="hold">
                            <p:stCondLst>
                              <p:cond delay="0"/>
                            </p:stCondLst>
                            <p:childTnLst>
                              <p:par>
                                <p:cTn id="31" presetID="1" presetClass="entr" presetSubtype="0" fill="hold" grpId="0" nodeType="clickEffect">
                                  <p:stCondLst>
                                    <p:cond delay="0"/>
                                  </p:stCondLst>
                                  <p:childTnLst>
                                    <p:set>
                                      <p:cBhvr>
                                        <p:cTn id="32" dur="1" fill="hold">
                                          <p:stCondLst>
                                            <p:cond delay="0"/>
                                          </p:stCondLst>
                                        </p:cTn>
                                        <p:tgtEl>
                                          <p:spTgt spid="19"/>
                                        </p:tgtEl>
                                        <p:attrNameLst>
                                          <p:attrName>style.visibility</p:attrName>
                                        </p:attrNameLst>
                                      </p:cBhvr>
                                      <p:to>
                                        <p:strVal val="visible"/>
                                      </p:to>
                                    </p:set>
                                  </p:childTnLst>
                                </p:cTn>
                              </p:par>
                            </p:childTnLst>
                          </p:cTn>
                        </p:par>
                      </p:childTnLst>
                    </p:cTn>
                  </p:par>
                </p:childTnLst>
              </p:cTn>
              <p:prevCondLst>
                <p:cond evt="onPrev" delay="0">
                  <p:tgtEl>
                    <p:sldTgt/>
                  </p:tgtEl>
                </p:cond>
              </p:prevCondLst>
              <p:nextCondLst>
                <p:cond evt="onNext" delay="0">
                  <p:tgtEl>
                    <p:sldTgt/>
                  </p:tgtEl>
                </p:cond>
              </p:nextCondLst>
            </p:seq>
          </p:childTnLst>
        </p:cTn>
      </p:par>
    </p:tnLst>
    <p:bldLst>
      <p:bldP spid="8" grpId="0"/>
      <p:bldP spid="9" grpId="0"/>
      <p:bldP spid="10" grpId="0"/>
      <p:bldP spid="14" grpId="0"/>
      <p:bldP spid="15" grpId="0"/>
      <p:bldP spid="16" grpId="0"/>
      <p:bldP spid="17" grpId="0"/>
      <p:bldP spid="18" grpId="0"/>
      <p:bldP spid="19" grpId="0" animBg="1"/>
    </p:bldLst>
  </p:timing>
</p:sld>
</file>

<file path=ppt/slides/slide12.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4" name="Title 1"/>
          <p:cNvSpPr>
            <a:spLocks noGrp="1"/>
          </p:cNvSpPr>
          <p:nvPr>
            <p:ph type="title"/>
          </p:nvPr>
        </p:nvSpPr>
        <p:spPr/>
        <p:txBody>
          <a:bodyPr/>
          <a:lstStyle/>
          <a:p>
            <a:r>
              <a:rPr lang="en-GB" dirty="0"/>
              <a:t>Mathematical notation</a:t>
            </a:r>
          </a:p>
        </p:txBody>
      </p:sp>
      <mc:AlternateContent xmlns:mc="http://schemas.openxmlformats.org/markup-compatibility/2006">
        <mc:Choice xmlns:a14="http://schemas.microsoft.com/office/drawing/2010/main" Requires="a14">
          <p:sp>
            <p:nvSpPr>
              <p:cNvPr id="3" name="Content Placeholder 2"/>
              <p:cNvSpPr>
                <a:spLocks noGrp="1"/>
              </p:cNvSpPr>
              <p:nvPr>
                <p:ph idx="1"/>
              </p:nvPr>
            </p:nvSpPr>
            <p:spPr/>
            <p:txBody>
              <a:bodyPr>
                <a:normAutofit lnSpcReduction="10000"/>
              </a:bodyPr>
              <a:lstStyle/>
              <a:p>
                <a:r>
                  <a:rPr lang="en-GB" dirty="0"/>
                  <a:t>Now we can write the </a:t>
                </a:r>
                <a:r>
                  <a:rPr lang="en-GB" dirty="0"/>
                  <a:t>m</a:t>
                </a:r>
                <a:r>
                  <a:rPr lang="en-GB" dirty="0"/>
                  <a:t> hypothesis functions in matrix (linear-algebra) form:</a:t>
                </a:r>
              </a:p>
              <a:p>
                <a:endParaRPr lang="en-GB" dirty="0"/>
              </a:p>
              <a:p>
                <a:pPr marL="0" indent="0">
                  <a:buNone/>
                </a:pPr>
                <a14:m>
                  <m:oMath xmlns:m="http://schemas.openxmlformats.org/officeDocument/2006/math">
                    <m:d>
                      <m:dPr>
                        <m:begChr m:val="{"/>
                        <m:endChr m:val="}"/>
                        <m:ctrlPr>
                          <a:rPr lang="pt-BR" i="1" smtClean="0">
                            <a:latin typeface="Cambria Math" panose="02040503050406030204" pitchFamily="18" charset="0"/>
                          </a:rPr>
                        </m:ctrlPr>
                      </m:dPr>
                      <m:e>
                        <m:eqArr>
                          <m:eqArrPr>
                            <m:ctrlPr>
                              <a:rPr lang="en-GB" i="1">
                                <a:latin typeface="Cambria Math" panose="02040503050406030204" pitchFamily="18" charset="0"/>
                              </a:rPr>
                            </m:ctrlPr>
                          </m:eqArrPr>
                          <m:e>
                            <m:r>
                              <a:rPr lang="en-GB" i="1">
                                <a:latin typeface="Cambria Math"/>
                              </a:rPr>
                              <m:t>θ</m:t>
                            </m:r>
                            <m:r>
                              <a:rPr lang="en-GB" b="0" i="1" baseline="-25000" smtClean="0">
                                <a:latin typeface="Cambria Math"/>
                              </a:rPr>
                              <m:t>0</m:t>
                            </m:r>
                          </m:e>
                          <m:e>
                            <m:r>
                              <a:rPr lang="en-GB" i="1">
                                <a:latin typeface="Cambria Math"/>
                              </a:rPr>
                              <m:t>θ</m:t>
                            </m:r>
                            <m:r>
                              <a:rPr lang="en-GB" b="0" i="1" baseline="-25000" smtClean="0">
                                <a:latin typeface="Cambria Math"/>
                              </a:rPr>
                              <m:t>1</m:t>
                            </m:r>
                          </m:e>
                          <m:e>
                            <m:r>
                              <a:rPr lang="en-GB" i="1" smtClean="0">
                                <a:latin typeface="Cambria Math"/>
                              </a:rPr>
                              <m:t>θ</m:t>
                            </m:r>
                            <m:r>
                              <a:rPr lang="en-GB" b="0" i="1" baseline="-25000" smtClean="0">
                                <a:latin typeface="Cambria Math"/>
                              </a:rPr>
                              <m:t>2</m:t>
                            </m:r>
                          </m:e>
                          <m:e>
                            <m:r>
                              <a:rPr lang="en-GB" b="0" i="1" baseline="-25000" smtClean="0">
                                <a:latin typeface="Cambria Math"/>
                              </a:rPr>
                              <m:t>…</m:t>
                            </m:r>
                          </m:e>
                          <m:e>
                            <m:r>
                              <a:rPr lang="en-GB" i="1">
                                <a:latin typeface="Cambria Math"/>
                              </a:rPr>
                              <m:t>θ</m:t>
                            </m:r>
                            <m:r>
                              <a:rPr lang="en-GB" b="0" i="1" baseline="-25000" smtClean="0">
                                <a:latin typeface="Cambria Math"/>
                              </a:rPr>
                              <m:t>𝑗</m:t>
                            </m:r>
                          </m:e>
                          <m:e>
                            <m:r>
                              <a:rPr lang="en-GB" b="0" i="1" baseline="-25000" smtClean="0">
                                <a:latin typeface="Cambria Math"/>
                              </a:rPr>
                              <m:t>…</m:t>
                            </m:r>
                          </m:e>
                          <m:e>
                            <m:r>
                              <a:rPr lang="en-GB" b="0" i="1" baseline="-25000" smtClean="0">
                                <a:latin typeface="Cambria Math"/>
                              </a:rPr>
                              <m:t> </m:t>
                            </m:r>
                            <m:r>
                              <a:rPr lang="en-GB" i="1">
                                <a:latin typeface="Cambria Math"/>
                              </a:rPr>
                              <m:t>θ</m:t>
                            </m:r>
                            <m:r>
                              <a:rPr lang="en-GB" b="0" i="1" baseline="-25000" smtClean="0">
                                <a:latin typeface="Cambria Math"/>
                              </a:rPr>
                              <m:t>𝑛</m:t>
                            </m:r>
                          </m:e>
                        </m:eqArr>
                      </m:e>
                    </m:d>
                  </m:oMath>
                </a14:m>
                <a:r>
                  <a:rPr lang="en-GB" dirty="0"/>
                  <a:t>  </a:t>
                </a:r>
                <a14:m>
                  <m:oMath xmlns:m="http://schemas.openxmlformats.org/officeDocument/2006/math">
                    <m:d>
                      <m:dPr>
                        <m:begChr m:val="{"/>
                        <m:endChr m:val="}"/>
                        <m:ctrlPr>
                          <a:rPr lang="pt-BR" i="1">
                            <a:latin typeface="Cambria Math" panose="02040503050406030204" pitchFamily="18" charset="0"/>
                          </a:rPr>
                        </m:ctrlPr>
                      </m:dPr>
                      <m:e>
                        <m:eqArr>
                          <m:eqArrPr>
                            <m:ctrlPr>
                              <a:rPr lang="en-GB" b="0" i="1" baseline="-25000" smtClean="0">
                                <a:latin typeface="Cambria Math" panose="02040503050406030204" pitchFamily="18" charset="0"/>
                              </a:rPr>
                            </m:ctrlPr>
                          </m:eqArrPr>
                          <m:e>
                            <m:eqArr>
                              <m:eqArrPr>
                                <m:ctrlPr>
                                  <a:rPr lang="en-GB" b="0" i="1" baseline="-25000" smtClean="0">
                                    <a:latin typeface="Cambria Math" panose="02040503050406030204" pitchFamily="18" charset="0"/>
                                  </a:rPr>
                                </m:ctrlPr>
                              </m:eqArrPr>
                              <m:e/>
                              <m:e>
                                <m:r>
                                  <a:rPr lang="en-GB" b="0" i="1" smtClean="0">
                                    <a:latin typeface="Cambria Math"/>
                                  </a:rPr>
                                  <m:t>1,</m:t>
                                </m:r>
                                <m:r>
                                  <a:rPr lang="en-GB" b="0" i="1" smtClean="0">
                                    <a:latin typeface="Cambria Math"/>
                                  </a:rPr>
                                  <m:t>𝑥</m:t>
                                </m:r>
                                <m:r>
                                  <a:rPr lang="en-GB" i="1" baseline="30000">
                                    <a:latin typeface="Cambria Math"/>
                                  </a:rPr>
                                  <m:t>1</m:t>
                                </m:r>
                                <m:r>
                                  <a:rPr lang="en-GB" i="1" baseline="-25000">
                                    <a:latin typeface="Cambria Math"/>
                                  </a:rPr>
                                  <m:t>1</m:t>
                                </m:r>
                                <m:r>
                                  <a:rPr lang="en-GB" b="0" i="1" smtClean="0">
                                    <a:latin typeface="Cambria Math"/>
                                  </a:rPr>
                                  <m:t>, …</m:t>
                                </m:r>
                                <m:r>
                                  <a:rPr lang="en-GB" b="0" i="1" smtClean="0">
                                    <a:latin typeface="Cambria Math"/>
                                  </a:rPr>
                                  <m:t>𝑥</m:t>
                                </m:r>
                                <m:r>
                                  <a:rPr lang="en-GB" b="0" i="1" baseline="30000" smtClean="0">
                                    <a:latin typeface="Cambria Math"/>
                                  </a:rPr>
                                  <m:t>1</m:t>
                                </m:r>
                                <m:r>
                                  <a:rPr lang="en-GB" b="0" i="1" baseline="-25000" smtClean="0">
                                    <a:latin typeface="Cambria Math"/>
                                  </a:rPr>
                                  <m:t>𝑛</m:t>
                                </m:r>
                              </m:e>
                              <m:e>
                                <m:r>
                                  <a:rPr lang="en-GB" b="0" i="1" smtClean="0">
                                    <a:latin typeface="Cambria Math"/>
                                  </a:rPr>
                                  <m:t>1,</m:t>
                                </m:r>
                                <m:r>
                                  <a:rPr lang="en-GB" b="0" i="1" smtClean="0">
                                    <a:latin typeface="Cambria Math"/>
                                  </a:rPr>
                                  <m:t>𝑥</m:t>
                                </m:r>
                                <m:r>
                                  <a:rPr lang="en-GB" i="1" baseline="30000">
                                    <a:latin typeface="Cambria Math"/>
                                  </a:rPr>
                                  <m:t>2</m:t>
                                </m:r>
                                <m:r>
                                  <a:rPr lang="en-GB" b="0" i="1" baseline="-25000" smtClean="0">
                                    <a:latin typeface="Cambria Math"/>
                                  </a:rPr>
                                  <m:t>1</m:t>
                                </m:r>
                                <m:r>
                                  <a:rPr lang="en-GB" i="1">
                                    <a:latin typeface="Cambria Math"/>
                                  </a:rPr>
                                  <m:t>, …</m:t>
                                </m:r>
                                <m:r>
                                  <a:rPr lang="en-GB" i="1">
                                    <a:latin typeface="Cambria Math"/>
                                  </a:rPr>
                                  <m:t>𝑥</m:t>
                                </m:r>
                                <m:r>
                                  <a:rPr lang="en-GB" b="0" i="1" baseline="30000" smtClean="0">
                                    <a:latin typeface="Cambria Math"/>
                                  </a:rPr>
                                  <m:t>2</m:t>
                                </m:r>
                                <m:r>
                                  <a:rPr lang="en-GB" i="1" baseline="-25000">
                                    <a:latin typeface="Cambria Math"/>
                                  </a:rPr>
                                  <m:t>𝑛</m:t>
                                </m:r>
                              </m:e>
                              <m:e>
                                <m:r>
                                  <a:rPr lang="en-GB" b="0" i="1" smtClean="0">
                                    <a:latin typeface="Cambria Math"/>
                                  </a:rPr>
                                  <m:t>1, </m:t>
                                </m:r>
                                <m:r>
                                  <a:rPr lang="en-GB" b="0" i="1" smtClean="0">
                                    <a:latin typeface="Cambria Math"/>
                                  </a:rPr>
                                  <m:t>𝑥</m:t>
                                </m:r>
                                <m:r>
                                  <a:rPr lang="en-GB" i="1" baseline="30000">
                                    <a:latin typeface="Cambria Math"/>
                                  </a:rPr>
                                  <m:t>3</m:t>
                                </m:r>
                                <m:r>
                                  <a:rPr lang="en-GB" b="0" i="1" baseline="-25000" smtClean="0">
                                    <a:latin typeface="Cambria Math"/>
                                  </a:rPr>
                                  <m:t>1</m:t>
                                </m:r>
                                <m:r>
                                  <a:rPr lang="en-GB" i="1">
                                    <a:latin typeface="Cambria Math"/>
                                  </a:rPr>
                                  <m:t>, …</m:t>
                                </m:r>
                                <m:r>
                                  <a:rPr lang="en-GB" i="1">
                                    <a:latin typeface="Cambria Math"/>
                                  </a:rPr>
                                  <m:t>𝑥</m:t>
                                </m:r>
                                <m:r>
                                  <a:rPr lang="en-GB" b="0" i="1" baseline="30000" smtClean="0">
                                    <a:latin typeface="Cambria Math"/>
                                  </a:rPr>
                                  <m:t>3</m:t>
                                </m:r>
                                <m:r>
                                  <a:rPr lang="en-GB" i="1" baseline="-25000">
                                    <a:latin typeface="Cambria Math"/>
                                  </a:rPr>
                                  <m:t>𝑛</m:t>
                                </m:r>
                              </m:e>
                              <m:e>
                                <m:r>
                                  <a:rPr lang="en-GB" i="1" baseline="-25000">
                                    <a:latin typeface="Cambria Math"/>
                                  </a:rPr>
                                  <m:t>…</m:t>
                                </m:r>
                              </m:e>
                              <m:e>
                                <m:r>
                                  <a:rPr lang="en-GB" i="1">
                                    <a:latin typeface="Cambria Math"/>
                                  </a:rPr>
                                  <m:t>1,</m:t>
                                </m:r>
                                <m:r>
                                  <a:rPr lang="en-GB" b="0" i="1" smtClean="0">
                                    <a:latin typeface="Cambria Math"/>
                                  </a:rPr>
                                  <m:t>𝑥</m:t>
                                </m:r>
                                <m:r>
                                  <a:rPr lang="en-GB" i="1" baseline="30000">
                                    <a:latin typeface="Cambria Math"/>
                                  </a:rPr>
                                  <m:t>𝑖</m:t>
                                </m:r>
                                <m:r>
                                  <a:rPr lang="en-GB" b="0" i="1" baseline="-25000" smtClean="0">
                                    <a:latin typeface="Cambria Math"/>
                                  </a:rPr>
                                  <m:t>1</m:t>
                                </m:r>
                                <m:r>
                                  <a:rPr lang="en-GB" i="1">
                                    <a:latin typeface="Cambria Math"/>
                                  </a:rPr>
                                  <m:t>, …</m:t>
                                </m:r>
                                <m:r>
                                  <a:rPr lang="en-GB" i="1">
                                    <a:latin typeface="Cambria Math"/>
                                  </a:rPr>
                                  <m:t>𝑥</m:t>
                                </m:r>
                                <m:r>
                                  <a:rPr lang="en-GB" i="1" baseline="30000">
                                    <a:latin typeface="Cambria Math"/>
                                  </a:rPr>
                                  <m:t>𝑖</m:t>
                                </m:r>
                                <m:r>
                                  <a:rPr lang="en-GB" i="1" baseline="-25000">
                                    <a:latin typeface="Cambria Math"/>
                                  </a:rPr>
                                  <m:t>𝑛</m:t>
                                </m:r>
                              </m:e>
                              <m:e>
                                <m:r>
                                  <a:rPr lang="en-GB" i="1" baseline="-25000">
                                    <a:latin typeface="Cambria Math"/>
                                  </a:rPr>
                                  <m:t>…</m:t>
                                </m:r>
                              </m:e>
                              <m:e>
                                <m:r>
                                  <a:rPr lang="en-GB" b="0" i="1" baseline="-25000" smtClean="0">
                                    <a:latin typeface="Cambria Math"/>
                                  </a:rPr>
                                  <m:t>…</m:t>
                                </m:r>
                              </m:e>
                              <m:e>
                                <m:r>
                                  <a:rPr lang="en-GB" b="0" i="1" baseline="-25000" smtClean="0">
                                    <a:latin typeface="Cambria Math"/>
                                  </a:rPr>
                                  <m:t>…</m:t>
                                </m:r>
                              </m:e>
                              <m:e>
                                <m:r>
                                  <a:rPr lang="en-GB" i="1">
                                    <a:latin typeface="Cambria Math"/>
                                  </a:rPr>
                                  <m:t>1,</m:t>
                                </m:r>
                                <m:r>
                                  <a:rPr lang="en-GB" b="0" i="1" smtClean="0">
                                    <a:latin typeface="Cambria Math"/>
                                  </a:rPr>
                                  <m:t>𝑥</m:t>
                                </m:r>
                                <m:r>
                                  <a:rPr lang="en-GB" b="0" i="1" baseline="30000" smtClean="0">
                                    <a:latin typeface="Cambria Math"/>
                                  </a:rPr>
                                  <m:t>𝑚</m:t>
                                </m:r>
                                <m:r>
                                  <a:rPr lang="en-GB" b="0" i="1" baseline="-25000" smtClean="0">
                                    <a:latin typeface="Cambria Math"/>
                                  </a:rPr>
                                  <m:t>1</m:t>
                                </m:r>
                                <m:r>
                                  <a:rPr lang="en-GB" i="1">
                                    <a:latin typeface="Cambria Math"/>
                                  </a:rPr>
                                  <m:t>, …</m:t>
                                </m:r>
                                <m:r>
                                  <a:rPr lang="en-GB" i="1">
                                    <a:latin typeface="Cambria Math"/>
                                  </a:rPr>
                                  <m:t>𝑥</m:t>
                                </m:r>
                                <m:r>
                                  <a:rPr lang="en-GB" i="1" baseline="30000">
                                    <a:latin typeface="Cambria Math"/>
                                  </a:rPr>
                                  <m:t>𝑚</m:t>
                                </m:r>
                                <m:r>
                                  <a:rPr lang="en-GB" i="1" baseline="-25000">
                                    <a:latin typeface="Cambria Math"/>
                                  </a:rPr>
                                  <m:t>𝑛</m:t>
                                </m:r>
                              </m:e>
                            </m:eqArr>
                          </m:e>
                          <m:e/>
                        </m:eqArr>
                      </m:e>
                    </m:d>
                  </m:oMath>
                </a14:m>
                <a:r>
                  <a:rPr lang="en-GB" dirty="0"/>
                  <a:t> </a:t>
                </a:r>
              </a:p>
            </p:txBody>
          </p:sp>
        </mc:Choice>
        <mc:Fallback>
          <p:sp>
            <p:nvSpPr>
              <p:cNvPr id="3" name="Content Placeholder 2"/>
              <p:cNvSpPr>
                <a:spLocks noGrp="1" noRot="1" noChangeAspect="1" noMove="1" noResize="1" noEditPoints="1" noAdjustHandles="1" noChangeArrowheads="1" noChangeShapeType="1" noTextEdit="1"/>
              </p:cNvSpPr>
              <p:nvPr>
                <p:ph idx="1"/>
              </p:nvPr>
            </p:nvSpPr>
            <p:spPr>
              <a:blipFill>
                <a:blip r:embed="rId2"/>
                <a:stretch>
                  <a:fillRect l="-1455" t="-2433"/>
                </a:stretch>
              </a:blipFill>
            </p:spPr>
            <p:txBody>
              <a:bodyPr/>
              <a:lstStyle/>
              <a:p>
                <a:r>
                  <a:rPr lang="el-GR">
                    <a:noFill/>
                  </a:rPr>
                  <a:t> </a:t>
                </a:r>
              </a:p>
            </p:txBody>
          </p:sp>
        </mc:Fallback>
      </mc:AlternateContent>
      <p:sp>
        <p:nvSpPr>
          <p:cNvPr id="5" name="Down Arrow 4"/>
          <p:cNvSpPr/>
          <p:nvPr/>
        </p:nvSpPr>
        <p:spPr>
          <a:xfrm rot="16200000">
            <a:off x="2604215" y="4353207"/>
            <a:ext cx="392271" cy="419100"/>
          </a:xfrm>
          <a:prstGeom prst="downArrow">
            <a:avLst/>
          </a:prstGeom>
        </p:spPr>
        <p:style>
          <a:lnRef idx="2">
            <a:schemeClr val="accent1">
              <a:shade val="50000"/>
            </a:schemeClr>
          </a:lnRef>
          <a:fillRef idx="1">
            <a:schemeClr val="accent1"/>
          </a:fillRef>
          <a:effectRef idx="0">
            <a:schemeClr val="accent1"/>
          </a:effectRef>
          <a:fontRef idx="minor">
            <a:schemeClr val="lt1"/>
          </a:fontRef>
        </p:style>
        <p:txBody>
          <a:bodyPr rtlCol="0" anchor="ctr"/>
          <a:lstStyle/>
          <a:p>
            <a:endParaRPr lang="en-GB"/>
          </a:p>
        </p:txBody>
      </p:sp>
      <mc:AlternateContent xmlns:mc="http://schemas.openxmlformats.org/markup-compatibility/2006" xmlns:a14="http://schemas.microsoft.com/office/drawing/2010/main">
        <mc:Choice Requires="a14">
          <p:sp>
            <p:nvSpPr>
              <p:cNvPr id="6" name="TextBox 5"/>
              <p:cNvSpPr txBox="1"/>
              <p:nvPr/>
            </p:nvSpPr>
            <p:spPr>
              <a:xfrm>
                <a:off x="4801711" y="4235673"/>
                <a:ext cx="837089" cy="523220"/>
              </a:xfrm>
              <a:prstGeom prst="rect">
                <a:avLst/>
              </a:prstGeom>
              <a:noFill/>
            </p:spPr>
            <p:txBody>
              <a:bodyPr wrap="none" rtlCol="0">
                <a:spAutoFit/>
              </a:bodyPr>
              <a:lstStyle/>
              <a:p>
                <a:r>
                  <a:rPr lang="en-GB" sz="2800" b="1" dirty="0">
                    <a:solidFill>
                      <a:srgbClr val="FF0000"/>
                    </a:solidFill>
                  </a:rPr>
                  <a:t>? </a:t>
                </a:r>
                <a14:m>
                  <m:oMath xmlns:m="http://schemas.openxmlformats.org/officeDocument/2006/math">
                    <m:r>
                      <a:rPr lang="en-GB" sz="2800" b="1" i="1">
                        <a:solidFill>
                          <a:srgbClr val="FF0000"/>
                        </a:solidFill>
                        <a:latin typeface="Cambria Math"/>
                      </a:rPr>
                      <m:t>θ</m:t>
                    </m:r>
                  </m:oMath>
                </a14:m>
                <a:r>
                  <a:rPr lang="en-GB" sz="2800" b="1" dirty="0">
                    <a:solidFill>
                      <a:srgbClr val="FF0000"/>
                    </a:solidFill>
                  </a:rPr>
                  <a:t> </a:t>
                </a:r>
              </a:p>
            </p:txBody>
          </p:sp>
        </mc:Choice>
        <mc:Fallback xmlns="">
          <p:sp>
            <p:nvSpPr>
              <p:cNvPr id="6" name="TextBox 5"/>
              <p:cNvSpPr txBox="1">
                <a:spLocks noRot="1" noChangeAspect="1" noMove="1" noResize="1" noEditPoints="1" noAdjustHandles="1" noChangeArrowheads="1" noChangeShapeType="1" noTextEdit="1"/>
              </p:cNvSpPr>
              <p:nvPr/>
            </p:nvSpPr>
            <p:spPr>
              <a:xfrm>
                <a:off x="4801711" y="4235673"/>
                <a:ext cx="837089" cy="523220"/>
              </a:xfrm>
              <a:prstGeom prst="rect">
                <a:avLst/>
              </a:prstGeom>
              <a:blipFill rotWithShape="1">
                <a:blip r:embed="rId3"/>
                <a:stretch>
                  <a:fillRect l="-15328" t="-11628" b="-31395"/>
                </a:stretch>
              </a:blipFill>
            </p:spPr>
            <p:txBody>
              <a:bodyPr/>
              <a:lstStyle/>
              <a:p>
                <a:r>
                  <a:rPr lang="en-GB">
                    <a:noFill/>
                  </a:rPr>
                  <a:t> </a:t>
                </a:r>
              </a:p>
            </p:txBody>
          </p:sp>
        </mc:Fallback>
      </mc:AlternateContent>
      <p:sp>
        <p:nvSpPr>
          <p:cNvPr id="7" name="Down Arrow 6"/>
          <p:cNvSpPr/>
          <p:nvPr/>
        </p:nvSpPr>
        <p:spPr>
          <a:xfrm rot="16200000">
            <a:off x="5469515" y="4078184"/>
            <a:ext cx="914400" cy="838200"/>
          </a:xfrm>
          <a:prstGeom prst="downArrow">
            <a:avLst/>
          </a:prstGeom>
        </p:spPr>
        <p:style>
          <a:lnRef idx="2">
            <a:schemeClr val="accent1">
              <a:shade val="50000"/>
            </a:schemeClr>
          </a:lnRef>
          <a:fillRef idx="1">
            <a:schemeClr val="accent1"/>
          </a:fillRef>
          <a:effectRef idx="0">
            <a:schemeClr val="accent1"/>
          </a:effectRef>
          <a:fontRef idx="minor">
            <a:schemeClr val="lt1"/>
          </a:fontRef>
        </p:style>
        <p:txBody>
          <a:bodyPr rtlCol="0" anchor="ctr"/>
          <a:lstStyle/>
          <a:p>
            <a:endParaRPr lang="en-GB"/>
          </a:p>
        </p:txBody>
      </p:sp>
      <mc:AlternateContent xmlns:mc="http://schemas.openxmlformats.org/markup-compatibility/2006" xmlns:a14="http://schemas.microsoft.com/office/drawing/2010/main">
        <mc:Choice Requires="a14">
          <p:sp>
            <p:nvSpPr>
              <p:cNvPr id="8" name="TextBox 7"/>
              <p:cNvSpPr txBox="1"/>
              <p:nvPr/>
            </p:nvSpPr>
            <p:spPr>
              <a:xfrm>
                <a:off x="6477000" y="4247689"/>
                <a:ext cx="2333524" cy="369332"/>
              </a:xfrm>
              <a:prstGeom prst="rect">
                <a:avLst/>
              </a:prstGeom>
              <a:noFill/>
            </p:spPr>
            <p:txBody>
              <a:bodyPr wrap="none" rtlCol="0">
                <a:spAutoFit/>
              </a:bodyPr>
              <a:lstStyle/>
              <a:p>
                <a:r>
                  <a:rPr lang="en-GB" b="1" dirty="0"/>
                  <a:t>Closest </a:t>
                </a:r>
                <a14:m>
                  <m:oMath xmlns:m="http://schemas.openxmlformats.org/officeDocument/2006/math">
                    <m:r>
                      <a:rPr lang="en-GB" b="1" i="1">
                        <a:latin typeface="Cambria Math"/>
                      </a:rPr>
                      <m:t>𝒉</m:t>
                    </m:r>
                    <m:r>
                      <a:rPr lang="en-GB" b="1" i="1" baseline="-25000">
                        <a:latin typeface="Cambria Math"/>
                      </a:rPr>
                      <m:t>θ</m:t>
                    </m:r>
                    <m:d>
                      <m:dPr>
                        <m:ctrlPr>
                          <a:rPr lang="en-GB" b="1" i="1">
                            <a:latin typeface="Cambria Math" panose="02040503050406030204" pitchFamily="18" charset="0"/>
                          </a:rPr>
                        </m:ctrlPr>
                      </m:dPr>
                      <m:e>
                        <m:r>
                          <a:rPr lang="en-GB" b="1" i="1">
                            <a:latin typeface="Cambria Math"/>
                          </a:rPr>
                          <m:t>𝒙</m:t>
                        </m:r>
                      </m:e>
                    </m:d>
                  </m:oMath>
                </a14:m>
                <a:r>
                  <a:rPr lang="en-GB" dirty="0"/>
                  <a:t> - y</a:t>
                </a:r>
              </a:p>
            </p:txBody>
          </p:sp>
        </mc:Choice>
        <mc:Fallback xmlns="">
          <p:sp>
            <p:nvSpPr>
              <p:cNvPr id="8" name="TextBox 7"/>
              <p:cNvSpPr txBox="1">
                <a:spLocks noRot="1" noChangeAspect="1" noMove="1" noResize="1" noEditPoints="1" noAdjustHandles="1" noChangeArrowheads="1" noChangeShapeType="1" noTextEdit="1"/>
              </p:cNvSpPr>
              <p:nvPr/>
            </p:nvSpPr>
            <p:spPr>
              <a:xfrm>
                <a:off x="6477000" y="4247689"/>
                <a:ext cx="2333524" cy="369332"/>
              </a:xfrm>
              <a:prstGeom prst="rect">
                <a:avLst/>
              </a:prstGeom>
              <a:blipFill rotWithShape="1">
                <a:blip r:embed="rId4"/>
                <a:stretch>
                  <a:fillRect l="-2356" t="-8333" r="-1309" b="-26667"/>
                </a:stretch>
              </a:blipFill>
            </p:spPr>
            <p:txBody>
              <a:bodyPr/>
              <a:lstStyle/>
              <a:p>
                <a:r>
                  <a:rPr lang="en-GB">
                    <a:noFill/>
                  </a:rPr>
                  <a:t> </a:t>
                </a:r>
              </a:p>
            </p:txBody>
          </p:sp>
        </mc:Fallback>
      </mc:AlternateContent>
      <mc:AlternateContent xmlns:mc="http://schemas.openxmlformats.org/markup-compatibility/2006" xmlns:a14="http://schemas.microsoft.com/office/drawing/2010/main">
        <mc:Choice Requires="a14">
          <p:sp>
            <p:nvSpPr>
              <p:cNvPr id="10" name="Rectangle 9"/>
              <p:cNvSpPr/>
              <p:nvPr/>
            </p:nvSpPr>
            <p:spPr>
              <a:xfrm>
                <a:off x="1524000" y="2860333"/>
                <a:ext cx="474810" cy="362984"/>
              </a:xfrm>
              <a:prstGeom prst="rect">
                <a:avLst/>
              </a:prstGeom>
            </p:spPr>
            <p:txBody>
              <a:bodyPr wrap="none">
                <a:spAutoFit/>
              </a:bodyPr>
              <a:lstStyle/>
              <a:p>
                <a:pPr/>
                <a14:m>
                  <m:oMathPara xmlns:m="http://schemas.openxmlformats.org/officeDocument/2006/math">
                    <m:oMathParaPr>
                      <m:jc m:val="centerGroup"/>
                    </m:oMathParaPr>
                    <m:oMath xmlns:m="http://schemas.openxmlformats.org/officeDocument/2006/math">
                      <m:r>
                        <a:rPr lang="en-GB" b="1" i="1" smtClean="0">
                          <a:solidFill>
                            <a:srgbClr val="FF0000"/>
                          </a:solidFill>
                          <a:latin typeface="Cambria Math"/>
                        </a:rPr>
                        <m:t>θ</m:t>
                      </m:r>
                      <m:r>
                        <a:rPr lang="en-GB" b="1" i="1" baseline="30000" smtClean="0">
                          <a:solidFill>
                            <a:srgbClr val="FF0000"/>
                          </a:solidFill>
                          <a:latin typeface="Cambria Math"/>
                        </a:rPr>
                        <m:t>𝑻</m:t>
                      </m:r>
                    </m:oMath>
                  </m:oMathPara>
                </a14:m>
                <a:endParaRPr lang="en-GB" baseline="30000" dirty="0"/>
              </a:p>
            </p:txBody>
          </p:sp>
        </mc:Choice>
        <mc:Fallback xmlns="">
          <p:sp>
            <p:nvSpPr>
              <p:cNvPr id="10" name="Rectangle 9"/>
              <p:cNvSpPr>
                <a:spLocks noRot="1" noChangeAspect="1" noMove="1" noResize="1" noEditPoints="1" noAdjustHandles="1" noChangeArrowheads="1" noChangeShapeType="1" noTextEdit="1"/>
              </p:cNvSpPr>
              <p:nvPr/>
            </p:nvSpPr>
            <p:spPr>
              <a:xfrm>
                <a:off x="1524000" y="2860333"/>
                <a:ext cx="474810" cy="362984"/>
              </a:xfrm>
              <a:prstGeom prst="rect">
                <a:avLst/>
              </a:prstGeom>
              <a:blipFill rotWithShape="1">
                <a:blip r:embed="rId5"/>
                <a:stretch>
                  <a:fillRect/>
                </a:stretch>
              </a:blipFill>
            </p:spPr>
            <p:txBody>
              <a:bodyPr/>
              <a:lstStyle/>
              <a:p>
                <a:r>
                  <a:rPr lang="en-GB">
                    <a:noFill/>
                  </a:rPr>
                  <a:t> </a:t>
                </a:r>
              </a:p>
            </p:txBody>
          </p:sp>
        </mc:Fallback>
      </mc:AlternateContent>
      <p:cxnSp>
        <p:nvCxnSpPr>
          <p:cNvPr id="11" name="Curved Connector 10"/>
          <p:cNvCxnSpPr>
            <a:cxnSpLocks noChangeShapeType="1"/>
          </p:cNvCxnSpPr>
          <p:nvPr/>
        </p:nvCxnSpPr>
        <p:spPr bwMode="auto">
          <a:xfrm rot="5400000" flipH="1" flipV="1">
            <a:off x="1425861" y="3549649"/>
            <a:ext cx="623383" cy="1"/>
          </a:xfrm>
          <a:prstGeom prst="curvedConnector3">
            <a:avLst>
              <a:gd name="adj1" fmla="val 50000"/>
            </a:avLst>
          </a:prstGeom>
          <a:noFill/>
          <a:ln w="44450">
            <a:solidFill>
              <a:srgbClr val="FF0000"/>
            </a:solidFill>
            <a:round/>
            <a:headEnd/>
            <a:tailEnd type="arrow" w="med" len="med"/>
          </a:ln>
          <a:effectLst>
            <a:outerShdw blurRad="40000" dist="20000" dir="5400000" rotWithShape="0">
              <a:srgbClr val="808080">
                <a:alpha val="37999"/>
              </a:srgbClr>
            </a:outerShdw>
          </a:effectLst>
          <a:extLst>
            <a:ext uri="{909E8E84-426E-40DD-AFC4-6F175D3DCCD1}">
              <a14:hiddenFill xmlns:a14="http://schemas.microsoft.com/office/drawing/2010/main">
                <a:noFill/>
              </a14:hiddenFill>
            </a:ext>
          </a:extLst>
        </p:spPr>
      </p:cxnSp>
    </p:spTree>
    <p:extLst>
      <p:ext uri="{BB962C8B-B14F-4D97-AF65-F5344CB8AC3E}">
        <p14:creationId xmlns:p14="http://schemas.microsoft.com/office/powerpoint/2010/main" val="1820420668"/>
      </p:ext>
    </p:extLst>
  </p:cSld>
  <p:clrMapOvr>
    <a:masterClrMapping/>
  </p:clrMapOvr>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1" presetClass="entr" presetSubtype="0" fill="hold" grpId="0" nodeType="clickEffect">
                                  <p:stCondLst>
                                    <p:cond delay="0"/>
                                  </p:stCondLst>
                                  <p:childTnLst>
                                    <p:set>
                                      <p:cBhvr>
                                        <p:cTn id="6" dur="1" fill="hold">
                                          <p:stCondLst>
                                            <p:cond delay="0"/>
                                          </p:stCondLst>
                                        </p:cTn>
                                        <p:tgtEl>
                                          <p:spTgt spid="5"/>
                                        </p:tgtEl>
                                        <p:attrNameLst>
                                          <p:attrName>style.visibility</p:attrName>
                                        </p:attrNameLst>
                                      </p:cBhvr>
                                      <p:to>
                                        <p:strVal val="visible"/>
                                      </p:to>
                                    </p:set>
                                  </p:childTnLst>
                                </p:cTn>
                              </p:par>
                              <p:par>
                                <p:cTn id="7" presetID="1" presetClass="entr" presetSubtype="0" fill="hold" grpId="0" nodeType="withEffect">
                                  <p:stCondLst>
                                    <p:cond delay="0"/>
                                  </p:stCondLst>
                                  <p:childTnLst>
                                    <p:set>
                                      <p:cBhvr>
                                        <p:cTn id="8" dur="1" fill="hold">
                                          <p:stCondLst>
                                            <p:cond delay="0"/>
                                          </p:stCondLst>
                                        </p:cTn>
                                        <p:tgtEl>
                                          <p:spTgt spid="6"/>
                                        </p:tgtEl>
                                        <p:attrNameLst>
                                          <p:attrName>style.visibility</p:attrName>
                                        </p:attrNameLst>
                                      </p:cBhvr>
                                      <p:to>
                                        <p:strVal val="visible"/>
                                      </p:to>
                                    </p:set>
                                  </p:childTnLst>
                                </p:cTn>
                              </p:par>
                            </p:childTnLst>
                          </p:cTn>
                        </p:par>
                      </p:childTnLst>
                    </p:cTn>
                  </p:par>
                  <p:par>
                    <p:cTn id="9" fill="hold">
                      <p:stCondLst>
                        <p:cond delay="indefinite"/>
                      </p:stCondLst>
                      <p:childTnLst>
                        <p:par>
                          <p:cTn id="10" fill="hold">
                            <p:stCondLst>
                              <p:cond delay="0"/>
                            </p:stCondLst>
                            <p:childTnLst>
                              <p:par>
                                <p:cTn id="11" presetID="1" presetClass="entr" presetSubtype="0" fill="hold" grpId="0" nodeType="clickEffect">
                                  <p:stCondLst>
                                    <p:cond delay="0"/>
                                  </p:stCondLst>
                                  <p:childTnLst>
                                    <p:set>
                                      <p:cBhvr>
                                        <p:cTn id="12" dur="1" fill="hold">
                                          <p:stCondLst>
                                            <p:cond delay="0"/>
                                          </p:stCondLst>
                                        </p:cTn>
                                        <p:tgtEl>
                                          <p:spTgt spid="7"/>
                                        </p:tgtEl>
                                        <p:attrNameLst>
                                          <p:attrName>style.visibility</p:attrName>
                                        </p:attrNameLst>
                                      </p:cBhvr>
                                      <p:to>
                                        <p:strVal val="visible"/>
                                      </p:to>
                                    </p:set>
                                  </p:childTnLst>
                                </p:cTn>
                              </p:par>
                              <p:par>
                                <p:cTn id="13" presetID="1" presetClass="entr" presetSubtype="0" fill="hold" grpId="0" nodeType="withEffect">
                                  <p:stCondLst>
                                    <p:cond delay="0"/>
                                  </p:stCondLst>
                                  <p:childTnLst>
                                    <p:set>
                                      <p:cBhvr>
                                        <p:cTn id="14" dur="1" fill="hold">
                                          <p:stCondLst>
                                            <p:cond delay="0"/>
                                          </p:stCondLst>
                                        </p:cTn>
                                        <p:tgtEl>
                                          <p:spTgt spid="8"/>
                                        </p:tgtEl>
                                        <p:attrNameLst>
                                          <p:attrName>style.visibility</p:attrName>
                                        </p:attrNameLst>
                                      </p:cBhvr>
                                      <p:to>
                                        <p:strVal val="visible"/>
                                      </p:to>
                                    </p:set>
                                  </p:childTnLst>
                                </p:cTn>
                              </p:par>
                              <p:par>
                                <p:cTn id="15" presetID="1" presetClass="entr" presetSubtype="0" fill="hold" nodeType="withEffect">
                                  <p:stCondLst>
                                    <p:cond delay="0"/>
                                  </p:stCondLst>
                                  <p:childTnLst>
                                    <p:set>
                                      <p:cBhvr>
                                        <p:cTn id="16" dur="1" fill="hold">
                                          <p:stCondLst>
                                            <p:cond delay="0"/>
                                          </p:stCondLst>
                                        </p:cTn>
                                        <p:tgtEl>
                                          <p:spTgt spid="11"/>
                                        </p:tgtEl>
                                        <p:attrNameLst>
                                          <p:attrName>style.visibility</p:attrName>
                                        </p:attrNameLst>
                                      </p:cBhvr>
                                      <p:to>
                                        <p:strVal val="visible"/>
                                      </p:to>
                                    </p:set>
                                  </p:childTnLst>
                                </p:cTn>
                              </p:par>
                            </p:childTnLst>
                          </p:cTn>
                        </p:par>
                      </p:childTnLst>
                    </p:cTn>
                  </p:par>
                </p:childTnLst>
              </p:cTn>
              <p:prevCondLst>
                <p:cond evt="onPrev" delay="0">
                  <p:tgtEl>
                    <p:sldTgt/>
                  </p:tgtEl>
                </p:cond>
              </p:prevCondLst>
              <p:nextCondLst>
                <p:cond evt="onNext" delay="0">
                  <p:tgtEl>
                    <p:sldTgt/>
                  </p:tgtEl>
                </p:cond>
              </p:nextCondLst>
            </p:seq>
          </p:childTnLst>
        </p:cTn>
      </p:par>
    </p:tnLst>
    <p:bldLst>
      <p:bldP spid="5" grpId="0" animBg="1"/>
      <p:bldP spid="6" grpId="0"/>
      <p:bldP spid="7" grpId="0" animBg="1"/>
      <p:bldP spid="8" grpId="0"/>
    </p:bldLst>
  </p:timing>
</p:sld>
</file>

<file path=ppt/slides/slide13.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GB" dirty="0"/>
              <a:t>Measure “close”</a:t>
            </a:r>
          </a:p>
        </p:txBody>
      </p:sp>
      <mc:AlternateContent xmlns:mc="http://schemas.openxmlformats.org/markup-compatibility/2006" xmlns:a14="http://schemas.microsoft.com/office/drawing/2010/main">
        <mc:Choice Requires="a14">
          <p:sp>
            <p:nvSpPr>
              <p:cNvPr id="3" name="Content Placeholder 2"/>
              <p:cNvSpPr>
                <a:spLocks noGrp="1"/>
              </p:cNvSpPr>
              <p:nvPr>
                <p:ph idx="1"/>
              </p:nvPr>
            </p:nvSpPr>
            <p:spPr>
              <a:xfrm>
                <a:off x="1524000" y="1414984"/>
                <a:ext cx="6705458" cy="4761979"/>
              </a:xfrm>
            </p:spPr>
            <p:txBody>
              <a:bodyPr/>
              <a:lstStyle/>
              <a:p>
                <a:r>
                  <a:rPr lang="en-GB" dirty="0"/>
                  <a:t>Aim is to </a:t>
                </a:r>
                <a:r>
                  <a:rPr lang="en-US" dirty="0">
                    <a:ea typeface="ＭＳ Ｐゴシック" charset="-128"/>
                  </a:rPr>
                  <a:t>c</a:t>
                </a:r>
                <a:r>
                  <a:rPr lang="en-US" altLang="en-US" dirty="0">
                    <a:ea typeface="ＭＳ Ｐゴシック" charset="-128"/>
                  </a:rPr>
                  <a:t>hoose {</a:t>
                </a:r>
                <a:r>
                  <a:rPr lang="en-US" altLang="en-US" i="1" dirty="0">
                    <a:latin typeface="Times New Roman" charset="0"/>
                    <a:ea typeface="ＭＳ Ｐゴシック" charset="-128"/>
                    <a:cs typeface="Times New Roman" charset="0"/>
                  </a:rPr>
                  <a:t>θ</a:t>
                </a:r>
                <a:r>
                  <a:rPr lang="en-US" altLang="en-US" i="1" baseline="-25000" dirty="0">
                    <a:latin typeface="Times New Roman" charset="0"/>
                    <a:ea typeface="ＭＳ Ｐゴシック" charset="-128"/>
                    <a:cs typeface="Times New Roman" charset="0"/>
                  </a:rPr>
                  <a:t>0 </a:t>
                </a:r>
                <a:r>
                  <a:rPr lang="en-US" altLang="en-US" i="1" dirty="0">
                    <a:latin typeface="Times New Roman" charset="0"/>
                    <a:ea typeface="ＭＳ Ｐゴシック" charset="-128"/>
                    <a:cs typeface="Times New Roman" charset="0"/>
                  </a:rPr>
                  <a:t> ,θ</a:t>
                </a:r>
                <a:r>
                  <a:rPr lang="en-US" altLang="en-US" i="1" baseline="-25000" dirty="0">
                    <a:latin typeface="Times New Roman" charset="0"/>
                    <a:ea typeface="ＭＳ Ｐゴシック" charset="-128"/>
                    <a:cs typeface="Times New Roman" charset="0"/>
                  </a:rPr>
                  <a:t>1…</a:t>
                </a:r>
                <a:r>
                  <a:rPr lang="en-US" altLang="en-US" i="1" dirty="0">
                    <a:latin typeface="Times New Roman" charset="0"/>
                    <a:ea typeface="ＭＳ Ｐゴシック" charset="-128"/>
                    <a:cs typeface="Times New Roman" charset="0"/>
                  </a:rPr>
                  <a:t> </a:t>
                </a:r>
                <a:r>
                  <a:rPr lang="en-US" altLang="en-US" dirty="0">
                    <a:latin typeface="Times New Roman" charset="0"/>
                    <a:ea typeface="ＭＳ Ｐゴシック" charset="-128"/>
                    <a:cs typeface="Times New Roman" charset="0"/>
                  </a:rPr>
                  <a:t>}</a:t>
                </a:r>
                <a:r>
                  <a:rPr lang="en-US" altLang="en-US" dirty="0">
                    <a:ea typeface="ＭＳ Ｐゴシック" charset="-128"/>
                  </a:rPr>
                  <a:t>so that </a:t>
                </a:r>
                <a:r>
                  <a:rPr lang="en-US" altLang="en-US" i="1" dirty="0">
                    <a:latin typeface="Times New Roman" charset="0"/>
                    <a:ea typeface="ＭＳ Ｐゴシック" charset="-128"/>
                    <a:cs typeface="Times New Roman" charset="0"/>
                  </a:rPr>
                  <a:t>h</a:t>
                </a:r>
                <a:r>
                  <a:rPr lang="en-US" altLang="en-US" i="1" baseline="-25000" dirty="0">
                    <a:latin typeface="Times New Roman" charset="0"/>
                    <a:ea typeface="ＭＳ Ｐゴシック" charset="-128"/>
                    <a:cs typeface="Times New Roman" charset="0"/>
                  </a:rPr>
                  <a:t>θ </a:t>
                </a:r>
                <a:r>
                  <a:rPr lang="en-US" altLang="en-US" dirty="0">
                    <a:latin typeface="Times New Roman" charset="0"/>
                    <a:ea typeface="ＭＳ Ｐゴシック" charset="-128"/>
                    <a:cs typeface="Times New Roman" charset="0"/>
                  </a:rPr>
                  <a:t>(</a:t>
                </a:r>
                <a:r>
                  <a:rPr lang="en-US" altLang="en-US" i="1" dirty="0">
                    <a:latin typeface="Times New Roman" charset="0"/>
                    <a:ea typeface="ＭＳ Ｐゴシック" charset="-128"/>
                    <a:cs typeface="Times New Roman" charset="0"/>
                  </a:rPr>
                  <a:t>x</a:t>
                </a:r>
                <a:r>
                  <a:rPr lang="en-US" altLang="en-US" dirty="0">
                    <a:latin typeface="Times New Roman" charset="0"/>
                    <a:ea typeface="ＭＳ Ｐゴシック" charset="-128"/>
                    <a:cs typeface="Times New Roman" charset="0"/>
                  </a:rPr>
                  <a:t>) </a:t>
                </a:r>
                <a:r>
                  <a:rPr lang="en-US" altLang="en-US" dirty="0">
                    <a:ea typeface="ＭＳ Ｐゴシック" charset="-128"/>
                  </a:rPr>
                  <a:t>is close to </a:t>
                </a:r>
                <a:r>
                  <a:rPr lang="en-US" altLang="en-US" i="1" dirty="0">
                    <a:latin typeface="Times New Roman" charset="0"/>
                    <a:ea typeface="ＭＳ Ｐゴシック" charset="-128"/>
                    <a:cs typeface="Times New Roman" charset="0"/>
                  </a:rPr>
                  <a:t>y</a:t>
                </a:r>
                <a:r>
                  <a:rPr lang="en-US" altLang="en-US" dirty="0">
                    <a:ea typeface="ＭＳ Ｐゴシック" charset="-128"/>
                  </a:rPr>
                  <a:t> for the training examples</a:t>
                </a:r>
              </a:p>
              <a:p>
                <a:r>
                  <a:rPr lang="en-US" altLang="en-US" dirty="0">
                    <a:ea typeface="ＭＳ Ｐゴシック" charset="-128"/>
                  </a:rPr>
                  <a:t>To achieve it, we need a Cost Function/Error Function:</a:t>
                </a:r>
              </a:p>
              <a:p>
                <a:pPr marL="0" indent="0">
                  <a:buNone/>
                </a:pPr>
                <a14:m>
                  <m:oMathPara xmlns:m="http://schemas.openxmlformats.org/officeDocument/2006/math">
                    <m:oMathParaPr>
                      <m:jc m:val="centerGroup"/>
                    </m:oMathParaPr>
                    <m:oMath xmlns:m="http://schemas.openxmlformats.org/officeDocument/2006/math">
                      <m:sSup>
                        <m:sSupPr>
                          <m:ctrlPr>
                            <a:rPr lang="pt-BR" altLang="en-US" i="1">
                              <a:latin typeface="Cambria Math" panose="02040503050406030204" pitchFamily="18" charset="0"/>
                              <a:ea typeface="ＭＳ Ｐゴシック" charset="-128"/>
                            </a:rPr>
                          </m:ctrlPr>
                        </m:sSupPr>
                        <m:e>
                          <m:r>
                            <a:rPr lang="en-GB" altLang="en-US" i="1">
                              <a:latin typeface="Cambria Math"/>
                              <a:ea typeface="ＭＳ Ｐゴシック" charset="-128"/>
                            </a:rPr>
                            <m:t>𝐽</m:t>
                          </m:r>
                          <m:d>
                            <m:dPr>
                              <m:ctrlPr>
                                <a:rPr lang="pt-BR" altLang="en-US" i="1" smtClean="0">
                                  <a:latin typeface="Cambria Math" panose="02040503050406030204" pitchFamily="18" charset="0"/>
                                  <a:ea typeface="ＭＳ Ｐゴシック" charset="-128"/>
                                </a:rPr>
                              </m:ctrlPr>
                            </m:dPr>
                            <m:e>
                              <m:r>
                                <m:rPr>
                                  <m:nor/>
                                </m:rPr>
                                <a:rPr lang="en-US" altLang="en-US" i="1" dirty="0" smtClean="0">
                                  <a:latin typeface="Times New Roman" charset="0"/>
                                  <a:ea typeface="ＭＳ Ｐゴシック" charset="-128"/>
                                  <a:cs typeface="Times New Roman" charset="0"/>
                                </a:rPr>
                                <m:t>θ</m:t>
                              </m:r>
                            </m:e>
                          </m:d>
                          <m:r>
                            <a:rPr lang="en-GB" altLang="en-US" b="0" i="1" dirty="0" smtClean="0">
                              <a:latin typeface="Cambria Math"/>
                              <a:ea typeface="ＭＳ Ｐゴシック" charset="-128"/>
                              <a:cs typeface="Times New Roman" charset="0"/>
                            </a:rPr>
                            <m:t>=</m:t>
                          </m:r>
                        </m:e>
                        <m:sup/>
                      </m:sSup>
                      <m:sSup>
                        <m:sSupPr>
                          <m:ctrlPr>
                            <a:rPr lang="pt-BR" altLang="en-US" i="1" smtClean="0">
                              <a:latin typeface="Cambria Math" panose="02040503050406030204" pitchFamily="18" charset="0"/>
                              <a:ea typeface="ＭＳ Ｐゴシック" charset="-128"/>
                            </a:rPr>
                          </m:ctrlPr>
                        </m:sSupPr>
                        <m:e>
                          <m:r>
                            <a:rPr lang="en-GB" altLang="en-US" b="0" i="1" smtClean="0">
                              <a:latin typeface="Cambria Math"/>
                              <a:ea typeface="ＭＳ Ｐゴシック" charset="-128"/>
                            </a:rPr>
                            <m:t>𝐽</m:t>
                          </m:r>
                          <m:d>
                            <m:dPr>
                              <m:ctrlPr>
                                <a:rPr lang="pt-BR" altLang="en-US" i="1" smtClean="0">
                                  <a:latin typeface="Cambria Math" panose="02040503050406030204" pitchFamily="18" charset="0"/>
                                  <a:ea typeface="ＭＳ Ｐゴシック" charset="-128"/>
                                </a:rPr>
                              </m:ctrlPr>
                            </m:dPr>
                            <m:e>
                              <m:r>
                                <m:rPr>
                                  <m:nor/>
                                </m:rPr>
                                <a:rPr lang="en-US" altLang="en-US" i="1" dirty="0">
                                  <a:latin typeface="Times New Roman" charset="0"/>
                                  <a:ea typeface="ＭＳ Ｐゴシック" charset="-128"/>
                                  <a:cs typeface="Times New Roman" charset="0"/>
                                </a:rPr>
                                <m:t>θ</m:t>
                              </m:r>
                              <m:r>
                                <m:rPr>
                                  <m:nor/>
                                </m:rPr>
                                <a:rPr lang="en-US" altLang="en-US" i="1" baseline="-25000" dirty="0">
                                  <a:latin typeface="Times New Roman" charset="0"/>
                                  <a:ea typeface="ＭＳ Ｐゴシック" charset="-128"/>
                                  <a:cs typeface="Times New Roman" charset="0"/>
                                </a:rPr>
                                <m:t>0</m:t>
                              </m:r>
                              <m:r>
                                <a:rPr lang="en-GB" altLang="en-US" b="0" i="1" dirty="0" smtClean="0">
                                  <a:latin typeface="Cambria Math"/>
                                  <a:ea typeface="ＭＳ Ｐゴシック" charset="-128"/>
                                  <a:cs typeface="Times New Roman" charset="0"/>
                                </a:rPr>
                                <m:t>,</m:t>
                              </m:r>
                              <m:r>
                                <m:rPr>
                                  <m:nor/>
                                </m:rPr>
                                <a:rPr lang="en-US" altLang="en-US" i="1" dirty="0">
                                  <a:latin typeface="Times New Roman" charset="0"/>
                                  <a:ea typeface="ＭＳ Ｐゴシック" charset="-128"/>
                                  <a:cs typeface="Times New Roman" charset="0"/>
                                </a:rPr>
                                <m:t>θ</m:t>
                              </m:r>
                              <m:r>
                                <m:rPr>
                                  <m:nor/>
                                </m:rPr>
                                <a:rPr lang="en-GB" altLang="en-US" b="0" i="1" baseline="-25000" dirty="0" smtClean="0">
                                  <a:latin typeface="Times New Roman" charset="0"/>
                                  <a:ea typeface="ＭＳ Ｐゴシック" charset="-128"/>
                                  <a:cs typeface="Times New Roman" charset="0"/>
                                </a:rPr>
                                <m:t>1</m:t>
                              </m:r>
                              <m:r>
                                <m:rPr>
                                  <m:nor/>
                                </m:rPr>
                                <a:rPr lang="en-GB" altLang="en-US" b="0" i="1" dirty="0" smtClean="0">
                                  <a:latin typeface="Times New Roman" charset="0"/>
                                  <a:ea typeface="ＭＳ Ｐゴシック" charset="-128"/>
                                  <a:cs typeface="Times New Roman" charset="0"/>
                                </a:rPr>
                                <m:t>,..</m:t>
                              </m:r>
                              <m:r>
                                <m:rPr>
                                  <m:nor/>
                                </m:rPr>
                                <a:rPr lang="en-US" altLang="en-US" i="1" dirty="0">
                                  <a:latin typeface="Times New Roman" charset="0"/>
                                  <a:ea typeface="ＭＳ Ｐゴシック" charset="-128"/>
                                  <a:cs typeface="Times New Roman" charset="0"/>
                                </a:rPr>
                                <m:t>θ</m:t>
                              </m:r>
                              <m:r>
                                <m:rPr>
                                  <m:nor/>
                                </m:rPr>
                                <a:rPr lang="en-GB" altLang="en-US" b="0" i="1" baseline="-25000" dirty="0" smtClean="0">
                                  <a:latin typeface="Times New Roman" charset="0"/>
                                  <a:ea typeface="ＭＳ Ｐゴシック" charset="-128"/>
                                  <a:cs typeface="Times New Roman" charset="0"/>
                                </a:rPr>
                                <m:t>n</m:t>
                              </m:r>
                            </m:e>
                          </m:d>
                        </m:e>
                        <m:sup/>
                      </m:sSup>
                      <m:r>
                        <a:rPr lang="pt-BR" altLang="en-US" i="1" smtClean="0">
                          <a:latin typeface="Cambria Math"/>
                          <a:ea typeface="ＭＳ Ｐゴシック" charset="-128"/>
                        </a:rPr>
                        <m:t>=</m:t>
                      </m:r>
                      <m:f>
                        <m:fPr>
                          <m:ctrlPr>
                            <a:rPr lang="pt-BR" altLang="en-US" i="1" smtClean="0">
                              <a:latin typeface="Cambria Math" panose="02040503050406030204" pitchFamily="18" charset="0"/>
                              <a:ea typeface="ＭＳ Ｐゴシック" charset="-128"/>
                            </a:rPr>
                          </m:ctrlPr>
                        </m:fPr>
                        <m:num>
                          <m:r>
                            <a:rPr lang="en-GB" altLang="en-US" b="0" i="1" smtClean="0">
                              <a:latin typeface="Cambria Math"/>
                              <a:ea typeface="ＭＳ Ｐゴシック" charset="-128"/>
                            </a:rPr>
                            <m:t>1</m:t>
                          </m:r>
                        </m:num>
                        <m:den>
                          <m:r>
                            <a:rPr lang="en-GB" altLang="en-US" b="0" i="1" smtClean="0">
                              <a:latin typeface="Cambria Math"/>
                              <a:ea typeface="ＭＳ Ｐゴシック" charset="-128"/>
                            </a:rPr>
                            <m:t>2</m:t>
                          </m:r>
                        </m:den>
                      </m:f>
                      <m:nary>
                        <m:naryPr>
                          <m:chr m:val="∑"/>
                          <m:ctrlPr>
                            <a:rPr lang="pt-BR" altLang="en-US" i="1" smtClean="0">
                              <a:latin typeface="Cambria Math" panose="02040503050406030204" pitchFamily="18" charset="0"/>
                              <a:ea typeface="ＭＳ Ｐゴシック" charset="-128"/>
                            </a:rPr>
                          </m:ctrlPr>
                        </m:naryPr>
                        <m:sub>
                          <m:r>
                            <m:rPr>
                              <m:brk m:alnAt="23"/>
                            </m:rPr>
                            <a:rPr lang="en-GB" altLang="en-US" b="0" i="1" smtClean="0">
                              <a:latin typeface="Cambria Math"/>
                              <a:ea typeface="ＭＳ Ｐゴシック" charset="-128"/>
                            </a:rPr>
                            <m:t>𝑖</m:t>
                          </m:r>
                          <m:r>
                            <a:rPr lang="pt-BR" altLang="en-US" i="1" smtClean="0">
                              <a:latin typeface="Cambria Math"/>
                              <a:ea typeface="ＭＳ Ｐゴシック" charset="-128"/>
                            </a:rPr>
                            <m:t>=</m:t>
                          </m:r>
                          <m:r>
                            <a:rPr lang="en-GB" altLang="en-US" b="0" i="1" smtClean="0">
                              <a:latin typeface="Cambria Math"/>
                              <a:ea typeface="ＭＳ Ｐゴシック" charset="-128"/>
                            </a:rPr>
                            <m:t>1</m:t>
                          </m:r>
                        </m:sub>
                        <m:sup>
                          <m:r>
                            <a:rPr lang="en-GB" altLang="en-US" b="0" i="1" smtClean="0">
                              <a:latin typeface="Cambria Math"/>
                              <a:ea typeface="ＭＳ Ｐゴシック" charset="-128"/>
                            </a:rPr>
                            <m:t>𝑚</m:t>
                          </m:r>
                        </m:sup>
                        <m:e>
                          <m:d>
                            <m:dPr>
                              <m:ctrlPr>
                                <a:rPr lang="pt-BR" altLang="en-US" i="1" smtClean="0">
                                  <a:latin typeface="Cambria Math" panose="02040503050406030204" pitchFamily="18" charset="0"/>
                                  <a:ea typeface="ＭＳ Ｐゴシック" charset="-128"/>
                                </a:rPr>
                              </m:ctrlPr>
                            </m:dPr>
                            <m:e>
                              <m:r>
                                <m:rPr>
                                  <m:nor/>
                                </m:rPr>
                                <a:rPr lang="en-US" altLang="en-US" i="1" dirty="0">
                                  <a:latin typeface="Times New Roman" charset="0"/>
                                  <a:ea typeface="ＭＳ Ｐゴシック" charset="-128"/>
                                  <a:cs typeface="Times New Roman" charset="0"/>
                                </a:rPr>
                                <m:t>h</m:t>
                              </m:r>
                              <m:r>
                                <m:rPr>
                                  <m:nor/>
                                </m:rPr>
                                <a:rPr lang="en-US" altLang="en-US" i="1" baseline="-25000" dirty="0">
                                  <a:latin typeface="Times New Roman" charset="0"/>
                                  <a:ea typeface="ＭＳ Ｐゴシック" charset="-128"/>
                                  <a:cs typeface="Times New Roman" charset="0"/>
                                </a:rPr>
                                <m:t>θ</m:t>
                              </m:r>
                              <m:d>
                                <m:dPr>
                                  <m:ctrlPr>
                                    <a:rPr lang="en-GB" altLang="en-US" b="0" i="1" smtClean="0">
                                      <a:latin typeface="Cambria Math" panose="02040503050406030204" pitchFamily="18" charset="0"/>
                                      <a:ea typeface="ＭＳ Ｐゴシック" charset="-128"/>
                                      <a:cs typeface="Times New Roman" charset="0"/>
                                    </a:rPr>
                                  </m:ctrlPr>
                                </m:dPr>
                                <m:e>
                                  <m:sSup>
                                    <m:sSupPr>
                                      <m:ctrlPr>
                                        <a:rPr lang="pt-BR" altLang="en-US" i="1">
                                          <a:latin typeface="Cambria Math" panose="02040503050406030204" pitchFamily="18" charset="0"/>
                                          <a:ea typeface="ＭＳ Ｐゴシック" charset="-128"/>
                                        </a:rPr>
                                      </m:ctrlPr>
                                    </m:sSupPr>
                                    <m:e>
                                      <m:r>
                                        <a:rPr lang="pt-BR" altLang="en-US" i="1">
                                          <a:latin typeface="Cambria Math"/>
                                          <a:ea typeface="ＭＳ Ｐゴシック" charset="-128"/>
                                        </a:rPr>
                                        <m:t>𝑥</m:t>
                                      </m:r>
                                    </m:e>
                                    <m:sup>
                                      <m:r>
                                        <a:rPr lang="en-GB" altLang="en-US" b="0" i="1" smtClean="0">
                                          <a:latin typeface="Cambria Math"/>
                                          <a:ea typeface="ＭＳ Ｐゴシック" charset="-128"/>
                                        </a:rPr>
                                        <m:t>𝑖</m:t>
                                      </m:r>
                                    </m:sup>
                                  </m:sSup>
                                </m:e>
                              </m:d>
                              <m:r>
                                <a:rPr lang="en-GB" altLang="en-US" b="0" i="1" smtClean="0">
                                  <a:latin typeface="Cambria Math"/>
                                  <a:ea typeface="ＭＳ Ｐゴシック" charset="-128"/>
                                </a:rPr>
                                <m:t>−</m:t>
                              </m:r>
                              <m:sSup>
                                <m:sSupPr>
                                  <m:ctrlPr>
                                    <a:rPr lang="pt-BR" altLang="en-US" i="1">
                                      <a:latin typeface="Cambria Math" panose="02040503050406030204" pitchFamily="18" charset="0"/>
                                      <a:ea typeface="ＭＳ Ｐゴシック" charset="-128"/>
                                    </a:rPr>
                                  </m:ctrlPr>
                                </m:sSupPr>
                                <m:e>
                                  <m:r>
                                    <a:rPr lang="en-GB" altLang="en-US" b="0" i="1" smtClean="0">
                                      <a:latin typeface="Cambria Math"/>
                                      <a:ea typeface="ＭＳ Ｐゴシック" charset="-128"/>
                                    </a:rPr>
                                    <m:t>𝑦</m:t>
                                  </m:r>
                                </m:e>
                                <m:sup>
                                  <m:r>
                                    <a:rPr lang="en-GB" altLang="en-US" b="0" i="1" smtClean="0">
                                      <a:latin typeface="Cambria Math"/>
                                      <a:ea typeface="ＭＳ Ｐゴシック" charset="-128"/>
                                    </a:rPr>
                                    <m:t>𝑖</m:t>
                                  </m:r>
                                </m:sup>
                              </m:sSup>
                            </m:e>
                          </m:d>
                          <m:r>
                            <a:rPr lang="en-GB" altLang="en-US" b="0" i="1" baseline="30000" smtClean="0">
                              <a:latin typeface="Cambria Math"/>
                              <a:ea typeface="ＭＳ Ｐゴシック" charset="-128"/>
                            </a:rPr>
                            <m:t>2</m:t>
                          </m:r>
                        </m:e>
                      </m:nary>
                    </m:oMath>
                  </m:oMathPara>
                </a14:m>
                <a:endParaRPr lang="en-US" altLang="en-US" dirty="0">
                  <a:ea typeface="ＭＳ Ｐゴシック" charset="-128"/>
                </a:endParaRPr>
              </a:p>
              <a:p>
                <a:endParaRPr lang="en-US" altLang="en-US" dirty="0">
                  <a:ea typeface="ＭＳ Ｐゴシック" charset="-128"/>
                </a:endParaRPr>
              </a:p>
              <a:p>
                <a:r>
                  <a:rPr lang="en-US" altLang="en-US" sz="2000" dirty="0">
                    <a:ea typeface="ＭＳ Ｐゴシック" charset="-128"/>
                  </a:rPr>
                  <a:t>The goal: minimize  </a:t>
                </a:r>
                <a14:m>
                  <m:oMath xmlns:m="http://schemas.openxmlformats.org/officeDocument/2006/math">
                    <m:r>
                      <a:rPr lang="en-GB" altLang="en-US" sz="2000" i="1">
                        <a:latin typeface="Cambria Math"/>
                        <a:ea typeface="ＭＳ Ｐゴシック" charset="-128"/>
                      </a:rPr>
                      <m:t>𝐽</m:t>
                    </m:r>
                    <m:d>
                      <m:dPr>
                        <m:ctrlPr>
                          <a:rPr lang="pt-BR" altLang="en-US" sz="2000" i="1">
                            <a:latin typeface="Cambria Math" panose="02040503050406030204" pitchFamily="18" charset="0"/>
                            <a:ea typeface="ＭＳ Ｐゴシック" charset="-128"/>
                          </a:rPr>
                        </m:ctrlPr>
                      </m:dPr>
                      <m:e>
                        <m:r>
                          <m:rPr>
                            <m:nor/>
                          </m:rPr>
                          <a:rPr lang="en-US" altLang="en-US" sz="2000" i="1" dirty="0">
                            <a:latin typeface="Times New Roman" charset="0"/>
                            <a:ea typeface="ＭＳ Ｐゴシック" charset="-128"/>
                            <a:cs typeface="Times New Roman" charset="0"/>
                          </a:rPr>
                          <m:t>θ</m:t>
                        </m:r>
                        <m:r>
                          <m:rPr>
                            <m:nor/>
                          </m:rPr>
                          <a:rPr lang="en-US" altLang="en-US" sz="2000" i="1" baseline="-25000" dirty="0">
                            <a:latin typeface="Times New Roman" charset="0"/>
                            <a:ea typeface="ＭＳ Ｐゴシック" charset="-128"/>
                            <a:cs typeface="Times New Roman" charset="0"/>
                          </a:rPr>
                          <m:t>0</m:t>
                        </m:r>
                        <m:r>
                          <a:rPr lang="en-GB" altLang="en-US" sz="2000" i="1" dirty="0">
                            <a:latin typeface="Cambria Math"/>
                            <a:ea typeface="ＭＳ Ｐゴシック" charset="-128"/>
                            <a:cs typeface="Times New Roman" charset="0"/>
                          </a:rPr>
                          <m:t>,</m:t>
                        </m:r>
                        <m:r>
                          <m:rPr>
                            <m:nor/>
                          </m:rPr>
                          <a:rPr lang="en-US" altLang="en-US" sz="2000" i="1" dirty="0">
                            <a:latin typeface="Times New Roman" charset="0"/>
                            <a:ea typeface="ＭＳ Ｐゴシック" charset="-128"/>
                            <a:cs typeface="Times New Roman" charset="0"/>
                          </a:rPr>
                          <m:t>θ</m:t>
                        </m:r>
                        <m:r>
                          <m:rPr>
                            <m:nor/>
                          </m:rPr>
                          <a:rPr lang="en-GB" altLang="en-US" sz="2000" i="1" baseline="-25000" dirty="0">
                            <a:latin typeface="Times New Roman" charset="0"/>
                            <a:ea typeface="ＭＳ Ｐゴシック" charset="-128"/>
                            <a:cs typeface="Times New Roman" charset="0"/>
                          </a:rPr>
                          <m:t>1</m:t>
                        </m:r>
                        <m:r>
                          <m:rPr>
                            <m:nor/>
                          </m:rPr>
                          <a:rPr lang="en-GB" altLang="en-US" sz="2000" i="1" dirty="0">
                            <a:latin typeface="Times New Roman" charset="0"/>
                            <a:ea typeface="ＭＳ Ｐゴシック" charset="-128"/>
                            <a:cs typeface="Times New Roman" charset="0"/>
                          </a:rPr>
                          <m:t>,..</m:t>
                        </m:r>
                        <m:r>
                          <m:rPr>
                            <m:nor/>
                          </m:rPr>
                          <a:rPr lang="en-US" altLang="en-US" sz="2000" i="1" dirty="0">
                            <a:latin typeface="Times New Roman" charset="0"/>
                            <a:ea typeface="ＭＳ Ｐゴシック" charset="-128"/>
                            <a:cs typeface="Times New Roman" charset="0"/>
                          </a:rPr>
                          <m:t>θ</m:t>
                        </m:r>
                        <m:r>
                          <m:rPr>
                            <m:nor/>
                          </m:rPr>
                          <a:rPr lang="en-GB" altLang="en-US" sz="2000" i="1" baseline="-25000" dirty="0">
                            <a:latin typeface="Times New Roman" charset="0"/>
                            <a:ea typeface="ＭＳ Ｐゴシック" charset="-128"/>
                            <a:cs typeface="Times New Roman" charset="0"/>
                          </a:rPr>
                          <m:t>n</m:t>
                        </m:r>
                      </m:e>
                    </m:d>
                  </m:oMath>
                </a14:m>
                <a:endParaRPr lang="en-US" altLang="en-US" sz="2000" dirty="0">
                  <a:ea typeface="ＭＳ Ｐゴシック" charset="-128"/>
                </a:endParaRPr>
              </a:p>
              <a:p>
                <a:endParaRPr lang="en-US" altLang="en-US" dirty="0">
                  <a:ea typeface="ＭＳ Ｐゴシック" charset="-128"/>
                </a:endParaRPr>
              </a:p>
              <a:p>
                <a:pPr marL="0" indent="0">
                  <a:buNone/>
                </a:pPr>
                <a:r>
                  <a:rPr lang="en-US" altLang="en-US" dirty="0">
                    <a:ea typeface="ＭＳ Ｐゴシック" charset="-128"/>
                  </a:rPr>
                  <a:t>minimize  </a:t>
                </a:r>
                <a14:m>
                  <m:oMath xmlns:m="http://schemas.openxmlformats.org/officeDocument/2006/math">
                    <m:r>
                      <a:rPr lang="en-GB" altLang="en-US" i="1">
                        <a:latin typeface="Cambria Math"/>
                        <a:ea typeface="ＭＳ Ｐゴシック" charset="-128"/>
                      </a:rPr>
                      <m:t>𝐽</m:t>
                    </m:r>
                    <m:d>
                      <m:dPr>
                        <m:ctrlPr>
                          <a:rPr lang="pt-BR" altLang="en-US" i="1">
                            <a:latin typeface="Cambria Math" panose="02040503050406030204" pitchFamily="18" charset="0"/>
                            <a:ea typeface="ＭＳ Ｐゴシック" charset="-128"/>
                          </a:rPr>
                        </m:ctrlPr>
                      </m:dPr>
                      <m:e>
                        <m:r>
                          <m:rPr>
                            <m:nor/>
                          </m:rPr>
                          <a:rPr lang="en-US" altLang="en-US" i="1" dirty="0">
                            <a:latin typeface="Times New Roman" charset="0"/>
                            <a:ea typeface="ＭＳ Ｐゴシック" charset="-128"/>
                            <a:cs typeface="Times New Roman" charset="0"/>
                          </a:rPr>
                          <m:t>θ</m:t>
                        </m:r>
                        <m:r>
                          <m:rPr>
                            <m:nor/>
                          </m:rPr>
                          <a:rPr lang="en-US" altLang="en-US" i="1" baseline="-25000" dirty="0">
                            <a:latin typeface="Times New Roman" charset="0"/>
                            <a:ea typeface="ＭＳ Ｐゴシック" charset="-128"/>
                            <a:cs typeface="Times New Roman" charset="0"/>
                          </a:rPr>
                          <m:t>0</m:t>
                        </m:r>
                        <m:r>
                          <a:rPr lang="en-GB" altLang="en-US" i="1" dirty="0">
                            <a:latin typeface="Cambria Math"/>
                            <a:ea typeface="ＭＳ Ｐゴシック" charset="-128"/>
                            <a:cs typeface="Times New Roman" charset="0"/>
                          </a:rPr>
                          <m:t>,</m:t>
                        </m:r>
                        <m:r>
                          <m:rPr>
                            <m:nor/>
                          </m:rPr>
                          <a:rPr lang="en-US" altLang="en-US" i="1" dirty="0">
                            <a:latin typeface="Times New Roman" charset="0"/>
                            <a:ea typeface="ＭＳ Ｐゴシック" charset="-128"/>
                            <a:cs typeface="Times New Roman" charset="0"/>
                          </a:rPr>
                          <m:t>θ</m:t>
                        </m:r>
                        <m:r>
                          <m:rPr>
                            <m:nor/>
                          </m:rPr>
                          <a:rPr lang="en-GB" altLang="en-US" i="1" baseline="-25000" dirty="0">
                            <a:latin typeface="Times New Roman" charset="0"/>
                            <a:ea typeface="ＭＳ Ｐゴシック" charset="-128"/>
                            <a:cs typeface="Times New Roman" charset="0"/>
                          </a:rPr>
                          <m:t>1</m:t>
                        </m:r>
                        <m:r>
                          <m:rPr>
                            <m:nor/>
                          </m:rPr>
                          <a:rPr lang="en-GB" altLang="en-US" i="1" dirty="0">
                            <a:latin typeface="Times New Roman" charset="0"/>
                            <a:ea typeface="ＭＳ Ｐゴシック" charset="-128"/>
                            <a:cs typeface="Times New Roman" charset="0"/>
                          </a:rPr>
                          <m:t>,</m:t>
                        </m:r>
                        <m:r>
                          <m:rPr>
                            <m:nor/>
                          </m:rPr>
                          <a:rPr lang="en-US" altLang="en-US" i="1" dirty="0">
                            <a:latin typeface="Times New Roman" charset="0"/>
                            <a:ea typeface="ＭＳ Ｐゴシック" charset="-128"/>
                            <a:cs typeface="Times New Roman" charset="0"/>
                          </a:rPr>
                          <m:t>θ</m:t>
                        </m:r>
                        <m:r>
                          <m:rPr>
                            <m:nor/>
                          </m:rPr>
                          <a:rPr lang="en-GB" altLang="en-US" b="0" i="1" baseline="-25000" dirty="0" smtClean="0">
                            <a:latin typeface="Times New Roman" charset="0"/>
                            <a:ea typeface="ＭＳ Ｐゴシック" charset="-128"/>
                            <a:cs typeface="Times New Roman" charset="0"/>
                          </a:rPr>
                          <m:t>2</m:t>
                        </m:r>
                      </m:e>
                    </m:d>
                  </m:oMath>
                </a14:m>
                <a:endParaRPr lang="en-US" altLang="en-US" dirty="0">
                  <a:ea typeface="ＭＳ Ｐゴシック" charset="-128"/>
                </a:endParaRPr>
              </a:p>
              <a:p>
                <a:endParaRPr lang="en-GB" dirty="0"/>
              </a:p>
              <a:p>
                <a:pPr algn="ctr"/>
                <a:endParaRPr lang="en-GB" dirty="0"/>
              </a:p>
            </p:txBody>
          </p:sp>
        </mc:Choice>
        <mc:Fallback xmlns="">
          <p:sp>
            <p:nvSpPr>
              <p:cNvPr id="3" name="Content Placeholder 2"/>
              <p:cNvSpPr>
                <a:spLocks noGrp="1" noRot="1" noChangeAspect="1" noMove="1" noResize="1" noEditPoints="1" noAdjustHandles="1" noChangeArrowheads="1" noChangeShapeType="1" noTextEdit="1"/>
              </p:cNvSpPr>
              <p:nvPr>
                <p:ph idx="1"/>
              </p:nvPr>
            </p:nvSpPr>
            <p:spPr>
              <a:xfrm>
                <a:off x="1524000" y="1414984"/>
                <a:ext cx="6705458" cy="4761979"/>
              </a:xfrm>
              <a:blipFill rotWithShape="1">
                <a:blip r:embed="rId2"/>
                <a:stretch>
                  <a:fillRect l="-1364" t="-1793"/>
                </a:stretch>
              </a:blipFill>
            </p:spPr>
            <p:txBody>
              <a:bodyPr/>
              <a:lstStyle/>
              <a:p>
                <a:r>
                  <a:rPr lang="en-GB">
                    <a:noFill/>
                  </a:rPr>
                  <a:t> </a:t>
                </a:r>
              </a:p>
            </p:txBody>
          </p:sp>
        </mc:Fallback>
      </mc:AlternateContent>
      <p:graphicFrame>
        <p:nvGraphicFramePr>
          <p:cNvPr id="5" name="Table 4"/>
          <p:cNvGraphicFramePr>
            <a:graphicFrameLocks noGrp="1"/>
          </p:cNvGraphicFramePr>
          <p:nvPr>
            <p:extLst>
              <p:ext uri="{D42A27DB-BD31-4B8C-83A1-F6EECF244321}">
                <p14:modId xmlns:p14="http://schemas.microsoft.com/office/powerpoint/2010/main" val="944478438"/>
              </p:ext>
            </p:extLst>
          </p:nvPr>
        </p:nvGraphicFramePr>
        <p:xfrm>
          <a:off x="5105400" y="4267200"/>
          <a:ext cx="3886199" cy="2133601"/>
        </p:xfrm>
        <a:graphic>
          <a:graphicData uri="http://schemas.openxmlformats.org/drawingml/2006/table">
            <a:tbl>
              <a:tblPr/>
              <a:tblGrid>
                <a:gridCol w="1202757">
                  <a:extLst>
                    <a:ext uri="{9D8B030D-6E8A-4147-A177-3AD203B41FA5}">
                      <a16:colId xmlns:a16="http://schemas.microsoft.com/office/drawing/2014/main" val="20000"/>
                    </a:ext>
                  </a:extLst>
                </a:gridCol>
                <a:gridCol w="1202757">
                  <a:extLst>
                    <a:ext uri="{9D8B030D-6E8A-4147-A177-3AD203B41FA5}">
                      <a16:colId xmlns:a16="http://schemas.microsoft.com/office/drawing/2014/main" val="20001"/>
                    </a:ext>
                  </a:extLst>
                </a:gridCol>
                <a:gridCol w="1480685">
                  <a:extLst>
                    <a:ext uri="{9D8B030D-6E8A-4147-A177-3AD203B41FA5}">
                      <a16:colId xmlns:a16="http://schemas.microsoft.com/office/drawing/2014/main" val="20002"/>
                    </a:ext>
                  </a:extLst>
                </a:gridCol>
              </a:tblGrid>
              <a:tr h="524186">
                <a:tc>
                  <a:txBody>
                    <a:bodyPr/>
                    <a:lstStyle>
                      <a:lvl1pPr eaLnBrk="0" hangingPunct="0">
                        <a:spcBef>
                          <a:spcPct val="20000"/>
                        </a:spcBef>
                        <a:buFont typeface="Arial" charset="0"/>
                        <a:defRPr sz="2800">
                          <a:solidFill>
                            <a:schemeClr val="tx1"/>
                          </a:solidFill>
                          <a:latin typeface="Calibri" charset="0"/>
                          <a:ea typeface="ＭＳ Ｐゴシック" charset="-128"/>
                        </a:defRPr>
                      </a:lvl1pPr>
                      <a:lvl2pPr marL="37931725" indent="-37474525" eaLnBrk="0" hangingPunct="0">
                        <a:spcBef>
                          <a:spcPct val="20000"/>
                        </a:spcBef>
                        <a:buFont typeface="Arial" charset="0"/>
                        <a:defRPr sz="2400">
                          <a:solidFill>
                            <a:schemeClr val="tx1"/>
                          </a:solidFill>
                          <a:latin typeface="Calibri" charset="0"/>
                          <a:ea typeface="ＭＳ Ｐゴシック" charset="-128"/>
                        </a:defRPr>
                      </a:lvl2pPr>
                      <a:lvl3pPr eaLnBrk="0" hangingPunct="0">
                        <a:spcBef>
                          <a:spcPct val="20000"/>
                        </a:spcBef>
                        <a:defRPr sz="2000">
                          <a:solidFill>
                            <a:schemeClr val="tx1"/>
                          </a:solidFill>
                          <a:latin typeface="Calibri" charset="0"/>
                          <a:ea typeface="ＭＳ Ｐゴシック" charset="-128"/>
                        </a:defRPr>
                      </a:lvl3pPr>
                      <a:lvl4pPr eaLnBrk="0" hangingPunct="0">
                        <a:spcBef>
                          <a:spcPct val="20000"/>
                        </a:spcBef>
                        <a:defRPr>
                          <a:solidFill>
                            <a:schemeClr val="tx1"/>
                          </a:solidFill>
                          <a:latin typeface="Calibri" charset="0"/>
                          <a:ea typeface="ＭＳ Ｐゴシック" charset="-128"/>
                        </a:defRPr>
                      </a:lvl4pPr>
                      <a:lvl5pPr eaLnBrk="0" hangingPunct="0">
                        <a:spcBef>
                          <a:spcPct val="20000"/>
                        </a:spcBef>
                        <a:defRPr>
                          <a:solidFill>
                            <a:schemeClr val="tx1"/>
                          </a:solidFill>
                          <a:latin typeface="Calibri" charset="0"/>
                          <a:ea typeface="ＭＳ Ｐゴシック" charset="-128"/>
                        </a:defRPr>
                      </a:lvl5pPr>
                      <a:lvl6pPr marL="457200" eaLnBrk="0" fontAlgn="base" hangingPunct="0">
                        <a:spcBef>
                          <a:spcPct val="20000"/>
                        </a:spcBef>
                        <a:spcAft>
                          <a:spcPct val="0"/>
                        </a:spcAft>
                        <a:defRPr>
                          <a:solidFill>
                            <a:schemeClr val="tx1"/>
                          </a:solidFill>
                          <a:latin typeface="Calibri" charset="0"/>
                          <a:ea typeface="ＭＳ Ｐゴシック" charset="-128"/>
                        </a:defRPr>
                      </a:lvl6pPr>
                      <a:lvl7pPr marL="914400" eaLnBrk="0" fontAlgn="base" hangingPunct="0">
                        <a:spcBef>
                          <a:spcPct val="20000"/>
                        </a:spcBef>
                        <a:spcAft>
                          <a:spcPct val="0"/>
                        </a:spcAft>
                        <a:defRPr>
                          <a:solidFill>
                            <a:schemeClr val="tx1"/>
                          </a:solidFill>
                          <a:latin typeface="Calibri" charset="0"/>
                          <a:ea typeface="ＭＳ Ｐゴシック" charset="-128"/>
                        </a:defRPr>
                      </a:lvl7pPr>
                      <a:lvl8pPr marL="1371600" eaLnBrk="0" fontAlgn="base" hangingPunct="0">
                        <a:spcBef>
                          <a:spcPct val="20000"/>
                        </a:spcBef>
                        <a:spcAft>
                          <a:spcPct val="0"/>
                        </a:spcAft>
                        <a:defRPr>
                          <a:solidFill>
                            <a:schemeClr val="tx1"/>
                          </a:solidFill>
                          <a:latin typeface="Calibri" charset="0"/>
                          <a:ea typeface="ＭＳ Ｐゴシック" charset="-128"/>
                        </a:defRPr>
                      </a:lvl8pPr>
                      <a:lvl9pPr marL="1828800" eaLnBrk="0" fontAlgn="base" hangingPunct="0">
                        <a:spcBef>
                          <a:spcPct val="20000"/>
                        </a:spcBef>
                        <a:spcAft>
                          <a:spcPct val="0"/>
                        </a:spcAft>
                        <a:defRPr>
                          <a:solidFill>
                            <a:schemeClr val="tx1"/>
                          </a:solidFill>
                          <a:latin typeface="Calibri" charset="0"/>
                          <a:ea typeface="ＭＳ Ｐゴシック" charset="-128"/>
                        </a:defRPr>
                      </a:lvl9pPr>
                    </a:lstStyle>
                    <a:p>
                      <a:pPr marL="0" marR="0" lvl="0" indent="0" algn="ctr" defTabSz="457200" rtl="0" eaLnBrk="1" fontAlgn="b" latinLnBrk="0" hangingPunct="1">
                        <a:lnSpc>
                          <a:spcPct val="100000"/>
                        </a:lnSpc>
                        <a:spcBef>
                          <a:spcPct val="0"/>
                        </a:spcBef>
                        <a:spcAft>
                          <a:spcPct val="0"/>
                        </a:spcAft>
                        <a:buClrTx/>
                        <a:buSzTx/>
                        <a:buFontTx/>
                        <a:buNone/>
                        <a:tabLst/>
                      </a:pPr>
                      <a:r>
                        <a:rPr kumimoji="0" lang="en-US" altLang="en-US" sz="1400" b="1" i="0" u="none" strike="noStrike" cap="none" normalizeH="0" baseline="0" dirty="0">
                          <a:ln>
                            <a:noFill/>
                          </a:ln>
                          <a:solidFill>
                            <a:srgbClr val="FF0000"/>
                          </a:solidFill>
                          <a:effectLst/>
                          <a:latin typeface="Calibri" charset="0"/>
                          <a:ea typeface="ＭＳ Ｐゴシック" charset="-128"/>
                        </a:rPr>
                        <a:t>Size in feet</a:t>
                      </a:r>
                      <a:r>
                        <a:rPr kumimoji="0" lang="en-US" altLang="en-US" sz="1400" b="1" i="0" u="none" strike="noStrike" cap="none" normalizeH="0" baseline="30000" dirty="0">
                          <a:ln>
                            <a:noFill/>
                          </a:ln>
                          <a:solidFill>
                            <a:srgbClr val="FF0000"/>
                          </a:solidFill>
                          <a:effectLst/>
                          <a:latin typeface="Calibri" charset="0"/>
                          <a:ea typeface="ＭＳ Ｐゴシック" charset="-128"/>
                        </a:rPr>
                        <a:t>2</a:t>
                      </a:r>
                      <a:r>
                        <a:rPr kumimoji="0" lang="en-US" altLang="en-US" sz="1400" b="1" i="0" u="none" strike="noStrike" cap="none" normalizeH="0" baseline="0" dirty="0">
                          <a:ln>
                            <a:noFill/>
                          </a:ln>
                          <a:solidFill>
                            <a:srgbClr val="FF0000"/>
                          </a:solidFill>
                          <a:effectLst/>
                          <a:latin typeface="Calibri" charset="0"/>
                          <a:ea typeface="ＭＳ Ｐゴシック" charset="-128"/>
                        </a:rPr>
                        <a:t> (</a:t>
                      </a:r>
                      <a:r>
                        <a:rPr kumimoji="0" lang="en-US" altLang="en-US" sz="1400" b="0" i="0" u="none" strike="noStrike" cap="none" normalizeH="0" baseline="0" dirty="0">
                          <a:ln>
                            <a:noFill/>
                          </a:ln>
                          <a:solidFill>
                            <a:srgbClr val="FF0000"/>
                          </a:solidFill>
                          <a:effectLst/>
                          <a:latin typeface="Calibri" charset="0"/>
                          <a:ea typeface="ＭＳ Ｐゴシック" charset="-128"/>
                        </a:rPr>
                        <a:t>x</a:t>
                      </a:r>
                      <a:r>
                        <a:rPr kumimoji="0" lang="en-US" altLang="en-US" sz="1400" b="0" i="0" u="none" strike="noStrike" cap="none" normalizeH="0" baseline="-25000" dirty="0">
                          <a:ln>
                            <a:noFill/>
                          </a:ln>
                          <a:solidFill>
                            <a:srgbClr val="FF0000"/>
                          </a:solidFill>
                          <a:effectLst/>
                          <a:latin typeface="Calibri" charset="0"/>
                          <a:ea typeface="ＭＳ Ｐゴシック" charset="-128"/>
                        </a:rPr>
                        <a:t>1</a:t>
                      </a:r>
                      <a:r>
                        <a:rPr kumimoji="0" lang="en-US" altLang="en-US" sz="1400" b="1" i="0" u="none" strike="noStrike" cap="none" normalizeH="0" baseline="0" dirty="0">
                          <a:ln>
                            <a:noFill/>
                          </a:ln>
                          <a:solidFill>
                            <a:srgbClr val="FF0000"/>
                          </a:solidFill>
                          <a:effectLst/>
                          <a:latin typeface="Calibri" charset="0"/>
                          <a:ea typeface="ＭＳ Ｐゴシック" charset="-128"/>
                        </a:rPr>
                        <a:t>)</a:t>
                      </a:r>
                    </a:p>
                  </a:txBody>
                  <a:tcPr marL="7620" marR="7620" marT="10160" marB="0" anchor="ctr" horzOverflow="overflow">
                    <a:lnL>
                      <a:noFill/>
                    </a:lnL>
                    <a:lnR w="12700" cap="flat" cmpd="sng" algn="ctr">
                      <a:solidFill>
                        <a:schemeClr val="tx1"/>
                      </a:solidFill>
                      <a:prstDash val="solid"/>
                      <a:round/>
                      <a:headEnd type="none" w="med" len="med"/>
                      <a:tailEnd type="none" w="med" len="med"/>
                    </a:lnR>
                    <a:lnT>
                      <a:noFill/>
                    </a:lnT>
                    <a:lnB w="12700" cap="flat" cmpd="sng" algn="ctr">
                      <a:solidFill>
                        <a:schemeClr val="tx1"/>
                      </a:solidFill>
                      <a:prstDash val="solid"/>
                      <a:round/>
                      <a:headEnd type="none" w="med" len="med"/>
                      <a:tailEnd type="none" w="med" len="med"/>
                    </a:lnB>
                    <a:lnTlToBr>
                      <a:noFill/>
                    </a:lnTlToBr>
                    <a:lnBlToTr>
                      <a:noFill/>
                    </a:lnBlToTr>
                    <a:noFill/>
                  </a:tcPr>
                </a:tc>
                <a:tc>
                  <a:txBody>
                    <a:bodyPr/>
                    <a:lstStyle/>
                    <a:p>
                      <a:pPr marL="0" marR="0" lvl="0" indent="0" algn="ctr" defTabSz="457200" rtl="0" eaLnBrk="1" fontAlgn="b" latinLnBrk="0" hangingPunct="1">
                        <a:lnSpc>
                          <a:spcPct val="100000"/>
                        </a:lnSpc>
                        <a:spcBef>
                          <a:spcPct val="0"/>
                        </a:spcBef>
                        <a:spcAft>
                          <a:spcPct val="0"/>
                        </a:spcAft>
                        <a:buClrTx/>
                        <a:buSzTx/>
                        <a:buFontTx/>
                        <a:buNone/>
                        <a:tabLst/>
                      </a:pPr>
                      <a:r>
                        <a:rPr kumimoji="0" lang="en-US" altLang="en-US" sz="1400" b="1" i="0" u="none" strike="noStrike" cap="none" normalizeH="0" baseline="0" dirty="0">
                          <a:ln>
                            <a:noFill/>
                          </a:ln>
                          <a:solidFill>
                            <a:srgbClr val="FF0000"/>
                          </a:solidFill>
                          <a:effectLst/>
                          <a:latin typeface="Calibri" charset="0"/>
                          <a:ea typeface="ＭＳ Ｐゴシック" charset="-128"/>
                        </a:rPr>
                        <a:t># Rooms (x</a:t>
                      </a:r>
                      <a:r>
                        <a:rPr kumimoji="0" lang="en-US" altLang="en-US" sz="1400" b="1" i="0" u="none" strike="noStrike" cap="none" normalizeH="0" baseline="-25000" dirty="0">
                          <a:ln>
                            <a:noFill/>
                          </a:ln>
                          <a:solidFill>
                            <a:srgbClr val="FF0000"/>
                          </a:solidFill>
                          <a:effectLst/>
                          <a:latin typeface="Calibri" charset="0"/>
                          <a:ea typeface="ＭＳ Ｐゴシック" charset="-128"/>
                        </a:rPr>
                        <a:t>2</a:t>
                      </a:r>
                      <a:r>
                        <a:rPr kumimoji="0" lang="en-US" altLang="en-US" sz="1400" b="1" i="0" u="none" strike="noStrike" cap="none" normalizeH="0" baseline="0" dirty="0">
                          <a:ln>
                            <a:noFill/>
                          </a:ln>
                          <a:solidFill>
                            <a:srgbClr val="FF0000"/>
                          </a:solidFill>
                          <a:effectLst/>
                          <a:latin typeface="Calibri" charset="0"/>
                          <a:ea typeface="ＭＳ Ｐゴシック" charset="-128"/>
                        </a:rPr>
                        <a:t>)</a:t>
                      </a:r>
                    </a:p>
                  </a:txBody>
                  <a:tcPr marL="7620" marR="7620" marT="10160" marB="0" anchor="ctr" horzOverflow="overflow">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a:noFill/>
                    </a:lnT>
                    <a:lnB w="12700" cap="flat" cmpd="sng" algn="ctr">
                      <a:solidFill>
                        <a:schemeClr val="tx1"/>
                      </a:solidFill>
                      <a:prstDash val="solid"/>
                      <a:round/>
                      <a:headEnd type="none" w="med" len="med"/>
                      <a:tailEnd type="none" w="med" len="med"/>
                    </a:lnB>
                    <a:lnTlToBr>
                      <a:noFill/>
                    </a:lnTlToBr>
                    <a:lnBlToTr>
                      <a:noFill/>
                    </a:lnBlToTr>
                    <a:noFill/>
                  </a:tcPr>
                </a:tc>
                <a:tc>
                  <a:txBody>
                    <a:bodyPr/>
                    <a:lstStyle>
                      <a:lvl1pPr eaLnBrk="0" hangingPunct="0">
                        <a:spcBef>
                          <a:spcPct val="20000"/>
                        </a:spcBef>
                        <a:buFont typeface="Arial" charset="0"/>
                        <a:defRPr sz="2800">
                          <a:solidFill>
                            <a:schemeClr val="tx1"/>
                          </a:solidFill>
                          <a:latin typeface="Calibri" charset="0"/>
                          <a:ea typeface="ＭＳ Ｐゴシック" charset="-128"/>
                        </a:defRPr>
                      </a:lvl1pPr>
                      <a:lvl2pPr marL="37931725" indent="-37474525" eaLnBrk="0" hangingPunct="0">
                        <a:spcBef>
                          <a:spcPct val="20000"/>
                        </a:spcBef>
                        <a:buFont typeface="Arial" charset="0"/>
                        <a:defRPr sz="2400">
                          <a:solidFill>
                            <a:schemeClr val="tx1"/>
                          </a:solidFill>
                          <a:latin typeface="Calibri" charset="0"/>
                          <a:ea typeface="ＭＳ Ｐゴシック" charset="-128"/>
                        </a:defRPr>
                      </a:lvl2pPr>
                      <a:lvl3pPr eaLnBrk="0" hangingPunct="0">
                        <a:spcBef>
                          <a:spcPct val="20000"/>
                        </a:spcBef>
                        <a:defRPr sz="2000">
                          <a:solidFill>
                            <a:schemeClr val="tx1"/>
                          </a:solidFill>
                          <a:latin typeface="Calibri" charset="0"/>
                          <a:ea typeface="ＭＳ Ｐゴシック" charset="-128"/>
                        </a:defRPr>
                      </a:lvl3pPr>
                      <a:lvl4pPr eaLnBrk="0" hangingPunct="0">
                        <a:spcBef>
                          <a:spcPct val="20000"/>
                        </a:spcBef>
                        <a:defRPr>
                          <a:solidFill>
                            <a:schemeClr val="tx1"/>
                          </a:solidFill>
                          <a:latin typeface="Calibri" charset="0"/>
                          <a:ea typeface="ＭＳ Ｐゴシック" charset="-128"/>
                        </a:defRPr>
                      </a:lvl4pPr>
                      <a:lvl5pPr eaLnBrk="0" hangingPunct="0">
                        <a:spcBef>
                          <a:spcPct val="20000"/>
                        </a:spcBef>
                        <a:defRPr>
                          <a:solidFill>
                            <a:schemeClr val="tx1"/>
                          </a:solidFill>
                          <a:latin typeface="Calibri" charset="0"/>
                          <a:ea typeface="ＭＳ Ｐゴシック" charset="-128"/>
                        </a:defRPr>
                      </a:lvl5pPr>
                      <a:lvl6pPr marL="457200" eaLnBrk="0" fontAlgn="base" hangingPunct="0">
                        <a:spcBef>
                          <a:spcPct val="20000"/>
                        </a:spcBef>
                        <a:spcAft>
                          <a:spcPct val="0"/>
                        </a:spcAft>
                        <a:defRPr>
                          <a:solidFill>
                            <a:schemeClr val="tx1"/>
                          </a:solidFill>
                          <a:latin typeface="Calibri" charset="0"/>
                          <a:ea typeface="ＭＳ Ｐゴシック" charset="-128"/>
                        </a:defRPr>
                      </a:lvl6pPr>
                      <a:lvl7pPr marL="914400" eaLnBrk="0" fontAlgn="base" hangingPunct="0">
                        <a:spcBef>
                          <a:spcPct val="20000"/>
                        </a:spcBef>
                        <a:spcAft>
                          <a:spcPct val="0"/>
                        </a:spcAft>
                        <a:defRPr>
                          <a:solidFill>
                            <a:schemeClr val="tx1"/>
                          </a:solidFill>
                          <a:latin typeface="Calibri" charset="0"/>
                          <a:ea typeface="ＭＳ Ｐゴシック" charset="-128"/>
                        </a:defRPr>
                      </a:lvl7pPr>
                      <a:lvl8pPr marL="1371600" eaLnBrk="0" fontAlgn="base" hangingPunct="0">
                        <a:spcBef>
                          <a:spcPct val="20000"/>
                        </a:spcBef>
                        <a:spcAft>
                          <a:spcPct val="0"/>
                        </a:spcAft>
                        <a:defRPr>
                          <a:solidFill>
                            <a:schemeClr val="tx1"/>
                          </a:solidFill>
                          <a:latin typeface="Calibri" charset="0"/>
                          <a:ea typeface="ＭＳ Ｐゴシック" charset="-128"/>
                        </a:defRPr>
                      </a:lvl8pPr>
                      <a:lvl9pPr marL="1828800" eaLnBrk="0" fontAlgn="base" hangingPunct="0">
                        <a:spcBef>
                          <a:spcPct val="20000"/>
                        </a:spcBef>
                        <a:spcAft>
                          <a:spcPct val="0"/>
                        </a:spcAft>
                        <a:defRPr>
                          <a:solidFill>
                            <a:schemeClr val="tx1"/>
                          </a:solidFill>
                          <a:latin typeface="Calibri" charset="0"/>
                          <a:ea typeface="ＭＳ Ｐゴシック" charset="-128"/>
                        </a:defRPr>
                      </a:lvl9pPr>
                    </a:lstStyle>
                    <a:p>
                      <a:pPr marL="0" marR="0" lvl="0" indent="0" algn="ctr" defTabSz="457200" rtl="0" eaLnBrk="1" fontAlgn="b" latinLnBrk="0" hangingPunct="1">
                        <a:lnSpc>
                          <a:spcPct val="100000"/>
                        </a:lnSpc>
                        <a:spcBef>
                          <a:spcPct val="0"/>
                        </a:spcBef>
                        <a:spcAft>
                          <a:spcPct val="0"/>
                        </a:spcAft>
                        <a:buClrTx/>
                        <a:buSzTx/>
                        <a:buFontTx/>
                        <a:buNone/>
                        <a:tabLst/>
                      </a:pPr>
                      <a:r>
                        <a:rPr kumimoji="0" lang="en-US" altLang="en-US" sz="1400" b="1" i="0" u="none" strike="noStrike" cap="none" normalizeH="0" baseline="0">
                          <a:ln>
                            <a:noFill/>
                          </a:ln>
                          <a:solidFill>
                            <a:schemeClr val="tx1"/>
                          </a:solidFill>
                          <a:effectLst/>
                          <a:latin typeface="Calibri" charset="0"/>
                          <a:ea typeface="ＭＳ Ｐゴシック" charset="-128"/>
                        </a:rPr>
                        <a:t>Price ($) in 1000's (</a:t>
                      </a:r>
                      <a:r>
                        <a:rPr kumimoji="0" lang="en-US" altLang="en-US" sz="1400" b="0" i="0" u="none" strike="noStrike" cap="none" normalizeH="0" baseline="0">
                          <a:ln>
                            <a:noFill/>
                          </a:ln>
                          <a:solidFill>
                            <a:schemeClr val="tx1"/>
                          </a:solidFill>
                          <a:effectLst/>
                          <a:latin typeface="Calibri" charset="0"/>
                          <a:ea typeface="ＭＳ Ｐゴシック" charset="-128"/>
                        </a:rPr>
                        <a:t>y</a:t>
                      </a:r>
                      <a:r>
                        <a:rPr kumimoji="0" lang="en-US" altLang="en-US" sz="1400" b="1" i="0" u="none" strike="noStrike" cap="none" normalizeH="0" baseline="0">
                          <a:ln>
                            <a:noFill/>
                          </a:ln>
                          <a:solidFill>
                            <a:schemeClr val="tx1"/>
                          </a:solidFill>
                          <a:effectLst/>
                          <a:latin typeface="Calibri" charset="0"/>
                          <a:ea typeface="ＭＳ Ｐゴシック" charset="-128"/>
                        </a:rPr>
                        <a:t>)</a:t>
                      </a:r>
                      <a:endParaRPr kumimoji="0" lang="en-US" altLang="en-US" sz="1400" b="1" i="0" u="none" strike="noStrike" cap="none" normalizeH="0" baseline="0">
                        <a:ln>
                          <a:noFill/>
                        </a:ln>
                        <a:solidFill>
                          <a:srgbClr val="000000"/>
                        </a:solidFill>
                        <a:effectLst/>
                        <a:latin typeface="Calibri" charset="0"/>
                        <a:ea typeface="ＭＳ Ｐゴシック" charset="-128"/>
                      </a:endParaRPr>
                    </a:p>
                  </a:txBody>
                  <a:tcPr marL="7620" marR="7620" marT="10160" marB="0" anchor="ctr" horzOverflow="overflow">
                    <a:lnL w="12700" cap="flat" cmpd="sng" algn="ctr">
                      <a:solidFill>
                        <a:schemeClr val="tx1"/>
                      </a:solidFill>
                      <a:prstDash val="solid"/>
                      <a:round/>
                      <a:headEnd type="none" w="med" len="med"/>
                      <a:tailEnd type="none" w="med" len="med"/>
                    </a:lnL>
                    <a:lnR>
                      <a:noFill/>
                    </a:lnR>
                    <a:lnT>
                      <a:noFill/>
                    </a:lnT>
                    <a:lnB w="12700" cap="flat" cmpd="sng" algn="ctr">
                      <a:solidFill>
                        <a:schemeClr val="tx1"/>
                      </a:solidFill>
                      <a:prstDash val="solid"/>
                      <a:round/>
                      <a:headEnd type="none" w="med" len="med"/>
                      <a:tailEnd type="none" w="med" len="med"/>
                    </a:lnB>
                    <a:lnTlToBr>
                      <a:noFill/>
                    </a:lnTlToBr>
                    <a:lnBlToTr>
                      <a:noFill/>
                    </a:lnBlToTr>
                    <a:noFill/>
                  </a:tcPr>
                </a:tc>
                <a:extLst>
                  <a:ext uri="{0D108BD9-81ED-4DB2-BD59-A6C34878D82A}">
                    <a16:rowId xmlns:a16="http://schemas.microsoft.com/office/drawing/2014/main" val="10000"/>
                  </a:ext>
                </a:extLst>
              </a:tr>
              <a:tr h="265048">
                <a:tc>
                  <a:txBody>
                    <a:bodyPr/>
                    <a:lstStyle>
                      <a:lvl1pPr eaLnBrk="0" hangingPunct="0">
                        <a:spcBef>
                          <a:spcPct val="20000"/>
                        </a:spcBef>
                        <a:buFont typeface="Arial" charset="0"/>
                        <a:defRPr sz="2800">
                          <a:solidFill>
                            <a:schemeClr val="tx1"/>
                          </a:solidFill>
                          <a:latin typeface="Calibri" charset="0"/>
                          <a:ea typeface="ＭＳ Ｐゴシック" charset="-128"/>
                        </a:defRPr>
                      </a:lvl1pPr>
                      <a:lvl2pPr marL="37931725" indent="-37474525" eaLnBrk="0" hangingPunct="0">
                        <a:spcBef>
                          <a:spcPct val="20000"/>
                        </a:spcBef>
                        <a:buFont typeface="Arial" charset="0"/>
                        <a:defRPr sz="2400">
                          <a:solidFill>
                            <a:schemeClr val="tx1"/>
                          </a:solidFill>
                          <a:latin typeface="Calibri" charset="0"/>
                          <a:ea typeface="ＭＳ Ｐゴシック" charset="-128"/>
                        </a:defRPr>
                      </a:lvl2pPr>
                      <a:lvl3pPr eaLnBrk="0" hangingPunct="0">
                        <a:spcBef>
                          <a:spcPct val="20000"/>
                        </a:spcBef>
                        <a:defRPr sz="2000">
                          <a:solidFill>
                            <a:schemeClr val="tx1"/>
                          </a:solidFill>
                          <a:latin typeface="Calibri" charset="0"/>
                          <a:ea typeface="ＭＳ Ｐゴシック" charset="-128"/>
                        </a:defRPr>
                      </a:lvl3pPr>
                      <a:lvl4pPr eaLnBrk="0" hangingPunct="0">
                        <a:spcBef>
                          <a:spcPct val="20000"/>
                        </a:spcBef>
                        <a:defRPr>
                          <a:solidFill>
                            <a:schemeClr val="tx1"/>
                          </a:solidFill>
                          <a:latin typeface="Calibri" charset="0"/>
                          <a:ea typeface="ＭＳ Ｐゴシック" charset="-128"/>
                        </a:defRPr>
                      </a:lvl4pPr>
                      <a:lvl5pPr eaLnBrk="0" hangingPunct="0">
                        <a:spcBef>
                          <a:spcPct val="20000"/>
                        </a:spcBef>
                        <a:defRPr>
                          <a:solidFill>
                            <a:schemeClr val="tx1"/>
                          </a:solidFill>
                          <a:latin typeface="Calibri" charset="0"/>
                          <a:ea typeface="ＭＳ Ｐゴシック" charset="-128"/>
                        </a:defRPr>
                      </a:lvl5pPr>
                      <a:lvl6pPr marL="457200" eaLnBrk="0" fontAlgn="base" hangingPunct="0">
                        <a:spcBef>
                          <a:spcPct val="20000"/>
                        </a:spcBef>
                        <a:spcAft>
                          <a:spcPct val="0"/>
                        </a:spcAft>
                        <a:defRPr>
                          <a:solidFill>
                            <a:schemeClr val="tx1"/>
                          </a:solidFill>
                          <a:latin typeface="Calibri" charset="0"/>
                          <a:ea typeface="ＭＳ Ｐゴシック" charset="-128"/>
                        </a:defRPr>
                      </a:lvl6pPr>
                      <a:lvl7pPr marL="914400" eaLnBrk="0" fontAlgn="base" hangingPunct="0">
                        <a:spcBef>
                          <a:spcPct val="20000"/>
                        </a:spcBef>
                        <a:spcAft>
                          <a:spcPct val="0"/>
                        </a:spcAft>
                        <a:defRPr>
                          <a:solidFill>
                            <a:schemeClr val="tx1"/>
                          </a:solidFill>
                          <a:latin typeface="Calibri" charset="0"/>
                          <a:ea typeface="ＭＳ Ｐゴシック" charset="-128"/>
                        </a:defRPr>
                      </a:lvl7pPr>
                      <a:lvl8pPr marL="1371600" eaLnBrk="0" fontAlgn="base" hangingPunct="0">
                        <a:spcBef>
                          <a:spcPct val="20000"/>
                        </a:spcBef>
                        <a:spcAft>
                          <a:spcPct val="0"/>
                        </a:spcAft>
                        <a:defRPr>
                          <a:solidFill>
                            <a:schemeClr val="tx1"/>
                          </a:solidFill>
                          <a:latin typeface="Calibri" charset="0"/>
                          <a:ea typeface="ＭＳ Ｐゴシック" charset="-128"/>
                        </a:defRPr>
                      </a:lvl8pPr>
                      <a:lvl9pPr marL="1828800" eaLnBrk="0" fontAlgn="base" hangingPunct="0">
                        <a:spcBef>
                          <a:spcPct val="20000"/>
                        </a:spcBef>
                        <a:spcAft>
                          <a:spcPct val="0"/>
                        </a:spcAft>
                        <a:defRPr>
                          <a:solidFill>
                            <a:schemeClr val="tx1"/>
                          </a:solidFill>
                          <a:latin typeface="Calibri" charset="0"/>
                          <a:ea typeface="ＭＳ Ｐゴシック" charset="-128"/>
                        </a:defRPr>
                      </a:lvl9pPr>
                    </a:lstStyle>
                    <a:p>
                      <a:pPr marL="0" marR="0" lvl="0" indent="0" algn="ctr" defTabSz="457200" rtl="0" eaLnBrk="1" fontAlgn="b" latinLnBrk="0" hangingPunct="1">
                        <a:lnSpc>
                          <a:spcPct val="100000"/>
                        </a:lnSpc>
                        <a:spcBef>
                          <a:spcPct val="0"/>
                        </a:spcBef>
                        <a:spcAft>
                          <a:spcPct val="0"/>
                        </a:spcAft>
                        <a:buClrTx/>
                        <a:buSzTx/>
                        <a:buFontTx/>
                        <a:buNone/>
                        <a:tabLst/>
                      </a:pPr>
                      <a:r>
                        <a:rPr kumimoji="0" lang="en-US" altLang="en-US" sz="1400" b="0" i="0" u="none" strike="noStrike" cap="none" normalizeH="0" baseline="0" dirty="0">
                          <a:ln>
                            <a:noFill/>
                          </a:ln>
                          <a:solidFill>
                            <a:schemeClr val="tx1"/>
                          </a:solidFill>
                          <a:effectLst/>
                          <a:latin typeface="Calibri" charset="0"/>
                          <a:ea typeface="ＭＳ Ｐゴシック" charset="-128"/>
                        </a:rPr>
                        <a:t>2104</a:t>
                      </a:r>
                      <a:endParaRPr kumimoji="0" lang="en-US" altLang="en-US" sz="1400" b="0" i="0" u="none" strike="noStrike" cap="none" normalizeH="0" baseline="0" dirty="0">
                        <a:ln>
                          <a:noFill/>
                        </a:ln>
                        <a:solidFill>
                          <a:srgbClr val="000000"/>
                        </a:solidFill>
                        <a:effectLst/>
                        <a:latin typeface="Calibri" charset="0"/>
                        <a:ea typeface="ＭＳ Ｐゴシック" charset="-128"/>
                      </a:endParaRPr>
                    </a:p>
                  </a:txBody>
                  <a:tcPr marL="7620" marR="7620" marT="10160" marB="0" anchor="b" horzOverflow="overflow">
                    <a:lnL>
                      <a:noFill/>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a:noFill/>
                    </a:lnB>
                    <a:lnTlToBr>
                      <a:noFill/>
                    </a:lnTlToBr>
                    <a:lnBlToTr>
                      <a:noFill/>
                    </a:lnBlToTr>
                    <a:noFill/>
                  </a:tcPr>
                </a:tc>
                <a:tc>
                  <a:txBody>
                    <a:bodyPr/>
                    <a:lstStyle/>
                    <a:p>
                      <a:pPr marL="0" marR="0" lvl="0" indent="0" algn="ctr" defTabSz="457200" rtl="0" eaLnBrk="1" fontAlgn="b" latinLnBrk="0" hangingPunct="1">
                        <a:lnSpc>
                          <a:spcPct val="100000"/>
                        </a:lnSpc>
                        <a:spcBef>
                          <a:spcPct val="0"/>
                        </a:spcBef>
                        <a:spcAft>
                          <a:spcPct val="0"/>
                        </a:spcAft>
                        <a:buClrTx/>
                        <a:buSzTx/>
                        <a:buFontTx/>
                        <a:buNone/>
                        <a:tabLst/>
                      </a:pPr>
                      <a:r>
                        <a:rPr kumimoji="0" lang="en-US" altLang="en-US" sz="1400" b="0" i="0" u="none" strike="noStrike" cap="none" normalizeH="0" baseline="0" dirty="0">
                          <a:ln>
                            <a:noFill/>
                          </a:ln>
                          <a:solidFill>
                            <a:srgbClr val="000000"/>
                          </a:solidFill>
                          <a:effectLst/>
                          <a:latin typeface="Calibri" charset="0"/>
                          <a:ea typeface="ＭＳ Ｐゴシック" charset="-128"/>
                        </a:rPr>
                        <a:t>6</a:t>
                      </a:r>
                    </a:p>
                  </a:txBody>
                  <a:tcPr marL="7620" marR="7620" marT="10160" marB="0" anchor="b" horzOverflow="overflow">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a:noFill/>
                    </a:lnB>
                    <a:lnTlToBr>
                      <a:noFill/>
                    </a:lnTlToBr>
                    <a:lnBlToTr>
                      <a:noFill/>
                    </a:lnBlToTr>
                    <a:noFill/>
                  </a:tcPr>
                </a:tc>
                <a:tc>
                  <a:txBody>
                    <a:bodyPr/>
                    <a:lstStyle>
                      <a:lvl1pPr eaLnBrk="0" hangingPunct="0">
                        <a:spcBef>
                          <a:spcPct val="20000"/>
                        </a:spcBef>
                        <a:buFont typeface="Arial" charset="0"/>
                        <a:defRPr sz="2800">
                          <a:solidFill>
                            <a:schemeClr val="tx1"/>
                          </a:solidFill>
                          <a:latin typeface="Calibri" charset="0"/>
                          <a:ea typeface="ＭＳ Ｐゴシック" charset="-128"/>
                        </a:defRPr>
                      </a:lvl1pPr>
                      <a:lvl2pPr marL="37931725" indent="-37474525" eaLnBrk="0" hangingPunct="0">
                        <a:spcBef>
                          <a:spcPct val="20000"/>
                        </a:spcBef>
                        <a:buFont typeface="Arial" charset="0"/>
                        <a:defRPr sz="2400">
                          <a:solidFill>
                            <a:schemeClr val="tx1"/>
                          </a:solidFill>
                          <a:latin typeface="Calibri" charset="0"/>
                          <a:ea typeface="ＭＳ Ｐゴシック" charset="-128"/>
                        </a:defRPr>
                      </a:lvl2pPr>
                      <a:lvl3pPr eaLnBrk="0" hangingPunct="0">
                        <a:spcBef>
                          <a:spcPct val="20000"/>
                        </a:spcBef>
                        <a:defRPr sz="2000">
                          <a:solidFill>
                            <a:schemeClr val="tx1"/>
                          </a:solidFill>
                          <a:latin typeface="Calibri" charset="0"/>
                          <a:ea typeface="ＭＳ Ｐゴシック" charset="-128"/>
                        </a:defRPr>
                      </a:lvl3pPr>
                      <a:lvl4pPr eaLnBrk="0" hangingPunct="0">
                        <a:spcBef>
                          <a:spcPct val="20000"/>
                        </a:spcBef>
                        <a:defRPr>
                          <a:solidFill>
                            <a:schemeClr val="tx1"/>
                          </a:solidFill>
                          <a:latin typeface="Calibri" charset="0"/>
                          <a:ea typeface="ＭＳ Ｐゴシック" charset="-128"/>
                        </a:defRPr>
                      </a:lvl4pPr>
                      <a:lvl5pPr eaLnBrk="0" hangingPunct="0">
                        <a:spcBef>
                          <a:spcPct val="20000"/>
                        </a:spcBef>
                        <a:defRPr>
                          <a:solidFill>
                            <a:schemeClr val="tx1"/>
                          </a:solidFill>
                          <a:latin typeface="Calibri" charset="0"/>
                          <a:ea typeface="ＭＳ Ｐゴシック" charset="-128"/>
                        </a:defRPr>
                      </a:lvl5pPr>
                      <a:lvl6pPr marL="457200" eaLnBrk="0" fontAlgn="base" hangingPunct="0">
                        <a:spcBef>
                          <a:spcPct val="20000"/>
                        </a:spcBef>
                        <a:spcAft>
                          <a:spcPct val="0"/>
                        </a:spcAft>
                        <a:defRPr>
                          <a:solidFill>
                            <a:schemeClr val="tx1"/>
                          </a:solidFill>
                          <a:latin typeface="Calibri" charset="0"/>
                          <a:ea typeface="ＭＳ Ｐゴシック" charset="-128"/>
                        </a:defRPr>
                      </a:lvl6pPr>
                      <a:lvl7pPr marL="914400" eaLnBrk="0" fontAlgn="base" hangingPunct="0">
                        <a:spcBef>
                          <a:spcPct val="20000"/>
                        </a:spcBef>
                        <a:spcAft>
                          <a:spcPct val="0"/>
                        </a:spcAft>
                        <a:defRPr>
                          <a:solidFill>
                            <a:schemeClr val="tx1"/>
                          </a:solidFill>
                          <a:latin typeface="Calibri" charset="0"/>
                          <a:ea typeface="ＭＳ Ｐゴシック" charset="-128"/>
                        </a:defRPr>
                      </a:lvl7pPr>
                      <a:lvl8pPr marL="1371600" eaLnBrk="0" fontAlgn="base" hangingPunct="0">
                        <a:spcBef>
                          <a:spcPct val="20000"/>
                        </a:spcBef>
                        <a:spcAft>
                          <a:spcPct val="0"/>
                        </a:spcAft>
                        <a:defRPr>
                          <a:solidFill>
                            <a:schemeClr val="tx1"/>
                          </a:solidFill>
                          <a:latin typeface="Calibri" charset="0"/>
                          <a:ea typeface="ＭＳ Ｐゴシック" charset="-128"/>
                        </a:defRPr>
                      </a:lvl8pPr>
                      <a:lvl9pPr marL="1828800" eaLnBrk="0" fontAlgn="base" hangingPunct="0">
                        <a:spcBef>
                          <a:spcPct val="20000"/>
                        </a:spcBef>
                        <a:spcAft>
                          <a:spcPct val="0"/>
                        </a:spcAft>
                        <a:defRPr>
                          <a:solidFill>
                            <a:schemeClr val="tx1"/>
                          </a:solidFill>
                          <a:latin typeface="Calibri" charset="0"/>
                          <a:ea typeface="ＭＳ Ｐゴシック" charset="-128"/>
                        </a:defRPr>
                      </a:lvl9pPr>
                    </a:lstStyle>
                    <a:p>
                      <a:pPr marL="0" marR="0" lvl="0" indent="0" algn="ctr" defTabSz="457200" rtl="0" eaLnBrk="1" fontAlgn="b" latinLnBrk="0" hangingPunct="1">
                        <a:lnSpc>
                          <a:spcPct val="100000"/>
                        </a:lnSpc>
                        <a:spcBef>
                          <a:spcPct val="0"/>
                        </a:spcBef>
                        <a:spcAft>
                          <a:spcPct val="0"/>
                        </a:spcAft>
                        <a:buClrTx/>
                        <a:buSzTx/>
                        <a:buFontTx/>
                        <a:buNone/>
                        <a:tabLst/>
                      </a:pPr>
                      <a:r>
                        <a:rPr kumimoji="0" lang="en-US" altLang="en-US" sz="1400" b="0" i="0" u="none" strike="noStrike" cap="none" normalizeH="0" baseline="0" dirty="0">
                          <a:ln>
                            <a:noFill/>
                          </a:ln>
                          <a:solidFill>
                            <a:schemeClr val="tx1"/>
                          </a:solidFill>
                          <a:effectLst/>
                          <a:latin typeface="Calibri" charset="0"/>
                          <a:ea typeface="ＭＳ Ｐゴシック" charset="-128"/>
                        </a:rPr>
                        <a:t>460</a:t>
                      </a:r>
                      <a:endParaRPr kumimoji="0" lang="en-US" altLang="en-US" sz="1400" b="0" i="0" u="none" strike="noStrike" cap="none" normalizeH="0" baseline="0" dirty="0">
                        <a:ln>
                          <a:noFill/>
                        </a:ln>
                        <a:solidFill>
                          <a:srgbClr val="000000"/>
                        </a:solidFill>
                        <a:effectLst/>
                        <a:latin typeface="Calibri" charset="0"/>
                        <a:ea typeface="ＭＳ Ｐゴシック" charset="-128"/>
                      </a:endParaRPr>
                    </a:p>
                  </a:txBody>
                  <a:tcPr marL="7620" marR="7620" marT="10160" marB="0" anchor="b" horzOverflow="overflow">
                    <a:lnL w="12700" cap="flat" cmpd="sng" algn="ctr">
                      <a:solidFill>
                        <a:schemeClr val="tx1"/>
                      </a:solidFill>
                      <a:prstDash val="solid"/>
                      <a:round/>
                      <a:headEnd type="none" w="med" len="med"/>
                      <a:tailEnd type="none" w="med" len="med"/>
                    </a:lnL>
                    <a:lnR>
                      <a:noFill/>
                    </a:lnR>
                    <a:lnT w="12700" cap="flat" cmpd="sng" algn="ctr">
                      <a:solidFill>
                        <a:schemeClr val="tx1"/>
                      </a:solidFill>
                      <a:prstDash val="solid"/>
                      <a:round/>
                      <a:headEnd type="none" w="med" len="med"/>
                      <a:tailEnd type="none" w="med" len="med"/>
                    </a:lnT>
                    <a:lnB>
                      <a:noFill/>
                    </a:lnB>
                    <a:lnTlToBr>
                      <a:noFill/>
                    </a:lnTlToBr>
                    <a:lnBlToTr>
                      <a:noFill/>
                    </a:lnBlToTr>
                    <a:noFill/>
                  </a:tcPr>
                </a:tc>
                <a:extLst>
                  <a:ext uri="{0D108BD9-81ED-4DB2-BD59-A6C34878D82A}">
                    <a16:rowId xmlns:a16="http://schemas.microsoft.com/office/drawing/2014/main" val="10001"/>
                  </a:ext>
                </a:extLst>
              </a:tr>
              <a:tr h="265048">
                <a:tc>
                  <a:txBody>
                    <a:bodyPr/>
                    <a:lstStyle>
                      <a:lvl1pPr eaLnBrk="0" hangingPunct="0">
                        <a:spcBef>
                          <a:spcPct val="20000"/>
                        </a:spcBef>
                        <a:buFont typeface="Arial" charset="0"/>
                        <a:defRPr sz="2800">
                          <a:solidFill>
                            <a:schemeClr val="tx1"/>
                          </a:solidFill>
                          <a:latin typeface="Calibri" charset="0"/>
                          <a:ea typeface="ＭＳ Ｐゴシック" charset="-128"/>
                        </a:defRPr>
                      </a:lvl1pPr>
                      <a:lvl2pPr marL="37931725" indent="-37474525" eaLnBrk="0" hangingPunct="0">
                        <a:spcBef>
                          <a:spcPct val="20000"/>
                        </a:spcBef>
                        <a:buFont typeface="Arial" charset="0"/>
                        <a:defRPr sz="2400">
                          <a:solidFill>
                            <a:schemeClr val="tx1"/>
                          </a:solidFill>
                          <a:latin typeface="Calibri" charset="0"/>
                          <a:ea typeface="ＭＳ Ｐゴシック" charset="-128"/>
                        </a:defRPr>
                      </a:lvl2pPr>
                      <a:lvl3pPr eaLnBrk="0" hangingPunct="0">
                        <a:spcBef>
                          <a:spcPct val="20000"/>
                        </a:spcBef>
                        <a:defRPr sz="2000">
                          <a:solidFill>
                            <a:schemeClr val="tx1"/>
                          </a:solidFill>
                          <a:latin typeface="Calibri" charset="0"/>
                          <a:ea typeface="ＭＳ Ｐゴシック" charset="-128"/>
                        </a:defRPr>
                      </a:lvl3pPr>
                      <a:lvl4pPr eaLnBrk="0" hangingPunct="0">
                        <a:spcBef>
                          <a:spcPct val="20000"/>
                        </a:spcBef>
                        <a:defRPr>
                          <a:solidFill>
                            <a:schemeClr val="tx1"/>
                          </a:solidFill>
                          <a:latin typeface="Calibri" charset="0"/>
                          <a:ea typeface="ＭＳ Ｐゴシック" charset="-128"/>
                        </a:defRPr>
                      </a:lvl4pPr>
                      <a:lvl5pPr eaLnBrk="0" hangingPunct="0">
                        <a:spcBef>
                          <a:spcPct val="20000"/>
                        </a:spcBef>
                        <a:defRPr>
                          <a:solidFill>
                            <a:schemeClr val="tx1"/>
                          </a:solidFill>
                          <a:latin typeface="Calibri" charset="0"/>
                          <a:ea typeface="ＭＳ Ｐゴシック" charset="-128"/>
                        </a:defRPr>
                      </a:lvl5pPr>
                      <a:lvl6pPr marL="457200" eaLnBrk="0" fontAlgn="base" hangingPunct="0">
                        <a:spcBef>
                          <a:spcPct val="20000"/>
                        </a:spcBef>
                        <a:spcAft>
                          <a:spcPct val="0"/>
                        </a:spcAft>
                        <a:defRPr>
                          <a:solidFill>
                            <a:schemeClr val="tx1"/>
                          </a:solidFill>
                          <a:latin typeface="Calibri" charset="0"/>
                          <a:ea typeface="ＭＳ Ｐゴシック" charset="-128"/>
                        </a:defRPr>
                      </a:lvl6pPr>
                      <a:lvl7pPr marL="914400" eaLnBrk="0" fontAlgn="base" hangingPunct="0">
                        <a:spcBef>
                          <a:spcPct val="20000"/>
                        </a:spcBef>
                        <a:spcAft>
                          <a:spcPct val="0"/>
                        </a:spcAft>
                        <a:defRPr>
                          <a:solidFill>
                            <a:schemeClr val="tx1"/>
                          </a:solidFill>
                          <a:latin typeface="Calibri" charset="0"/>
                          <a:ea typeface="ＭＳ Ｐゴシック" charset="-128"/>
                        </a:defRPr>
                      </a:lvl7pPr>
                      <a:lvl8pPr marL="1371600" eaLnBrk="0" fontAlgn="base" hangingPunct="0">
                        <a:spcBef>
                          <a:spcPct val="20000"/>
                        </a:spcBef>
                        <a:spcAft>
                          <a:spcPct val="0"/>
                        </a:spcAft>
                        <a:defRPr>
                          <a:solidFill>
                            <a:schemeClr val="tx1"/>
                          </a:solidFill>
                          <a:latin typeface="Calibri" charset="0"/>
                          <a:ea typeface="ＭＳ Ｐゴシック" charset="-128"/>
                        </a:defRPr>
                      </a:lvl8pPr>
                      <a:lvl9pPr marL="1828800" eaLnBrk="0" fontAlgn="base" hangingPunct="0">
                        <a:spcBef>
                          <a:spcPct val="20000"/>
                        </a:spcBef>
                        <a:spcAft>
                          <a:spcPct val="0"/>
                        </a:spcAft>
                        <a:defRPr>
                          <a:solidFill>
                            <a:schemeClr val="tx1"/>
                          </a:solidFill>
                          <a:latin typeface="Calibri" charset="0"/>
                          <a:ea typeface="ＭＳ Ｐゴシック" charset="-128"/>
                        </a:defRPr>
                      </a:lvl9pPr>
                    </a:lstStyle>
                    <a:p>
                      <a:pPr marL="0" marR="0" lvl="0" indent="0" algn="ctr" defTabSz="457200" rtl="0" eaLnBrk="1" fontAlgn="b" latinLnBrk="0" hangingPunct="1">
                        <a:lnSpc>
                          <a:spcPct val="100000"/>
                        </a:lnSpc>
                        <a:spcBef>
                          <a:spcPct val="0"/>
                        </a:spcBef>
                        <a:spcAft>
                          <a:spcPct val="0"/>
                        </a:spcAft>
                        <a:buClrTx/>
                        <a:buSzTx/>
                        <a:buFontTx/>
                        <a:buNone/>
                        <a:tabLst/>
                      </a:pPr>
                      <a:r>
                        <a:rPr kumimoji="0" lang="en-US" altLang="en-US" sz="1400" b="0" i="0" u="none" strike="noStrike" cap="none" normalizeH="0" baseline="0" dirty="0">
                          <a:ln>
                            <a:noFill/>
                          </a:ln>
                          <a:solidFill>
                            <a:schemeClr val="tx1"/>
                          </a:solidFill>
                          <a:effectLst/>
                          <a:latin typeface="Calibri" charset="0"/>
                          <a:ea typeface="ＭＳ Ｐゴシック" charset="-128"/>
                        </a:rPr>
                        <a:t>1416</a:t>
                      </a:r>
                      <a:endParaRPr kumimoji="0" lang="en-US" altLang="en-US" sz="1400" b="0" i="0" u="none" strike="noStrike" cap="none" normalizeH="0" baseline="0" dirty="0">
                        <a:ln>
                          <a:noFill/>
                        </a:ln>
                        <a:solidFill>
                          <a:srgbClr val="000000"/>
                        </a:solidFill>
                        <a:effectLst/>
                        <a:latin typeface="Calibri" charset="0"/>
                        <a:ea typeface="ＭＳ Ｐゴシック" charset="-128"/>
                      </a:endParaRPr>
                    </a:p>
                  </a:txBody>
                  <a:tcPr marL="7620" marR="7620" marT="10160" marB="0" anchor="b" horzOverflow="overflow">
                    <a:lnL>
                      <a:noFill/>
                    </a:lnL>
                    <a:lnR w="12700" cap="flat" cmpd="sng" algn="ctr">
                      <a:solidFill>
                        <a:schemeClr val="tx1"/>
                      </a:solidFill>
                      <a:prstDash val="solid"/>
                      <a:round/>
                      <a:headEnd type="none" w="med" len="med"/>
                      <a:tailEnd type="none" w="med" len="med"/>
                    </a:lnR>
                    <a:lnT>
                      <a:noFill/>
                    </a:lnT>
                    <a:lnB>
                      <a:noFill/>
                    </a:lnB>
                    <a:lnTlToBr>
                      <a:noFill/>
                    </a:lnTlToBr>
                    <a:lnBlToTr>
                      <a:noFill/>
                    </a:lnBlToTr>
                    <a:noFill/>
                  </a:tcPr>
                </a:tc>
                <a:tc>
                  <a:txBody>
                    <a:bodyPr/>
                    <a:lstStyle/>
                    <a:p>
                      <a:pPr marL="0" marR="0" lvl="0" indent="0" algn="ctr" defTabSz="457200" rtl="0" eaLnBrk="1" fontAlgn="b" latinLnBrk="0" hangingPunct="1">
                        <a:lnSpc>
                          <a:spcPct val="100000"/>
                        </a:lnSpc>
                        <a:spcBef>
                          <a:spcPct val="0"/>
                        </a:spcBef>
                        <a:spcAft>
                          <a:spcPct val="0"/>
                        </a:spcAft>
                        <a:buClrTx/>
                        <a:buSzTx/>
                        <a:buFontTx/>
                        <a:buNone/>
                        <a:tabLst/>
                      </a:pPr>
                      <a:r>
                        <a:rPr kumimoji="0" lang="en-US" altLang="en-US" sz="1400" b="0" i="0" u="none" strike="noStrike" cap="none" normalizeH="0" baseline="0" dirty="0">
                          <a:ln>
                            <a:noFill/>
                          </a:ln>
                          <a:solidFill>
                            <a:srgbClr val="000000"/>
                          </a:solidFill>
                          <a:effectLst/>
                          <a:latin typeface="Calibri" charset="0"/>
                          <a:ea typeface="ＭＳ Ｐゴシック" charset="-128"/>
                        </a:rPr>
                        <a:t>4</a:t>
                      </a:r>
                    </a:p>
                  </a:txBody>
                  <a:tcPr marL="7620" marR="7620" marT="10160" marB="0" anchor="b" horzOverflow="overflow">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a:noFill/>
                    </a:lnT>
                    <a:lnB>
                      <a:noFill/>
                    </a:lnB>
                    <a:lnTlToBr>
                      <a:noFill/>
                    </a:lnTlToBr>
                    <a:lnBlToTr>
                      <a:noFill/>
                    </a:lnBlToTr>
                    <a:noFill/>
                  </a:tcPr>
                </a:tc>
                <a:tc>
                  <a:txBody>
                    <a:bodyPr/>
                    <a:lstStyle>
                      <a:lvl1pPr eaLnBrk="0" hangingPunct="0">
                        <a:spcBef>
                          <a:spcPct val="20000"/>
                        </a:spcBef>
                        <a:buFont typeface="Arial" charset="0"/>
                        <a:defRPr sz="2800">
                          <a:solidFill>
                            <a:schemeClr val="tx1"/>
                          </a:solidFill>
                          <a:latin typeface="Calibri" charset="0"/>
                          <a:ea typeface="ＭＳ Ｐゴシック" charset="-128"/>
                        </a:defRPr>
                      </a:lvl1pPr>
                      <a:lvl2pPr marL="37931725" indent="-37474525" eaLnBrk="0" hangingPunct="0">
                        <a:spcBef>
                          <a:spcPct val="20000"/>
                        </a:spcBef>
                        <a:buFont typeface="Arial" charset="0"/>
                        <a:defRPr sz="2400">
                          <a:solidFill>
                            <a:schemeClr val="tx1"/>
                          </a:solidFill>
                          <a:latin typeface="Calibri" charset="0"/>
                          <a:ea typeface="ＭＳ Ｐゴシック" charset="-128"/>
                        </a:defRPr>
                      </a:lvl2pPr>
                      <a:lvl3pPr eaLnBrk="0" hangingPunct="0">
                        <a:spcBef>
                          <a:spcPct val="20000"/>
                        </a:spcBef>
                        <a:defRPr sz="2000">
                          <a:solidFill>
                            <a:schemeClr val="tx1"/>
                          </a:solidFill>
                          <a:latin typeface="Calibri" charset="0"/>
                          <a:ea typeface="ＭＳ Ｐゴシック" charset="-128"/>
                        </a:defRPr>
                      </a:lvl3pPr>
                      <a:lvl4pPr eaLnBrk="0" hangingPunct="0">
                        <a:spcBef>
                          <a:spcPct val="20000"/>
                        </a:spcBef>
                        <a:defRPr>
                          <a:solidFill>
                            <a:schemeClr val="tx1"/>
                          </a:solidFill>
                          <a:latin typeface="Calibri" charset="0"/>
                          <a:ea typeface="ＭＳ Ｐゴシック" charset="-128"/>
                        </a:defRPr>
                      </a:lvl4pPr>
                      <a:lvl5pPr eaLnBrk="0" hangingPunct="0">
                        <a:spcBef>
                          <a:spcPct val="20000"/>
                        </a:spcBef>
                        <a:defRPr>
                          <a:solidFill>
                            <a:schemeClr val="tx1"/>
                          </a:solidFill>
                          <a:latin typeface="Calibri" charset="0"/>
                          <a:ea typeface="ＭＳ Ｐゴシック" charset="-128"/>
                        </a:defRPr>
                      </a:lvl5pPr>
                      <a:lvl6pPr marL="457200" eaLnBrk="0" fontAlgn="base" hangingPunct="0">
                        <a:spcBef>
                          <a:spcPct val="20000"/>
                        </a:spcBef>
                        <a:spcAft>
                          <a:spcPct val="0"/>
                        </a:spcAft>
                        <a:defRPr>
                          <a:solidFill>
                            <a:schemeClr val="tx1"/>
                          </a:solidFill>
                          <a:latin typeface="Calibri" charset="0"/>
                          <a:ea typeface="ＭＳ Ｐゴシック" charset="-128"/>
                        </a:defRPr>
                      </a:lvl6pPr>
                      <a:lvl7pPr marL="914400" eaLnBrk="0" fontAlgn="base" hangingPunct="0">
                        <a:spcBef>
                          <a:spcPct val="20000"/>
                        </a:spcBef>
                        <a:spcAft>
                          <a:spcPct val="0"/>
                        </a:spcAft>
                        <a:defRPr>
                          <a:solidFill>
                            <a:schemeClr val="tx1"/>
                          </a:solidFill>
                          <a:latin typeface="Calibri" charset="0"/>
                          <a:ea typeface="ＭＳ Ｐゴシック" charset="-128"/>
                        </a:defRPr>
                      </a:lvl7pPr>
                      <a:lvl8pPr marL="1371600" eaLnBrk="0" fontAlgn="base" hangingPunct="0">
                        <a:spcBef>
                          <a:spcPct val="20000"/>
                        </a:spcBef>
                        <a:spcAft>
                          <a:spcPct val="0"/>
                        </a:spcAft>
                        <a:defRPr>
                          <a:solidFill>
                            <a:schemeClr val="tx1"/>
                          </a:solidFill>
                          <a:latin typeface="Calibri" charset="0"/>
                          <a:ea typeface="ＭＳ Ｐゴシック" charset="-128"/>
                        </a:defRPr>
                      </a:lvl8pPr>
                      <a:lvl9pPr marL="1828800" eaLnBrk="0" fontAlgn="base" hangingPunct="0">
                        <a:spcBef>
                          <a:spcPct val="20000"/>
                        </a:spcBef>
                        <a:spcAft>
                          <a:spcPct val="0"/>
                        </a:spcAft>
                        <a:defRPr>
                          <a:solidFill>
                            <a:schemeClr val="tx1"/>
                          </a:solidFill>
                          <a:latin typeface="Calibri" charset="0"/>
                          <a:ea typeface="ＭＳ Ｐゴシック" charset="-128"/>
                        </a:defRPr>
                      </a:lvl9pPr>
                    </a:lstStyle>
                    <a:p>
                      <a:pPr marL="0" marR="0" lvl="0" indent="0" algn="ctr" defTabSz="457200" rtl="0" eaLnBrk="1" fontAlgn="b" latinLnBrk="0" hangingPunct="1">
                        <a:lnSpc>
                          <a:spcPct val="100000"/>
                        </a:lnSpc>
                        <a:spcBef>
                          <a:spcPct val="0"/>
                        </a:spcBef>
                        <a:spcAft>
                          <a:spcPct val="0"/>
                        </a:spcAft>
                        <a:buClrTx/>
                        <a:buSzTx/>
                        <a:buFontTx/>
                        <a:buNone/>
                        <a:tabLst/>
                      </a:pPr>
                      <a:r>
                        <a:rPr kumimoji="0" lang="en-US" altLang="en-US" sz="1400" b="0" i="0" u="none" strike="noStrike" cap="none" normalizeH="0" baseline="0" dirty="0">
                          <a:ln>
                            <a:noFill/>
                          </a:ln>
                          <a:solidFill>
                            <a:schemeClr val="tx1"/>
                          </a:solidFill>
                          <a:effectLst/>
                          <a:latin typeface="Calibri" charset="0"/>
                          <a:ea typeface="ＭＳ Ｐゴシック" charset="-128"/>
                        </a:rPr>
                        <a:t>232</a:t>
                      </a:r>
                      <a:endParaRPr kumimoji="0" lang="en-US" altLang="en-US" sz="1400" b="0" i="0" u="none" strike="noStrike" cap="none" normalizeH="0" baseline="0" dirty="0">
                        <a:ln>
                          <a:noFill/>
                        </a:ln>
                        <a:solidFill>
                          <a:srgbClr val="000000"/>
                        </a:solidFill>
                        <a:effectLst/>
                        <a:latin typeface="Calibri" charset="0"/>
                        <a:ea typeface="ＭＳ Ｐゴシック" charset="-128"/>
                      </a:endParaRPr>
                    </a:p>
                  </a:txBody>
                  <a:tcPr marL="7620" marR="7620" marT="10160" marB="0" anchor="b" horzOverflow="overflow">
                    <a:lnL w="12700" cap="flat" cmpd="sng" algn="ctr">
                      <a:solidFill>
                        <a:schemeClr val="tx1"/>
                      </a:solidFill>
                      <a:prstDash val="solid"/>
                      <a:round/>
                      <a:headEnd type="none" w="med" len="med"/>
                      <a:tailEnd type="none" w="med" len="med"/>
                    </a:lnL>
                    <a:lnR>
                      <a:noFill/>
                    </a:lnR>
                    <a:lnT>
                      <a:noFill/>
                    </a:lnT>
                    <a:lnB>
                      <a:noFill/>
                    </a:lnB>
                    <a:lnTlToBr>
                      <a:noFill/>
                    </a:lnTlToBr>
                    <a:lnBlToTr>
                      <a:noFill/>
                    </a:lnBlToTr>
                    <a:noFill/>
                  </a:tcPr>
                </a:tc>
                <a:extLst>
                  <a:ext uri="{0D108BD9-81ED-4DB2-BD59-A6C34878D82A}">
                    <a16:rowId xmlns:a16="http://schemas.microsoft.com/office/drawing/2014/main" val="10002"/>
                  </a:ext>
                </a:extLst>
              </a:tr>
              <a:tr h="265048">
                <a:tc>
                  <a:txBody>
                    <a:bodyPr/>
                    <a:lstStyle>
                      <a:lvl1pPr eaLnBrk="0" hangingPunct="0">
                        <a:spcBef>
                          <a:spcPct val="20000"/>
                        </a:spcBef>
                        <a:buFont typeface="Arial" charset="0"/>
                        <a:defRPr sz="2800">
                          <a:solidFill>
                            <a:schemeClr val="tx1"/>
                          </a:solidFill>
                          <a:latin typeface="Calibri" charset="0"/>
                          <a:ea typeface="ＭＳ Ｐゴシック" charset="-128"/>
                        </a:defRPr>
                      </a:lvl1pPr>
                      <a:lvl2pPr marL="37931725" indent="-37474525" eaLnBrk="0" hangingPunct="0">
                        <a:spcBef>
                          <a:spcPct val="20000"/>
                        </a:spcBef>
                        <a:buFont typeface="Arial" charset="0"/>
                        <a:defRPr sz="2400">
                          <a:solidFill>
                            <a:schemeClr val="tx1"/>
                          </a:solidFill>
                          <a:latin typeface="Calibri" charset="0"/>
                          <a:ea typeface="ＭＳ Ｐゴシック" charset="-128"/>
                        </a:defRPr>
                      </a:lvl2pPr>
                      <a:lvl3pPr eaLnBrk="0" hangingPunct="0">
                        <a:spcBef>
                          <a:spcPct val="20000"/>
                        </a:spcBef>
                        <a:defRPr sz="2000">
                          <a:solidFill>
                            <a:schemeClr val="tx1"/>
                          </a:solidFill>
                          <a:latin typeface="Calibri" charset="0"/>
                          <a:ea typeface="ＭＳ Ｐゴシック" charset="-128"/>
                        </a:defRPr>
                      </a:lvl3pPr>
                      <a:lvl4pPr eaLnBrk="0" hangingPunct="0">
                        <a:spcBef>
                          <a:spcPct val="20000"/>
                        </a:spcBef>
                        <a:defRPr>
                          <a:solidFill>
                            <a:schemeClr val="tx1"/>
                          </a:solidFill>
                          <a:latin typeface="Calibri" charset="0"/>
                          <a:ea typeface="ＭＳ Ｐゴシック" charset="-128"/>
                        </a:defRPr>
                      </a:lvl4pPr>
                      <a:lvl5pPr eaLnBrk="0" hangingPunct="0">
                        <a:spcBef>
                          <a:spcPct val="20000"/>
                        </a:spcBef>
                        <a:defRPr>
                          <a:solidFill>
                            <a:schemeClr val="tx1"/>
                          </a:solidFill>
                          <a:latin typeface="Calibri" charset="0"/>
                          <a:ea typeface="ＭＳ Ｐゴシック" charset="-128"/>
                        </a:defRPr>
                      </a:lvl5pPr>
                      <a:lvl6pPr marL="457200" eaLnBrk="0" fontAlgn="base" hangingPunct="0">
                        <a:spcBef>
                          <a:spcPct val="20000"/>
                        </a:spcBef>
                        <a:spcAft>
                          <a:spcPct val="0"/>
                        </a:spcAft>
                        <a:defRPr>
                          <a:solidFill>
                            <a:schemeClr val="tx1"/>
                          </a:solidFill>
                          <a:latin typeface="Calibri" charset="0"/>
                          <a:ea typeface="ＭＳ Ｐゴシック" charset="-128"/>
                        </a:defRPr>
                      </a:lvl6pPr>
                      <a:lvl7pPr marL="914400" eaLnBrk="0" fontAlgn="base" hangingPunct="0">
                        <a:spcBef>
                          <a:spcPct val="20000"/>
                        </a:spcBef>
                        <a:spcAft>
                          <a:spcPct val="0"/>
                        </a:spcAft>
                        <a:defRPr>
                          <a:solidFill>
                            <a:schemeClr val="tx1"/>
                          </a:solidFill>
                          <a:latin typeface="Calibri" charset="0"/>
                          <a:ea typeface="ＭＳ Ｐゴシック" charset="-128"/>
                        </a:defRPr>
                      </a:lvl7pPr>
                      <a:lvl8pPr marL="1371600" eaLnBrk="0" fontAlgn="base" hangingPunct="0">
                        <a:spcBef>
                          <a:spcPct val="20000"/>
                        </a:spcBef>
                        <a:spcAft>
                          <a:spcPct val="0"/>
                        </a:spcAft>
                        <a:defRPr>
                          <a:solidFill>
                            <a:schemeClr val="tx1"/>
                          </a:solidFill>
                          <a:latin typeface="Calibri" charset="0"/>
                          <a:ea typeface="ＭＳ Ｐゴシック" charset="-128"/>
                        </a:defRPr>
                      </a:lvl8pPr>
                      <a:lvl9pPr marL="1828800" eaLnBrk="0" fontAlgn="base" hangingPunct="0">
                        <a:spcBef>
                          <a:spcPct val="20000"/>
                        </a:spcBef>
                        <a:spcAft>
                          <a:spcPct val="0"/>
                        </a:spcAft>
                        <a:defRPr>
                          <a:solidFill>
                            <a:schemeClr val="tx1"/>
                          </a:solidFill>
                          <a:latin typeface="Calibri" charset="0"/>
                          <a:ea typeface="ＭＳ Ｐゴシック" charset="-128"/>
                        </a:defRPr>
                      </a:lvl9pPr>
                    </a:lstStyle>
                    <a:p>
                      <a:pPr marL="0" marR="0" lvl="0" indent="0" algn="ctr" defTabSz="457200" rtl="0" eaLnBrk="1" fontAlgn="b" latinLnBrk="0" hangingPunct="1">
                        <a:lnSpc>
                          <a:spcPct val="100000"/>
                        </a:lnSpc>
                        <a:spcBef>
                          <a:spcPct val="0"/>
                        </a:spcBef>
                        <a:spcAft>
                          <a:spcPct val="0"/>
                        </a:spcAft>
                        <a:buClrTx/>
                        <a:buSzTx/>
                        <a:buFontTx/>
                        <a:buNone/>
                        <a:tabLst/>
                      </a:pPr>
                      <a:r>
                        <a:rPr kumimoji="0" lang="en-US" altLang="en-US" sz="1400" b="0" i="0" u="none" strike="noStrike" cap="none" normalizeH="0" baseline="0" dirty="0">
                          <a:ln>
                            <a:noFill/>
                          </a:ln>
                          <a:solidFill>
                            <a:schemeClr val="tx1"/>
                          </a:solidFill>
                          <a:effectLst/>
                          <a:latin typeface="Calibri" charset="0"/>
                          <a:ea typeface="ＭＳ Ｐゴシック" charset="-128"/>
                        </a:rPr>
                        <a:t>1534</a:t>
                      </a:r>
                      <a:endParaRPr kumimoji="0" lang="en-US" altLang="en-US" sz="1400" b="0" i="0" u="none" strike="noStrike" cap="none" normalizeH="0" baseline="0" dirty="0">
                        <a:ln>
                          <a:noFill/>
                        </a:ln>
                        <a:solidFill>
                          <a:srgbClr val="000000"/>
                        </a:solidFill>
                        <a:effectLst/>
                        <a:latin typeface="Calibri" charset="0"/>
                        <a:ea typeface="ＭＳ Ｐゴシック" charset="-128"/>
                      </a:endParaRPr>
                    </a:p>
                  </a:txBody>
                  <a:tcPr marL="7620" marR="7620" marT="10160" marB="0" anchor="b" horzOverflow="overflow">
                    <a:lnL>
                      <a:noFill/>
                    </a:lnL>
                    <a:lnR w="12700" cap="flat" cmpd="sng" algn="ctr">
                      <a:solidFill>
                        <a:schemeClr val="tx1"/>
                      </a:solidFill>
                      <a:prstDash val="solid"/>
                      <a:round/>
                      <a:headEnd type="none" w="med" len="med"/>
                      <a:tailEnd type="none" w="med" len="med"/>
                    </a:lnR>
                    <a:lnT>
                      <a:noFill/>
                    </a:lnT>
                    <a:lnB>
                      <a:noFill/>
                    </a:lnB>
                    <a:lnTlToBr>
                      <a:noFill/>
                    </a:lnTlToBr>
                    <a:lnBlToTr>
                      <a:noFill/>
                    </a:lnBlToTr>
                    <a:noFill/>
                  </a:tcPr>
                </a:tc>
                <a:tc>
                  <a:txBody>
                    <a:bodyPr/>
                    <a:lstStyle/>
                    <a:p>
                      <a:pPr marL="0" marR="0" lvl="0" indent="0" algn="ctr" defTabSz="457200" rtl="0" eaLnBrk="1" fontAlgn="b" latinLnBrk="0" hangingPunct="1">
                        <a:lnSpc>
                          <a:spcPct val="100000"/>
                        </a:lnSpc>
                        <a:spcBef>
                          <a:spcPct val="0"/>
                        </a:spcBef>
                        <a:spcAft>
                          <a:spcPct val="0"/>
                        </a:spcAft>
                        <a:buClrTx/>
                        <a:buSzTx/>
                        <a:buFontTx/>
                        <a:buNone/>
                        <a:tabLst/>
                      </a:pPr>
                      <a:r>
                        <a:rPr kumimoji="0" lang="en-US" altLang="en-US" sz="1400" b="0" i="0" u="none" strike="noStrike" cap="none" normalizeH="0" baseline="0" dirty="0">
                          <a:ln>
                            <a:noFill/>
                          </a:ln>
                          <a:solidFill>
                            <a:srgbClr val="000000"/>
                          </a:solidFill>
                          <a:effectLst/>
                          <a:latin typeface="Calibri" charset="0"/>
                          <a:ea typeface="ＭＳ Ｐゴシック" charset="-128"/>
                        </a:rPr>
                        <a:t>5</a:t>
                      </a:r>
                    </a:p>
                  </a:txBody>
                  <a:tcPr marL="7620" marR="7620" marT="10160" marB="0" anchor="b" horzOverflow="overflow">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a:noFill/>
                    </a:lnT>
                    <a:lnB>
                      <a:noFill/>
                    </a:lnB>
                    <a:lnTlToBr>
                      <a:noFill/>
                    </a:lnTlToBr>
                    <a:lnBlToTr>
                      <a:noFill/>
                    </a:lnBlToTr>
                    <a:noFill/>
                  </a:tcPr>
                </a:tc>
                <a:tc>
                  <a:txBody>
                    <a:bodyPr/>
                    <a:lstStyle>
                      <a:lvl1pPr eaLnBrk="0" hangingPunct="0">
                        <a:spcBef>
                          <a:spcPct val="20000"/>
                        </a:spcBef>
                        <a:buFont typeface="Arial" charset="0"/>
                        <a:defRPr sz="2800">
                          <a:solidFill>
                            <a:schemeClr val="tx1"/>
                          </a:solidFill>
                          <a:latin typeface="Calibri" charset="0"/>
                          <a:ea typeface="ＭＳ Ｐゴシック" charset="-128"/>
                        </a:defRPr>
                      </a:lvl1pPr>
                      <a:lvl2pPr marL="37931725" indent="-37474525" eaLnBrk="0" hangingPunct="0">
                        <a:spcBef>
                          <a:spcPct val="20000"/>
                        </a:spcBef>
                        <a:buFont typeface="Arial" charset="0"/>
                        <a:defRPr sz="2400">
                          <a:solidFill>
                            <a:schemeClr val="tx1"/>
                          </a:solidFill>
                          <a:latin typeface="Calibri" charset="0"/>
                          <a:ea typeface="ＭＳ Ｐゴシック" charset="-128"/>
                        </a:defRPr>
                      </a:lvl2pPr>
                      <a:lvl3pPr eaLnBrk="0" hangingPunct="0">
                        <a:spcBef>
                          <a:spcPct val="20000"/>
                        </a:spcBef>
                        <a:defRPr sz="2000">
                          <a:solidFill>
                            <a:schemeClr val="tx1"/>
                          </a:solidFill>
                          <a:latin typeface="Calibri" charset="0"/>
                          <a:ea typeface="ＭＳ Ｐゴシック" charset="-128"/>
                        </a:defRPr>
                      </a:lvl3pPr>
                      <a:lvl4pPr eaLnBrk="0" hangingPunct="0">
                        <a:spcBef>
                          <a:spcPct val="20000"/>
                        </a:spcBef>
                        <a:defRPr>
                          <a:solidFill>
                            <a:schemeClr val="tx1"/>
                          </a:solidFill>
                          <a:latin typeface="Calibri" charset="0"/>
                          <a:ea typeface="ＭＳ Ｐゴシック" charset="-128"/>
                        </a:defRPr>
                      </a:lvl4pPr>
                      <a:lvl5pPr eaLnBrk="0" hangingPunct="0">
                        <a:spcBef>
                          <a:spcPct val="20000"/>
                        </a:spcBef>
                        <a:defRPr>
                          <a:solidFill>
                            <a:schemeClr val="tx1"/>
                          </a:solidFill>
                          <a:latin typeface="Calibri" charset="0"/>
                          <a:ea typeface="ＭＳ Ｐゴシック" charset="-128"/>
                        </a:defRPr>
                      </a:lvl5pPr>
                      <a:lvl6pPr marL="457200" eaLnBrk="0" fontAlgn="base" hangingPunct="0">
                        <a:spcBef>
                          <a:spcPct val="20000"/>
                        </a:spcBef>
                        <a:spcAft>
                          <a:spcPct val="0"/>
                        </a:spcAft>
                        <a:defRPr>
                          <a:solidFill>
                            <a:schemeClr val="tx1"/>
                          </a:solidFill>
                          <a:latin typeface="Calibri" charset="0"/>
                          <a:ea typeface="ＭＳ Ｐゴシック" charset="-128"/>
                        </a:defRPr>
                      </a:lvl6pPr>
                      <a:lvl7pPr marL="914400" eaLnBrk="0" fontAlgn="base" hangingPunct="0">
                        <a:spcBef>
                          <a:spcPct val="20000"/>
                        </a:spcBef>
                        <a:spcAft>
                          <a:spcPct val="0"/>
                        </a:spcAft>
                        <a:defRPr>
                          <a:solidFill>
                            <a:schemeClr val="tx1"/>
                          </a:solidFill>
                          <a:latin typeface="Calibri" charset="0"/>
                          <a:ea typeface="ＭＳ Ｐゴシック" charset="-128"/>
                        </a:defRPr>
                      </a:lvl7pPr>
                      <a:lvl8pPr marL="1371600" eaLnBrk="0" fontAlgn="base" hangingPunct="0">
                        <a:spcBef>
                          <a:spcPct val="20000"/>
                        </a:spcBef>
                        <a:spcAft>
                          <a:spcPct val="0"/>
                        </a:spcAft>
                        <a:defRPr>
                          <a:solidFill>
                            <a:schemeClr val="tx1"/>
                          </a:solidFill>
                          <a:latin typeface="Calibri" charset="0"/>
                          <a:ea typeface="ＭＳ Ｐゴシック" charset="-128"/>
                        </a:defRPr>
                      </a:lvl8pPr>
                      <a:lvl9pPr marL="1828800" eaLnBrk="0" fontAlgn="base" hangingPunct="0">
                        <a:spcBef>
                          <a:spcPct val="20000"/>
                        </a:spcBef>
                        <a:spcAft>
                          <a:spcPct val="0"/>
                        </a:spcAft>
                        <a:defRPr>
                          <a:solidFill>
                            <a:schemeClr val="tx1"/>
                          </a:solidFill>
                          <a:latin typeface="Calibri" charset="0"/>
                          <a:ea typeface="ＭＳ Ｐゴシック" charset="-128"/>
                        </a:defRPr>
                      </a:lvl9pPr>
                    </a:lstStyle>
                    <a:p>
                      <a:pPr marL="0" marR="0" lvl="0" indent="0" algn="ctr" defTabSz="457200" rtl="0" eaLnBrk="1" fontAlgn="b" latinLnBrk="0" hangingPunct="1">
                        <a:lnSpc>
                          <a:spcPct val="100000"/>
                        </a:lnSpc>
                        <a:spcBef>
                          <a:spcPct val="0"/>
                        </a:spcBef>
                        <a:spcAft>
                          <a:spcPct val="0"/>
                        </a:spcAft>
                        <a:buClrTx/>
                        <a:buSzTx/>
                        <a:buFontTx/>
                        <a:buNone/>
                        <a:tabLst/>
                      </a:pPr>
                      <a:r>
                        <a:rPr kumimoji="0" lang="en-US" altLang="en-US" sz="1400" b="0" i="0" u="none" strike="noStrike" cap="none" normalizeH="0" baseline="0" dirty="0">
                          <a:ln>
                            <a:noFill/>
                          </a:ln>
                          <a:solidFill>
                            <a:schemeClr val="tx1"/>
                          </a:solidFill>
                          <a:effectLst/>
                          <a:latin typeface="Calibri" charset="0"/>
                          <a:ea typeface="ＭＳ Ｐゴシック" charset="-128"/>
                        </a:rPr>
                        <a:t>315</a:t>
                      </a:r>
                      <a:endParaRPr kumimoji="0" lang="en-US" altLang="en-US" sz="1400" b="0" i="0" u="none" strike="noStrike" cap="none" normalizeH="0" baseline="0" dirty="0">
                        <a:ln>
                          <a:noFill/>
                        </a:ln>
                        <a:solidFill>
                          <a:srgbClr val="000000"/>
                        </a:solidFill>
                        <a:effectLst/>
                        <a:latin typeface="Calibri" charset="0"/>
                        <a:ea typeface="ＭＳ Ｐゴシック" charset="-128"/>
                      </a:endParaRPr>
                    </a:p>
                  </a:txBody>
                  <a:tcPr marL="7620" marR="7620" marT="10160" marB="0" anchor="b" horzOverflow="overflow">
                    <a:lnL w="12700" cap="flat" cmpd="sng" algn="ctr">
                      <a:solidFill>
                        <a:schemeClr val="tx1"/>
                      </a:solidFill>
                      <a:prstDash val="solid"/>
                      <a:round/>
                      <a:headEnd type="none" w="med" len="med"/>
                      <a:tailEnd type="none" w="med" len="med"/>
                    </a:lnL>
                    <a:lnR>
                      <a:noFill/>
                    </a:lnR>
                    <a:lnT>
                      <a:noFill/>
                    </a:lnT>
                    <a:lnB>
                      <a:noFill/>
                    </a:lnB>
                    <a:lnTlToBr>
                      <a:noFill/>
                    </a:lnTlToBr>
                    <a:lnBlToTr>
                      <a:noFill/>
                    </a:lnBlToTr>
                    <a:noFill/>
                  </a:tcPr>
                </a:tc>
                <a:extLst>
                  <a:ext uri="{0D108BD9-81ED-4DB2-BD59-A6C34878D82A}">
                    <a16:rowId xmlns:a16="http://schemas.microsoft.com/office/drawing/2014/main" val="10003"/>
                  </a:ext>
                </a:extLst>
              </a:tr>
              <a:tr h="265048">
                <a:tc>
                  <a:txBody>
                    <a:bodyPr/>
                    <a:lstStyle>
                      <a:lvl1pPr eaLnBrk="0" hangingPunct="0">
                        <a:spcBef>
                          <a:spcPct val="20000"/>
                        </a:spcBef>
                        <a:buFont typeface="Arial" charset="0"/>
                        <a:defRPr sz="2800">
                          <a:solidFill>
                            <a:schemeClr val="tx1"/>
                          </a:solidFill>
                          <a:latin typeface="Calibri" charset="0"/>
                          <a:ea typeface="ＭＳ Ｐゴシック" charset="-128"/>
                        </a:defRPr>
                      </a:lvl1pPr>
                      <a:lvl2pPr marL="37931725" indent="-37474525" eaLnBrk="0" hangingPunct="0">
                        <a:spcBef>
                          <a:spcPct val="20000"/>
                        </a:spcBef>
                        <a:buFont typeface="Arial" charset="0"/>
                        <a:defRPr sz="2400">
                          <a:solidFill>
                            <a:schemeClr val="tx1"/>
                          </a:solidFill>
                          <a:latin typeface="Calibri" charset="0"/>
                          <a:ea typeface="ＭＳ Ｐゴシック" charset="-128"/>
                        </a:defRPr>
                      </a:lvl2pPr>
                      <a:lvl3pPr eaLnBrk="0" hangingPunct="0">
                        <a:spcBef>
                          <a:spcPct val="20000"/>
                        </a:spcBef>
                        <a:defRPr sz="2000">
                          <a:solidFill>
                            <a:schemeClr val="tx1"/>
                          </a:solidFill>
                          <a:latin typeface="Calibri" charset="0"/>
                          <a:ea typeface="ＭＳ Ｐゴシック" charset="-128"/>
                        </a:defRPr>
                      </a:lvl3pPr>
                      <a:lvl4pPr eaLnBrk="0" hangingPunct="0">
                        <a:spcBef>
                          <a:spcPct val="20000"/>
                        </a:spcBef>
                        <a:defRPr>
                          <a:solidFill>
                            <a:schemeClr val="tx1"/>
                          </a:solidFill>
                          <a:latin typeface="Calibri" charset="0"/>
                          <a:ea typeface="ＭＳ Ｐゴシック" charset="-128"/>
                        </a:defRPr>
                      </a:lvl4pPr>
                      <a:lvl5pPr eaLnBrk="0" hangingPunct="0">
                        <a:spcBef>
                          <a:spcPct val="20000"/>
                        </a:spcBef>
                        <a:defRPr>
                          <a:solidFill>
                            <a:schemeClr val="tx1"/>
                          </a:solidFill>
                          <a:latin typeface="Calibri" charset="0"/>
                          <a:ea typeface="ＭＳ Ｐゴシック" charset="-128"/>
                        </a:defRPr>
                      </a:lvl5pPr>
                      <a:lvl6pPr marL="457200" eaLnBrk="0" fontAlgn="base" hangingPunct="0">
                        <a:spcBef>
                          <a:spcPct val="20000"/>
                        </a:spcBef>
                        <a:spcAft>
                          <a:spcPct val="0"/>
                        </a:spcAft>
                        <a:defRPr>
                          <a:solidFill>
                            <a:schemeClr val="tx1"/>
                          </a:solidFill>
                          <a:latin typeface="Calibri" charset="0"/>
                          <a:ea typeface="ＭＳ Ｐゴシック" charset="-128"/>
                        </a:defRPr>
                      </a:lvl6pPr>
                      <a:lvl7pPr marL="914400" eaLnBrk="0" fontAlgn="base" hangingPunct="0">
                        <a:spcBef>
                          <a:spcPct val="20000"/>
                        </a:spcBef>
                        <a:spcAft>
                          <a:spcPct val="0"/>
                        </a:spcAft>
                        <a:defRPr>
                          <a:solidFill>
                            <a:schemeClr val="tx1"/>
                          </a:solidFill>
                          <a:latin typeface="Calibri" charset="0"/>
                          <a:ea typeface="ＭＳ Ｐゴシック" charset="-128"/>
                        </a:defRPr>
                      </a:lvl7pPr>
                      <a:lvl8pPr marL="1371600" eaLnBrk="0" fontAlgn="base" hangingPunct="0">
                        <a:spcBef>
                          <a:spcPct val="20000"/>
                        </a:spcBef>
                        <a:spcAft>
                          <a:spcPct val="0"/>
                        </a:spcAft>
                        <a:defRPr>
                          <a:solidFill>
                            <a:schemeClr val="tx1"/>
                          </a:solidFill>
                          <a:latin typeface="Calibri" charset="0"/>
                          <a:ea typeface="ＭＳ Ｐゴシック" charset="-128"/>
                        </a:defRPr>
                      </a:lvl8pPr>
                      <a:lvl9pPr marL="1828800" eaLnBrk="0" fontAlgn="base" hangingPunct="0">
                        <a:spcBef>
                          <a:spcPct val="20000"/>
                        </a:spcBef>
                        <a:spcAft>
                          <a:spcPct val="0"/>
                        </a:spcAft>
                        <a:defRPr>
                          <a:solidFill>
                            <a:schemeClr val="tx1"/>
                          </a:solidFill>
                          <a:latin typeface="Calibri" charset="0"/>
                          <a:ea typeface="ＭＳ Ｐゴシック" charset="-128"/>
                        </a:defRPr>
                      </a:lvl9pPr>
                    </a:lstStyle>
                    <a:p>
                      <a:pPr marL="0" marR="0" lvl="0" indent="0" algn="ctr" defTabSz="457200" rtl="0" eaLnBrk="1" fontAlgn="b" latinLnBrk="0" hangingPunct="1">
                        <a:lnSpc>
                          <a:spcPct val="100000"/>
                        </a:lnSpc>
                        <a:spcBef>
                          <a:spcPct val="0"/>
                        </a:spcBef>
                        <a:spcAft>
                          <a:spcPct val="0"/>
                        </a:spcAft>
                        <a:buClrTx/>
                        <a:buSzTx/>
                        <a:buFontTx/>
                        <a:buNone/>
                        <a:tabLst/>
                      </a:pPr>
                      <a:r>
                        <a:rPr kumimoji="0" lang="en-US" altLang="en-US" sz="1400" b="0" i="0" u="none" strike="noStrike" cap="none" normalizeH="0" baseline="0">
                          <a:ln>
                            <a:noFill/>
                          </a:ln>
                          <a:solidFill>
                            <a:schemeClr val="tx1"/>
                          </a:solidFill>
                          <a:effectLst/>
                          <a:latin typeface="Calibri" charset="0"/>
                          <a:ea typeface="ＭＳ Ｐゴシック" charset="-128"/>
                        </a:rPr>
                        <a:t>852</a:t>
                      </a:r>
                      <a:endParaRPr kumimoji="0" lang="en-US" altLang="en-US" sz="1400" b="0" i="0" u="none" strike="noStrike" cap="none" normalizeH="0" baseline="0">
                        <a:ln>
                          <a:noFill/>
                        </a:ln>
                        <a:solidFill>
                          <a:srgbClr val="000000"/>
                        </a:solidFill>
                        <a:effectLst/>
                        <a:latin typeface="Calibri" charset="0"/>
                        <a:ea typeface="ＭＳ Ｐゴシック" charset="-128"/>
                      </a:endParaRPr>
                    </a:p>
                  </a:txBody>
                  <a:tcPr marL="7620" marR="7620" marT="10160" marB="0" anchor="b" horzOverflow="overflow">
                    <a:lnL>
                      <a:noFill/>
                    </a:lnL>
                    <a:lnR w="12700" cap="flat" cmpd="sng" algn="ctr">
                      <a:solidFill>
                        <a:schemeClr val="tx1"/>
                      </a:solidFill>
                      <a:prstDash val="solid"/>
                      <a:round/>
                      <a:headEnd type="none" w="med" len="med"/>
                      <a:tailEnd type="none" w="med" len="med"/>
                    </a:lnR>
                    <a:lnT>
                      <a:noFill/>
                    </a:lnT>
                    <a:lnB>
                      <a:noFill/>
                    </a:lnB>
                    <a:lnTlToBr>
                      <a:noFill/>
                    </a:lnTlToBr>
                    <a:lnBlToTr>
                      <a:noFill/>
                    </a:lnBlToTr>
                    <a:noFill/>
                  </a:tcPr>
                </a:tc>
                <a:tc>
                  <a:txBody>
                    <a:bodyPr/>
                    <a:lstStyle/>
                    <a:p>
                      <a:pPr marL="0" marR="0" lvl="0" indent="0" algn="ctr" defTabSz="457200" rtl="0" eaLnBrk="1" fontAlgn="b" latinLnBrk="0" hangingPunct="1">
                        <a:lnSpc>
                          <a:spcPct val="100000"/>
                        </a:lnSpc>
                        <a:spcBef>
                          <a:spcPct val="0"/>
                        </a:spcBef>
                        <a:spcAft>
                          <a:spcPct val="0"/>
                        </a:spcAft>
                        <a:buClrTx/>
                        <a:buSzTx/>
                        <a:buFontTx/>
                        <a:buNone/>
                        <a:tabLst/>
                      </a:pPr>
                      <a:r>
                        <a:rPr kumimoji="0" lang="en-US" altLang="en-US" sz="1400" b="0" i="0" u="none" strike="noStrike" cap="none" normalizeH="0" baseline="0" dirty="0">
                          <a:ln>
                            <a:noFill/>
                          </a:ln>
                          <a:solidFill>
                            <a:srgbClr val="000000"/>
                          </a:solidFill>
                          <a:effectLst/>
                          <a:latin typeface="Calibri" charset="0"/>
                          <a:ea typeface="ＭＳ Ｐゴシック" charset="-128"/>
                        </a:rPr>
                        <a:t>3</a:t>
                      </a:r>
                    </a:p>
                  </a:txBody>
                  <a:tcPr marL="7620" marR="7620" marT="10160" marB="0" anchor="b" horzOverflow="overflow">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a:noFill/>
                    </a:lnT>
                    <a:lnB>
                      <a:noFill/>
                    </a:lnB>
                    <a:lnTlToBr>
                      <a:noFill/>
                    </a:lnTlToBr>
                    <a:lnBlToTr>
                      <a:noFill/>
                    </a:lnBlToTr>
                    <a:noFill/>
                  </a:tcPr>
                </a:tc>
                <a:tc>
                  <a:txBody>
                    <a:bodyPr/>
                    <a:lstStyle>
                      <a:lvl1pPr eaLnBrk="0" hangingPunct="0">
                        <a:spcBef>
                          <a:spcPct val="20000"/>
                        </a:spcBef>
                        <a:buFont typeface="Arial" charset="0"/>
                        <a:defRPr sz="2800">
                          <a:solidFill>
                            <a:schemeClr val="tx1"/>
                          </a:solidFill>
                          <a:latin typeface="Calibri" charset="0"/>
                          <a:ea typeface="ＭＳ Ｐゴシック" charset="-128"/>
                        </a:defRPr>
                      </a:lvl1pPr>
                      <a:lvl2pPr marL="37931725" indent="-37474525" eaLnBrk="0" hangingPunct="0">
                        <a:spcBef>
                          <a:spcPct val="20000"/>
                        </a:spcBef>
                        <a:buFont typeface="Arial" charset="0"/>
                        <a:defRPr sz="2400">
                          <a:solidFill>
                            <a:schemeClr val="tx1"/>
                          </a:solidFill>
                          <a:latin typeface="Calibri" charset="0"/>
                          <a:ea typeface="ＭＳ Ｐゴシック" charset="-128"/>
                        </a:defRPr>
                      </a:lvl2pPr>
                      <a:lvl3pPr eaLnBrk="0" hangingPunct="0">
                        <a:spcBef>
                          <a:spcPct val="20000"/>
                        </a:spcBef>
                        <a:defRPr sz="2000">
                          <a:solidFill>
                            <a:schemeClr val="tx1"/>
                          </a:solidFill>
                          <a:latin typeface="Calibri" charset="0"/>
                          <a:ea typeface="ＭＳ Ｐゴシック" charset="-128"/>
                        </a:defRPr>
                      </a:lvl3pPr>
                      <a:lvl4pPr eaLnBrk="0" hangingPunct="0">
                        <a:spcBef>
                          <a:spcPct val="20000"/>
                        </a:spcBef>
                        <a:defRPr>
                          <a:solidFill>
                            <a:schemeClr val="tx1"/>
                          </a:solidFill>
                          <a:latin typeface="Calibri" charset="0"/>
                          <a:ea typeface="ＭＳ Ｐゴシック" charset="-128"/>
                        </a:defRPr>
                      </a:lvl4pPr>
                      <a:lvl5pPr eaLnBrk="0" hangingPunct="0">
                        <a:spcBef>
                          <a:spcPct val="20000"/>
                        </a:spcBef>
                        <a:defRPr>
                          <a:solidFill>
                            <a:schemeClr val="tx1"/>
                          </a:solidFill>
                          <a:latin typeface="Calibri" charset="0"/>
                          <a:ea typeface="ＭＳ Ｐゴシック" charset="-128"/>
                        </a:defRPr>
                      </a:lvl5pPr>
                      <a:lvl6pPr marL="457200" eaLnBrk="0" fontAlgn="base" hangingPunct="0">
                        <a:spcBef>
                          <a:spcPct val="20000"/>
                        </a:spcBef>
                        <a:spcAft>
                          <a:spcPct val="0"/>
                        </a:spcAft>
                        <a:defRPr>
                          <a:solidFill>
                            <a:schemeClr val="tx1"/>
                          </a:solidFill>
                          <a:latin typeface="Calibri" charset="0"/>
                          <a:ea typeface="ＭＳ Ｐゴシック" charset="-128"/>
                        </a:defRPr>
                      </a:lvl6pPr>
                      <a:lvl7pPr marL="914400" eaLnBrk="0" fontAlgn="base" hangingPunct="0">
                        <a:spcBef>
                          <a:spcPct val="20000"/>
                        </a:spcBef>
                        <a:spcAft>
                          <a:spcPct val="0"/>
                        </a:spcAft>
                        <a:defRPr>
                          <a:solidFill>
                            <a:schemeClr val="tx1"/>
                          </a:solidFill>
                          <a:latin typeface="Calibri" charset="0"/>
                          <a:ea typeface="ＭＳ Ｐゴシック" charset="-128"/>
                        </a:defRPr>
                      </a:lvl7pPr>
                      <a:lvl8pPr marL="1371600" eaLnBrk="0" fontAlgn="base" hangingPunct="0">
                        <a:spcBef>
                          <a:spcPct val="20000"/>
                        </a:spcBef>
                        <a:spcAft>
                          <a:spcPct val="0"/>
                        </a:spcAft>
                        <a:defRPr>
                          <a:solidFill>
                            <a:schemeClr val="tx1"/>
                          </a:solidFill>
                          <a:latin typeface="Calibri" charset="0"/>
                          <a:ea typeface="ＭＳ Ｐゴシック" charset="-128"/>
                        </a:defRPr>
                      </a:lvl8pPr>
                      <a:lvl9pPr marL="1828800" eaLnBrk="0" fontAlgn="base" hangingPunct="0">
                        <a:spcBef>
                          <a:spcPct val="20000"/>
                        </a:spcBef>
                        <a:spcAft>
                          <a:spcPct val="0"/>
                        </a:spcAft>
                        <a:defRPr>
                          <a:solidFill>
                            <a:schemeClr val="tx1"/>
                          </a:solidFill>
                          <a:latin typeface="Calibri" charset="0"/>
                          <a:ea typeface="ＭＳ Ｐゴシック" charset="-128"/>
                        </a:defRPr>
                      </a:lvl9pPr>
                    </a:lstStyle>
                    <a:p>
                      <a:pPr marL="0" marR="0" lvl="0" indent="0" algn="ctr" defTabSz="457200" rtl="0" eaLnBrk="1" fontAlgn="b" latinLnBrk="0" hangingPunct="1">
                        <a:lnSpc>
                          <a:spcPct val="100000"/>
                        </a:lnSpc>
                        <a:spcBef>
                          <a:spcPct val="0"/>
                        </a:spcBef>
                        <a:spcAft>
                          <a:spcPct val="0"/>
                        </a:spcAft>
                        <a:buClrTx/>
                        <a:buSzTx/>
                        <a:buFontTx/>
                        <a:buNone/>
                        <a:tabLst/>
                      </a:pPr>
                      <a:r>
                        <a:rPr kumimoji="0" lang="en-US" altLang="en-US" sz="1400" b="0" i="0" u="none" strike="noStrike" cap="none" normalizeH="0" baseline="0" dirty="0">
                          <a:ln>
                            <a:noFill/>
                          </a:ln>
                          <a:solidFill>
                            <a:schemeClr val="tx1"/>
                          </a:solidFill>
                          <a:effectLst/>
                          <a:latin typeface="Calibri" charset="0"/>
                          <a:ea typeface="ＭＳ Ｐゴシック" charset="-128"/>
                        </a:rPr>
                        <a:t>178</a:t>
                      </a:r>
                      <a:endParaRPr kumimoji="0" lang="en-US" altLang="en-US" sz="1400" b="0" i="0" u="none" strike="noStrike" cap="none" normalizeH="0" baseline="0" dirty="0">
                        <a:ln>
                          <a:noFill/>
                        </a:ln>
                        <a:solidFill>
                          <a:srgbClr val="000000"/>
                        </a:solidFill>
                        <a:effectLst/>
                        <a:latin typeface="Calibri" charset="0"/>
                        <a:ea typeface="ＭＳ Ｐゴシック" charset="-128"/>
                      </a:endParaRPr>
                    </a:p>
                  </a:txBody>
                  <a:tcPr marL="7620" marR="7620" marT="10160" marB="0" anchor="b" horzOverflow="overflow">
                    <a:lnL w="12700" cap="flat" cmpd="sng" algn="ctr">
                      <a:solidFill>
                        <a:schemeClr val="tx1"/>
                      </a:solidFill>
                      <a:prstDash val="solid"/>
                      <a:round/>
                      <a:headEnd type="none" w="med" len="med"/>
                      <a:tailEnd type="none" w="med" len="med"/>
                    </a:lnL>
                    <a:lnR>
                      <a:noFill/>
                    </a:lnR>
                    <a:lnT>
                      <a:noFill/>
                    </a:lnT>
                    <a:lnB>
                      <a:noFill/>
                    </a:lnB>
                    <a:lnTlToBr>
                      <a:noFill/>
                    </a:lnTlToBr>
                    <a:lnBlToTr>
                      <a:noFill/>
                    </a:lnBlToTr>
                    <a:noFill/>
                  </a:tcPr>
                </a:tc>
                <a:extLst>
                  <a:ext uri="{0D108BD9-81ED-4DB2-BD59-A6C34878D82A}">
                    <a16:rowId xmlns:a16="http://schemas.microsoft.com/office/drawing/2014/main" val="10004"/>
                  </a:ext>
                </a:extLst>
              </a:tr>
              <a:tr h="549223">
                <a:tc>
                  <a:txBody>
                    <a:bodyPr/>
                    <a:lstStyle>
                      <a:lvl1pPr eaLnBrk="0" hangingPunct="0">
                        <a:spcBef>
                          <a:spcPct val="20000"/>
                        </a:spcBef>
                        <a:buFont typeface="Arial" charset="0"/>
                        <a:defRPr sz="2800">
                          <a:solidFill>
                            <a:schemeClr val="tx1"/>
                          </a:solidFill>
                          <a:latin typeface="Calibri" charset="0"/>
                          <a:ea typeface="ＭＳ Ｐゴシック" charset="-128"/>
                        </a:defRPr>
                      </a:lvl1pPr>
                      <a:lvl2pPr marL="37931725" indent="-37474525" eaLnBrk="0" hangingPunct="0">
                        <a:spcBef>
                          <a:spcPct val="20000"/>
                        </a:spcBef>
                        <a:buFont typeface="Arial" charset="0"/>
                        <a:defRPr sz="2400">
                          <a:solidFill>
                            <a:schemeClr val="tx1"/>
                          </a:solidFill>
                          <a:latin typeface="Calibri" charset="0"/>
                          <a:ea typeface="ＭＳ Ｐゴシック" charset="-128"/>
                        </a:defRPr>
                      </a:lvl2pPr>
                      <a:lvl3pPr eaLnBrk="0" hangingPunct="0">
                        <a:spcBef>
                          <a:spcPct val="20000"/>
                        </a:spcBef>
                        <a:defRPr sz="2000">
                          <a:solidFill>
                            <a:schemeClr val="tx1"/>
                          </a:solidFill>
                          <a:latin typeface="Calibri" charset="0"/>
                          <a:ea typeface="ＭＳ Ｐゴシック" charset="-128"/>
                        </a:defRPr>
                      </a:lvl3pPr>
                      <a:lvl4pPr eaLnBrk="0" hangingPunct="0">
                        <a:spcBef>
                          <a:spcPct val="20000"/>
                        </a:spcBef>
                        <a:defRPr>
                          <a:solidFill>
                            <a:schemeClr val="tx1"/>
                          </a:solidFill>
                          <a:latin typeface="Calibri" charset="0"/>
                          <a:ea typeface="ＭＳ Ｐゴシック" charset="-128"/>
                        </a:defRPr>
                      </a:lvl4pPr>
                      <a:lvl5pPr eaLnBrk="0" hangingPunct="0">
                        <a:spcBef>
                          <a:spcPct val="20000"/>
                        </a:spcBef>
                        <a:defRPr>
                          <a:solidFill>
                            <a:schemeClr val="tx1"/>
                          </a:solidFill>
                          <a:latin typeface="Calibri" charset="0"/>
                          <a:ea typeface="ＭＳ Ｐゴシック" charset="-128"/>
                        </a:defRPr>
                      </a:lvl5pPr>
                      <a:lvl6pPr marL="457200" eaLnBrk="0" fontAlgn="base" hangingPunct="0">
                        <a:spcBef>
                          <a:spcPct val="20000"/>
                        </a:spcBef>
                        <a:spcAft>
                          <a:spcPct val="0"/>
                        </a:spcAft>
                        <a:defRPr>
                          <a:solidFill>
                            <a:schemeClr val="tx1"/>
                          </a:solidFill>
                          <a:latin typeface="Calibri" charset="0"/>
                          <a:ea typeface="ＭＳ Ｐゴシック" charset="-128"/>
                        </a:defRPr>
                      </a:lvl6pPr>
                      <a:lvl7pPr marL="914400" eaLnBrk="0" fontAlgn="base" hangingPunct="0">
                        <a:spcBef>
                          <a:spcPct val="20000"/>
                        </a:spcBef>
                        <a:spcAft>
                          <a:spcPct val="0"/>
                        </a:spcAft>
                        <a:defRPr>
                          <a:solidFill>
                            <a:schemeClr val="tx1"/>
                          </a:solidFill>
                          <a:latin typeface="Calibri" charset="0"/>
                          <a:ea typeface="ＭＳ Ｐゴシック" charset="-128"/>
                        </a:defRPr>
                      </a:lvl7pPr>
                      <a:lvl8pPr marL="1371600" eaLnBrk="0" fontAlgn="base" hangingPunct="0">
                        <a:spcBef>
                          <a:spcPct val="20000"/>
                        </a:spcBef>
                        <a:spcAft>
                          <a:spcPct val="0"/>
                        </a:spcAft>
                        <a:defRPr>
                          <a:solidFill>
                            <a:schemeClr val="tx1"/>
                          </a:solidFill>
                          <a:latin typeface="Calibri" charset="0"/>
                          <a:ea typeface="ＭＳ Ｐゴシック" charset="-128"/>
                        </a:defRPr>
                      </a:lvl8pPr>
                      <a:lvl9pPr marL="1828800" eaLnBrk="0" fontAlgn="base" hangingPunct="0">
                        <a:spcBef>
                          <a:spcPct val="20000"/>
                        </a:spcBef>
                        <a:spcAft>
                          <a:spcPct val="0"/>
                        </a:spcAft>
                        <a:defRPr>
                          <a:solidFill>
                            <a:schemeClr val="tx1"/>
                          </a:solidFill>
                          <a:latin typeface="Calibri" charset="0"/>
                          <a:ea typeface="ＭＳ Ｐゴシック" charset="-128"/>
                        </a:defRPr>
                      </a:lvl9pPr>
                    </a:lstStyle>
                    <a:p>
                      <a:pPr marL="0" marR="0" lvl="0" indent="0" algn="ctr" defTabSz="457200" rtl="0" eaLnBrk="1" fontAlgn="b" latinLnBrk="0" hangingPunct="1">
                        <a:lnSpc>
                          <a:spcPct val="100000"/>
                        </a:lnSpc>
                        <a:spcBef>
                          <a:spcPct val="0"/>
                        </a:spcBef>
                        <a:spcAft>
                          <a:spcPct val="0"/>
                        </a:spcAft>
                        <a:buClrTx/>
                        <a:buSzTx/>
                        <a:buFontTx/>
                        <a:buNone/>
                        <a:tabLst/>
                      </a:pPr>
                      <a:r>
                        <a:rPr kumimoji="0" lang="en-US" altLang="en-US" sz="1400" b="0" i="0" u="none" strike="noStrike" cap="none" normalizeH="0" baseline="0" dirty="0">
                          <a:ln>
                            <a:noFill/>
                          </a:ln>
                          <a:solidFill>
                            <a:schemeClr val="tx1"/>
                          </a:solidFill>
                          <a:effectLst/>
                          <a:latin typeface="Calibri" charset="0"/>
                          <a:ea typeface="ＭＳ Ｐゴシック" charset="-128"/>
                        </a:rPr>
                        <a:t>…</a:t>
                      </a:r>
                      <a:endParaRPr kumimoji="0" lang="en-US" altLang="en-US" sz="1400" b="0" i="0" u="none" strike="noStrike" cap="none" normalizeH="0" baseline="0" dirty="0">
                        <a:ln>
                          <a:noFill/>
                        </a:ln>
                        <a:solidFill>
                          <a:srgbClr val="000000"/>
                        </a:solidFill>
                        <a:effectLst/>
                        <a:latin typeface="Calibri" charset="0"/>
                        <a:ea typeface="ＭＳ Ｐゴシック" charset="-128"/>
                      </a:endParaRPr>
                    </a:p>
                  </a:txBody>
                  <a:tcPr marL="7620" marR="7620" marT="10160" marB="0" anchor="b" horzOverflow="overflow">
                    <a:lnL>
                      <a:noFill/>
                    </a:lnL>
                    <a:lnR w="12700" cap="flat" cmpd="sng" algn="ctr">
                      <a:solidFill>
                        <a:schemeClr val="tx1"/>
                      </a:solidFill>
                      <a:prstDash val="solid"/>
                      <a:round/>
                      <a:headEnd type="none" w="med" len="med"/>
                      <a:tailEnd type="none" w="med" len="med"/>
                    </a:lnR>
                    <a:lnT>
                      <a:noFill/>
                    </a:lnT>
                    <a:lnB>
                      <a:noFill/>
                    </a:lnB>
                    <a:lnTlToBr>
                      <a:noFill/>
                    </a:lnTlToBr>
                    <a:lnBlToTr>
                      <a:noFill/>
                    </a:lnBlToTr>
                    <a:noFill/>
                  </a:tcPr>
                </a:tc>
                <a:tc>
                  <a:txBody>
                    <a:bodyPr/>
                    <a:lstStyle/>
                    <a:p>
                      <a:pPr marL="0" marR="0" lvl="0" indent="0" algn="ctr" defTabSz="457200" rtl="0" eaLnBrk="1" fontAlgn="b" latinLnBrk="0" hangingPunct="1">
                        <a:lnSpc>
                          <a:spcPct val="100000"/>
                        </a:lnSpc>
                        <a:spcBef>
                          <a:spcPct val="0"/>
                        </a:spcBef>
                        <a:spcAft>
                          <a:spcPct val="0"/>
                        </a:spcAft>
                        <a:buClrTx/>
                        <a:buSzTx/>
                        <a:buFontTx/>
                        <a:buNone/>
                        <a:tabLst/>
                      </a:pPr>
                      <a:endParaRPr kumimoji="0" lang="en-US" altLang="en-US" sz="1400" b="0" i="0" u="none" strike="noStrike" cap="none" normalizeH="0" baseline="0" dirty="0">
                        <a:ln>
                          <a:noFill/>
                        </a:ln>
                        <a:solidFill>
                          <a:srgbClr val="000000"/>
                        </a:solidFill>
                        <a:effectLst/>
                        <a:latin typeface="Calibri" charset="0"/>
                        <a:ea typeface="ＭＳ Ｐゴシック" charset="-128"/>
                      </a:endParaRPr>
                    </a:p>
                  </a:txBody>
                  <a:tcPr marL="7620" marR="7620" marT="10160" marB="0" anchor="b" horzOverflow="overflow">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a:noFill/>
                    </a:lnT>
                    <a:lnB>
                      <a:noFill/>
                    </a:lnB>
                    <a:lnTlToBr>
                      <a:noFill/>
                    </a:lnTlToBr>
                    <a:lnBlToTr>
                      <a:noFill/>
                    </a:lnBlToTr>
                    <a:noFill/>
                  </a:tcPr>
                </a:tc>
                <a:tc>
                  <a:txBody>
                    <a:bodyPr/>
                    <a:lstStyle>
                      <a:lvl1pPr eaLnBrk="0" hangingPunct="0">
                        <a:spcBef>
                          <a:spcPct val="20000"/>
                        </a:spcBef>
                        <a:buFont typeface="Arial" charset="0"/>
                        <a:defRPr sz="2800">
                          <a:solidFill>
                            <a:schemeClr val="tx1"/>
                          </a:solidFill>
                          <a:latin typeface="Calibri" charset="0"/>
                          <a:ea typeface="ＭＳ Ｐゴシック" charset="-128"/>
                        </a:defRPr>
                      </a:lvl1pPr>
                      <a:lvl2pPr marL="37931725" indent="-37474525" eaLnBrk="0" hangingPunct="0">
                        <a:spcBef>
                          <a:spcPct val="20000"/>
                        </a:spcBef>
                        <a:buFont typeface="Arial" charset="0"/>
                        <a:defRPr sz="2400">
                          <a:solidFill>
                            <a:schemeClr val="tx1"/>
                          </a:solidFill>
                          <a:latin typeface="Calibri" charset="0"/>
                          <a:ea typeface="ＭＳ Ｐゴシック" charset="-128"/>
                        </a:defRPr>
                      </a:lvl2pPr>
                      <a:lvl3pPr eaLnBrk="0" hangingPunct="0">
                        <a:spcBef>
                          <a:spcPct val="20000"/>
                        </a:spcBef>
                        <a:defRPr sz="2000">
                          <a:solidFill>
                            <a:schemeClr val="tx1"/>
                          </a:solidFill>
                          <a:latin typeface="Calibri" charset="0"/>
                          <a:ea typeface="ＭＳ Ｐゴシック" charset="-128"/>
                        </a:defRPr>
                      </a:lvl3pPr>
                      <a:lvl4pPr eaLnBrk="0" hangingPunct="0">
                        <a:spcBef>
                          <a:spcPct val="20000"/>
                        </a:spcBef>
                        <a:defRPr>
                          <a:solidFill>
                            <a:schemeClr val="tx1"/>
                          </a:solidFill>
                          <a:latin typeface="Calibri" charset="0"/>
                          <a:ea typeface="ＭＳ Ｐゴシック" charset="-128"/>
                        </a:defRPr>
                      </a:lvl4pPr>
                      <a:lvl5pPr eaLnBrk="0" hangingPunct="0">
                        <a:spcBef>
                          <a:spcPct val="20000"/>
                        </a:spcBef>
                        <a:defRPr>
                          <a:solidFill>
                            <a:schemeClr val="tx1"/>
                          </a:solidFill>
                          <a:latin typeface="Calibri" charset="0"/>
                          <a:ea typeface="ＭＳ Ｐゴシック" charset="-128"/>
                        </a:defRPr>
                      </a:lvl5pPr>
                      <a:lvl6pPr marL="457200" eaLnBrk="0" fontAlgn="base" hangingPunct="0">
                        <a:spcBef>
                          <a:spcPct val="20000"/>
                        </a:spcBef>
                        <a:spcAft>
                          <a:spcPct val="0"/>
                        </a:spcAft>
                        <a:defRPr>
                          <a:solidFill>
                            <a:schemeClr val="tx1"/>
                          </a:solidFill>
                          <a:latin typeface="Calibri" charset="0"/>
                          <a:ea typeface="ＭＳ Ｐゴシック" charset="-128"/>
                        </a:defRPr>
                      </a:lvl6pPr>
                      <a:lvl7pPr marL="914400" eaLnBrk="0" fontAlgn="base" hangingPunct="0">
                        <a:spcBef>
                          <a:spcPct val="20000"/>
                        </a:spcBef>
                        <a:spcAft>
                          <a:spcPct val="0"/>
                        </a:spcAft>
                        <a:defRPr>
                          <a:solidFill>
                            <a:schemeClr val="tx1"/>
                          </a:solidFill>
                          <a:latin typeface="Calibri" charset="0"/>
                          <a:ea typeface="ＭＳ Ｐゴシック" charset="-128"/>
                        </a:defRPr>
                      </a:lvl7pPr>
                      <a:lvl8pPr marL="1371600" eaLnBrk="0" fontAlgn="base" hangingPunct="0">
                        <a:spcBef>
                          <a:spcPct val="20000"/>
                        </a:spcBef>
                        <a:spcAft>
                          <a:spcPct val="0"/>
                        </a:spcAft>
                        <a:defRPr>
                          <a:solidFill>
                            <a:schemeClr val="tx1"/>
                          </a:solidFill>
                          <a:latin typeface="Calibri" charset="0"/>
                          <a:ea typeface="ＭＳ Ｐゴシック" charset="-128"/>
                        </a:defRPr>
                      </a:lvl8pPr>
                      <a:lvl9pPr marL="1828800" eaLnBrk="0" fontAlgn="base" hangingPunct="0">
                        <a:spcBef>
                          <a:spcPct val="20000"/>
                        </a:spcBef>
                        <a:spcAft>
                          <a:spcPct val="0"/>
                        </a:spcAft>
                        <a:defRPr>
                          <a:solidFill>
                            <a:schemeClr val="tx1"/>
                          </a:solidFill>
                          <a:latin typeface="Calibri" charset="0"/>
                          <a:ea typeface="ＭＳ Ｐゴシック" charset="-128"/>
                        </a:defRPr>
                      </a:lvl9pPr>
                    </a:lstStyle>
                    <a:p>
                      <a:pPr marL="0" marR="0" lvl="0" indent="0" algn="ctr" defTabSz="457200" rtl="0" eaLnBrk="1" fontAlgn="b" latinLnBrk="0" hangingPunct="1">
                        <a:lnSpc>
                          <a:spcPct val="100000"/>
                        </a:lnSpc>
                        <a:spcBef>
                          <a:spcPct val="0"/>
                        </a:spcBef>
                        <a:spcAft>
                          <a:spcPct val="0"/>
                        </a:spcAft>
                        <a:buClrTx/>
                        <a:buSzTx/>
                        <a:buFontTx/>
                        <a:buNone/>
                        <a:tabLst/>
                      </a:pPr>
                      <a:r>
                        <a:rPr kumimoji="0" lang="en-US" altLang="en-US" sz="1400" b="0" i="0" u="none" strike="noStrike" cap="none" normalizeH="0" baseline="0" dirty="0">
                          <a:ln>
                            <a:noFill/>
                          </a:ln>
                          <a:solidFill>
                            <a:schemeClr val="tx1"/>
                          </a:solidFill>
                          <a:effectLst/>
                          <a:latin typeface="Calibri" charset="0"/>
                          <a:ea typeface="ＭＳ Ｐゴシック" charset="-128"/>
                        </a:rPr>
                        <a:t>…</a:t>
                      </a:r>
                      <a:endParaRPr kumimoji="0" lang="en-US" altLang="en-US" sz="1400" b="0" i="0" u="none" strike="noStrike" cap="none" normalizeH="0" baseline="0" dirty="0">
                        <a:ln>
                          <a:noFill/>
                        </a:ln>
                        <a:solidFill>
                          <a:srgbClr val="000000"/>
                        </a:solidFill>
                        <a:effectLst/>
                        <a:latin typeface="Calibri" charset="0"/>
                        <a:ea typeface="ＭＳ Ｐゴシック" charset="-128"/>
                      </a:endParaRPr>
                    </a:p>
                  </a:txBody>
                  <a:tcPr marL="7620" marR="7620" marT="10160" marB="0" anchor="b" horzOverflow="overflow">
                    <a:lnL w="12700" cap="flat" cmpd="sng" algn="ctr">
                      <a:solidFill>
                        <a:schemeClr val="tx1"/>
                      </a:solidFill>
                      <a:prstDash val="solid"/>
                      <a:round/>
                      <a:headEnd type="none" w="med" len="med"/>
                      <a:tailEnd type="none" w="med" len="med"/>
                    </a:lnL>
                    <a:lnR>
                      <a:noFill/>
                    </a:lnR>
                    <a:lnT>
                      <a:noFill/>
                    </a:lnT>
                    <a:lnB>
                      <a:noFill/>
                    </a:lnB>
                    <a:lnTlToBr>
                      <a:noFill/>
                    </a:lnTlToBr>
                    <a:lnBlToTr>
                      <a:noFill/>
                    </a:lnBlToTr>
                    <a:noFill/>
                  </a:tcPr>
                </a:tc>
                <a:extLst>
                  <a:ext uri="{0D108BD9-81ED-4DB2-BD59-A6C34878D82A}">
                    <a16:rowId xmlns:a16="http://schemas.microsoft.com/office/drawing/2014/main" val="10005"/>
                  </a:ext>
                </a:extLst>
              </a:tr>
            </a:tbl>
          </a:graphicData>
        </a:graphic>
      </p:graphicFrame>
    </p:spTree>
    <p:extLst>
      <p:ext uri="{BB962C8B-B14F-4D97-AF65-F5344CB8AC3E}">
        <p14:creationId xmlns:p14="http://schemas.microsoft.com/office/powerpoint/2010/main" val="2217444574"/>
      </p:ext>
    </p:extLst>
  </p:cSld>
  <p:clrMapOvr>
    <a:masterClrMapping/>
  </p:clrMapOvr>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1" presetClass="entr" presetSubtype="0" fill="hold" nodeType="clickEffect">
                                  <p:stCondLst>
                                    <p:cond delay="0"/>
                                  </p:stCondLst>
                                  <p:childTnLst>
                                    <p:set>
                                      <p:cBhvr>
                                        <p:cTn id="6" dur="1" fill="hold">
                                          <p:stCondLst>
                                            <p:cond delay="0"/>
                                          </p:stCondLst>
                                        </p:cTn>
                                        <p:tgtEl>
                                          <p:spTgt spid="5"/>
                                        </p:tgtEl>
                                        <p:attrNameLst>
                                          <p:attrName>style.visibility</p:attrName>
                                        </p:attrNameLst>
                                      </p:cBhvr>
                                      <p:to>
                                        <p:strVal val="visible"/>
                                      </p:to>
                                    </p:set>
                                  </p:childTnLst>
                                </p:cTn>
                              </p:par>
                            </p:childTnLst>
                          </p:cTn>
                        </p:par>
                      </p:childTnLst>
                    </p:cTn>
                  </p:par>
                </p:childTnLst>
              </p:cTn>
              <p:prevCondLst>
                <p:cond evt="onPrev" delay="0">
                  <p:tgtEl>
                    <p:sldTgt/>
                  </p:tgtEl>
                </p:cond>
              </p:prevCondLst>
              <p:nextCondLst>
                <p:cond evt="onNext" delay="0">
                  <p:tgtEl>
                    <p:sldTgt/>
                  </p:tgtEl>
                </p:cond>
              </p:nextCondLst>
            </p:seq>
          </p:childTnLst>
        </p:cTn>
      </p:par>
    </p:tnLst>
  </p:timing>
</p:sld>
</file>

<file path=ppt/slides/slide14.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p:txBody>
          <a:bodyPr>
            <a:normAutofit fontScale="90000"/>
          </a:bodyPr>
          <a:lstStyle/>
          <a:p>
            <a:r>
              <a:rPr lang="en-GB" dirty="0"/>
              <a:t>Calculating the closest </a:t>
            </a:r>
            <a:r>
              <a:rPr lang="en-US" altLang="en-US" i="1" dirty="0">
                <a:latin typeface="Times New Roman" charset="0"/>
                <a:ea typeface="ＭＳ Ｐゴシック" charset="-128"/>
                <a:cs typeface="Times New Roman" charset="0"/>
              </a:rPr>
              <a:t>θ</a:t>
            </a:r>
            <a:r>
              <a:rPr lang="en-US" altLang="en-US" dirty="0">
                <a:ea typeface="ＭＳ Ｐゴシック" charset="-128"/>
              </a:rPr>
              <a:t> </a:t>
            </a:r>
            <a:r>
              <a:rPr lang="en-GB" dirty="0"/>
              <a:t>value with the </a:t>
            </a:r>
            <a:r>
              <a:rPr lang="en-US" altLang="en-US" dirty="0">
                <a:ea typeface="ＭＳ Ｐゴシック" charset="-128"/>
              </a:rPr>
              <a:t>Cost Function</a:t>
            </a:r>
            <a:endParaRPr lang="en-GB" dirty="0"/>
          </a:p>
        </p:txBody>
      </p:sp>
      <p:sp>
        <p:nvSpPr>
          <p:cNvPr id="3" name="Content Placeholder 2"/>
          <p:cNvSpPr>
            <a:spLocks noGrp="1"/>
          </p:cNvSpPr>
          <p:nvPr>
            <p:ph idx="1"/>
          </p:nvPr>
        </p:nvSpPr>
        <p:spPr/>
        <p:txBody>
          <a:bodyPr/>
          <a:lstStyle/>
          <a:p>
            <a:r>
              <a:rPr lang="en-GB" dirty="0"/>
              <a:t>Calculation steps:</a:t>
            </a:r>
          </a:p>
          <a:p>
            <a:endParaRPr lang="en-GB" dirty="0"/>
          </a:p>
          <a:p>
            <a:pPr marL="274320" lvl="1" indent="0">
              <a:buNone/>
            </a:pPr>
            <a:r>
              <a:rPr lang="en-GB" sz="2400" dirty="0"/>
              <a:t>1. Start with the initial values of </a:t>
            </a:r>
            <a:r>
              <a:rPr lang="en-US" altLang="en-US" sz="2400" i="1" dirty="0">
                <a:latin typeface="Times New Roman" charset="0"/>
                <a:ea typeface="ＭＳ Ｐゴシック" charset="-128"/>
                <a:cs typeface="Times New Roman" charset="0"/>
              </a:rPr>
              <a:t>θ</a:t>
            </a:r>
          </a:p>
          <a:p>
            <a:pPr marL="274320" lvl="1" indent="0">
              <a:buNone/>
            </a:pPr>
            <a:r>
              <a:rPr lang="en-US" altLang="en-US" sz="2400" i="1" dirty="0">
                <a:latin typeface="Times New Roman" charset="0"/>
                <a:ea typeface="ＭＳ Ｐゴシック" charset="-128"/>
                <a:cs typeface="Times New Roman" charset="0"/>
              </a:rPr>
              <a:t> θ</a:t>
            </a:r>
            <a:r>
              <a:rPr lang="en-US" altLang="en-US" sz="2400" i="1" baseline="-25000" dirty="0">
                <a:latin typeface="Times New Roman" charset="0"/>
                <a:ea typeface="ＭＳ Ｐゴシック" charset="-128"/>
                <a:cs typeface="Times New Roman" charset="0"/>
              </a:rPr>
              <a:t>0</a:t>
            </a:r>
            <a:r>
              <a:rPr lang="en-US" altLang="en-US" sz="2400" i="1" dirty="0">
                <a:latin typeface="Times New Roman" charset="0"/>
                <a:ea typeface="ＭＳ Ｐゴシック" charset="-128"/>
                <a:cs typeface="Times New Roman" charset="0"/>
              </a:rPr>
              <a:t>=0.5, θ</a:t>
            </a:r>
            <a:r>
              <a:rPr lang="en-US" altLang="en-US" sz="2400" i="1" baseline="-25000" dirty="0">
                <a:latin typeface="Times New Roman" charset="0"/>
                <a:ea typeface="ＭＳ Ｐゴシック" charset="-128"/>
                <a:cs typeface="Times New Roman" charset="0"/>
              </a:rPr>
              <a:t>1</a:t>
            </a:r>
            <a:r>
              <a:rPr lang="en-US" altLang="en-US" sz="2400" i="1" dirty="0">
                <a:latin typeface="Times New Roman" charset="0"/>
                <a:ea typeface="ＭＳ Ｐゴシック" charset="-128"/>
                <a:cs typeface="Times New Roman" charset="0"/>
              </a:rPr>
              <a:t> =1.2, θ</a:t>
            </a:r>
            <a:r>
              <a:rPr lang="en-US" altLang="en-US" sz="2400" i="1" baseline="-25000" dirty="0">
                <a:latin typeface="Times New Roman" charset="0"/>
                <a:ea typeface="ＭＳ Ｐゴシック" charset="-128"/>
                <a:cs typeface="Times New Roman" charset="0"/>
              </a:rPr>
              <a:t>2</a:t>
            </a:r>
            <a:r>
              <a:rPr lang="en-US" altLang="en-US" sz="2400" i="1" dirty="0">
                <a:latin typeface="Times New Roman" charset="0"/>
                <a:ea typeface="ＭＳ Ｐゴシック" charset="-128"/>
                <a:cs typeface="Times New Roman" charset="0"/>
              </a:rPr>
              <a:t> =2.0 (randomly)  </a:t>
            </a:r>
          </a:p>
          <a:p>
            <a:pPr marL="731520" lvl="1" indent="-457200">
              <a:buFont typeface="+mj-lt"/>
              <a:buAutoNum type="arabicPeriod"/>
            </a:pPr>
            <a:endParaRPr lang="en-US" altLang="en-US" sz="2400" i="1" dirty="0">
              <a:latin typeface="Times New Roman" charset="0"/>
              <a:ea typeface="ＭＳ Ｐゴシック" charset="-128"/>
              <a:cs typeface="Times New Roman" charset="0"/>
            </a:endParaRPr>
          </a:p>
          <a:p>
            <a:pPr marL="274320" lvl="1" indent="0">
              <a:buNone/>
            </a:pPr>
            <a:r>
              <a:rPr lang="en-US" sz="2400" dirty="0"/>
              <a:t>2. Follow a minimizing path to keep changing </a:t>
            </a:r>
            <a:r>
              <a:rPr lang="en-US" altLang="en-US" sz="2400" dirty="0"/>
              <a:t>θ for reducing the cost function J </a:t>
            </a:r>
          </a:p>
          <a:p>
            <a:pPr marL="274320" lvl="1" indent="0">
              <a:buNone/>
            </a:pPr>
            <a:endParaRPr lang="en-US" altLang="en-US" sz="2400" dirty="0"/>
          </a:p>
          <a:p>
            <a:pPr marL="274320" lvl="1" indent="0">
              <a:buNone/>
            </a:pPr>
            <a:r>
              <a:rPr lang="en-GB" sz="2400" dirty="0"/>
              <a:t>3. Stop when J can’t be reduced any further </a:t>
            </a:r>
          </a:p>
        </p:txBody>
      </p:sp>
    </p:spTree>
    <p:extLst>
      <p:ext uri="{BB962C8B-B14F-4D97-AF65-F5344CB8AC3E}">
        <p14:creationId xmlns:p14="http://schemas.microsoft.com/office/powerpoint/2010/main" val="2169919362"/>
      </p:ext>
    </p:extLst>
  </p:cSld>
  <p:clrMapOvr>
    <a:masterClrMapping/>
  </p:clrMapOvr>
</p:sld>
</file>

<file path=ppt/slides/slide15.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endParaRPr lang="en-GB"/>
          </a:p>
        </p:txBody>
      </p:sp>
      <p:sp>
        <p:nvSpPr>
          <p:cNvPr id="3" name="Content Placeholder 2"/>
          <p:cNvSpPr>
            <a:spLocks noGrp="1"/>
          </p:cNvSpPr>
          <p:nvPr>
            <p:ph idx="1"/>
          </p:nvPr>
        </p:nvSpPr>
        <p:spPr>
          <a:xfrm>
            <a:off x="2362342" y="1414984"/>
            <a:ext cx="6705458" cy="4761979"/>
          </a:xfrm>
        </p:spPr>
        <p:txBody>
          <a:bodyPr/>
          <a:lstStyle/>
          <a:p>
            <a:endParaRPr lang="en-GB"/>
          </a:p>
        </p:txBody>
      </p:sp>
      <p:pic>
        <p:nvPicPr>
          <p:cNvPr id="4" name="Picture 2"/>
          <p:cNvPicPr>
            <a:picLocks noChangeAspect="1" noChangeArrowheads="1"/>
          </p:cNvPicPr>
          <p:nvPr/>
        </p:nvPicPr>
        <p:blipFill>
          <a:blip r:embed="rId2">
            <a:extLst>
              <a:ext uri="{28A0092B-C50C-407E-A947-70E740481C1C}">
                <a14:useLocalDpi xmlns:a14="http://schemas.microsoft.com/office/drawing/2010/main" val="0"/>
              </a:ext>
            </a:extLst>
          </a:blip>
          <a:srcRect/>
          <a:stretch>
            <a:fillRect/>
          </a:stretch>
        </p:blipFill>
        <p:spPr bwMode="auto">
          <a:xfrm>
            <a:off x="1257300" y="1176338"/>
            <a:ext cx="7677150" cy="5376862"/>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pic>
      <p:sp>
        <p:nvSpPr>
          <p:cNvPr id="5" name="AutoShape 7"/>
          <p:cNvSpPr>
            <a:spLocks noChangeArrowheads="1"/>
          </p:cNvSpPr>
          <p:nvPr/>
        </p:nvSpPr>
        <p:spPr bwMode="auto">
          <a:xfrm>
            <a:off x="4343400" y="2698750"/>
            <a:ext cx="228600" cy="228600"/>
          </a:xfrm>
          <a:prstGeom prst="star4">
            <a:avLst>
              <a:gd name="adj" fmla="val 12500"/>
            </a:avLst>
          </a:prstGeom>
          <a:solidFill>
            <a:schemeClr val="tx1">
              <a:alpha val="59999"/>
            </a:schemeClr>
          </a:solidFill>
          <a:ln w="9525">
            <a:solidFill>
              <a:schemeClr val="tx1"/>
            </a:solidFill>
            <a:miter lim="800000"/>
            <a:headEnd/>
            <a:tailEnd/>
          </a:ln>
        </p:spPr>
        <p:txBody>
          <a:bodyPr wrap="none" anchor="ctr"/>
          <a:lstStyle>
            <a:lvl1pPr eaLnBrk="0" hangingPunct="0">
              <a:defRPr sz="2400">
                <a:solidFill>
                  <a:schemeClr val="tx1"/>
                </a:solidFill>
                <a:latin typeface="Arial" charset="0"/>
                <a:ea typeface="ＭＳ Ｐゴシック" charset="-128"/>
              </a:defRPr>
            </a:lvl1pPr>
            <a:lvl2pPr marL="37931725" indent="-37474525" eaLnBrk="0" hangingPunct="0">
              <a:defRPr sz="2400">
                <a:solidFill>
                  <a:schemeClr val="tx1"/>
                </a:solidFill>
                <a:latin typeface="Arial" charset="0"/>
                <a:ea typeface="ＭＳ Ｐゴシック" charset="-128"/>
              </a:defRPr>
            </a:lvl2pPr>
            <a:lvl3pPr eaLnBrk="0" hangingPunct="0">
              <a:defRPr sz="2400">
                <a:solidFill>
                  <a:schemeClr val="tx1"/>
                </a:solidFill>
                <a:latin typeface="Arial" charset="0"/>
                <a:ea typeface="ＭＳ Ｐゴシック" charset="-128"/>
              </a:defRPr>
            </a:lvl3pPr>
            <a:lvl4pPr eaLnBrk="0" hangingPunct="0">
              <a:defRPr sz="2400">
                <a:solidFill>
                  <a:schemeClr val="tx1"/>
                </a:solidFill>
                <a:latin typeface="Arial" charset="0"/>
                <a:ea typeface="ＭＳ Ｐゴシック" charset="-128"/>
              </a:defRPr>
            </a:lvl4pPr>
            <a:lvl5pPr eaLnBrk="0" hangingPunct="0">
              <a:defRPr sz="2400">
                <a:solidFill>
                  <a:schemeClr val="tx1"/>
                </a:solidFill>
                <a:latin typeface="Arial" charset="0"/>
                <a:ea typeface="ＭＳ Ｐゴシック" charset="-128"/>
              </a:defRPr>
            </a:lvl5pPr>
            <a:lvl6pPr marL="457200" eaLnBrk="0" fontAlgn="base" hangingPunct="0">
              <a:spcBef>
                <a:spcPct val="0"/>
              </a:spcBef>
              <a:spcAft>
                <a:spcPct val="0"/>
              </a:spcAft>
              <a:defRPr sz="2400">
                <a:solidFill>
                  <a:schemeClr val="tx1"/>
                </a:solidFill>
                <a:latin typeface="Arial" charset="0"/>
                <a:ea typeface="ＭＳ Ｐゴシック" charset="-128"/>
              </a:defRPr>
            </a:lvl6pPr>
            <a:lvl7pPr marL="914400" eaLnBrk="0" fontAlgn="base" hangingPunct="0">
              <a:spcBef>
                <a:spcPct val="0"/>
              </a:spcBef>
              <a:spcAft>
                <a:spcPct val="0"/>
              </a:spcAft>
              <a:defRPr sz="2400">
                <a:solidFill>
                  <a:schemeClr val="tx1"/>
                </a:solidFill>
                <a:latin typeface="Arial" charset="0"/>
                <a:ea typeface="ＭＳ Ｐゴシック" charset="-128"/>
              </a:defRPr>
            </a:lvl7pPr>
            <a:lvl8pPr marL="1371600" eaLnBrk="0" fontAlgn="base" hangingPunct="0">
              <a:spcBef>
                <a:spcPct val="0"/>
              </a:spcBef>
              <a:spcAft>
                <a:spcPct val="0"/>
              </a:spcAft>
              <a:defRPr sz="2400">
                <a:solidFill>
                  <a:schemeClr val="tx1"/>
                </a:solidFill>
                <a:latin typeface="Arial" charset="0"/>
                <a:ea typeface="ＭＳ Ｐゴシック" charset="-128"/>
              </a:defRPr>
            </a:lvl8pPr>
            <a:lvl9pPr marL="1828800" eaLnBrk="0" fontAlgn="base" hangingPunct="0">
              <a:spcBef>
                <a:spcPct val="0"/>
              </a:spcBef>
              <a:spcAft>
                <a:spcPct val="0"/>
              </a:spcAft>
              <a:defRPr sz="2400">
                <a:solidFill>
                  <a:schemeClr val="tx1"/>
                </a:solidFill>
                <a:latin typeface="Arial" charset="0"/>
                <a:ea typeface="ＭＳ Ｐゴシック" charset="-128"/>
              </a:defRPr>
            </a:lvl9pPr>
          </a:lstStyle>
          <a:p>
            <a:pPr eaLnBrk="1" hangingPunct="1"/>
            <a:endParaRPr lang="en-US" altLang="en-US" sz="1800">
              <a:solidFill>
                <a:srgbClr val="000000"/>
              </a:solidFill>
            </a:endParaRPr>
          </a:p>
        </p:txBody>
      </p:sp>
      <p:sp>
        <p:nvSpPr>
          <p:cNvPr id="6" name="AutoShape 8"/>
          <p:cNvSpPr>
            <a:spLocks noChangeArrowheads="1"/>
          </p:cNvSpPr>
          <p:nvPr/>
        </p:nvSpPr>
        <p:spPr bwMode="auto">
          <a:xfrm>
            <a:off x="4381500" y="2989263"/>
            <a:ext cx="228600" cy="228600"/>
          </a:xfrm>
          <a:prstGeom prst="star4">
            <a:avLst>
              <a:gd name="adj" fmla="val 12500"/>
            </a:avLst>
          </a:prstGeom>
          <a:solidFill>
            <a:schemeClr val="tx1">
              <a:alpha val="59999"/>
            </a:schemeClr>
          </a:solidFill>
          <a:ln w="9525">
            <a:solidFill>
              <a:schemeClr val="tx1"/>
            </a:solidFill>
            <a:miter lim="800000"/>
            <a:headEnd/>
            <a:tailEnd/>
          </a:ln>
        </p:spPr>
        <p:txBody>
          <a:bodyPr wrap="none" anchor="ctr"/>
          <a:lstStyle>
            <a:lvl1pPr eaLnBrk="0" hangingPunct="0">
              <a:defRPr sz="2400">
                <a:solidFill>
                  <a:schemeClr val="tx1"/>
                </a:solidFill>
                <a:latin typeface="Arial" charset="0"/>
                <a:ea typeface="ＭＳ Ｐゴシック" charset="-128"/>
              </a:defRPr>
            </a:lvl1pPr>
            <a:lvl2pPr marL="37931725" indent="-37474525" eaLnBrk="0" hangingPunct="0">
              <a:defRPr sz="2400">
                <a:solidFill>
                  <a:schemeClr val="tx1"/>
                </a:solidFill>
                <a:latin typeface="Arial" charset="0"/>
                <a:ea typeface="ＭＳ Ｐゴシック" charset="-128"/>
              </a:defRPr>
            </a:lvl2pPr>
            <a:lvl3pPr eaLnBrk="0" hangingPunct="0">
              <a:defRPr sz="2400">
                <a:solidFill>
                  <a:schemeClr val="tx1"/>
                </a:solidFill>
                <a:latin typeface="Arial" charset="0"/>
                <a:ea typeface="ＭＳ Ｐゴシック" charset="-128"/>
              </a:defRPr>
            </a:lvl3pPr>
            <a:lvl4pPr eaLnBrk="0" hangingPunct="0">
              <a:defRPr sz="2400">
                <a:solidFill>
                  <a:schemeClr val="tx1"/>
                </a:solidFill>
                <a:latin typeface="Arial" charset="0"/>
                <a:ea typeface="ＭＳ Ｐゴシック" charset="-128"/>
              </a:defRPr>
            </a:lvl4pPr>
            <a:lvl5pPr eaLnBrk="0" hangingPunct="0">
              <a:defRPr sz="2400">
                <a:solidFill>
                  <a:schemeClr val="tx1"/>
                </a:solidFill>
                <a:latin typeface="Arial" charset="0"/>
                <a:ea typeface="ＭＳ Ｐゴシック" charset="-128"/>
              </a:defRPr>
            </a:lvl5pPr>
            <a:lvl6pPr marL="457200" eaLnBrk="0" fontAlgn="base" hangingPunct="0">
              <a:spcBef>
                <a:spcPct val="0"/>
              </a:spcBef>
              <a:spcAft>
                <a:spcPct val="0"/>
              </a:spcAft>
              <a:defRPr sz="2400">
                <a:solidFill>
                  <a:schemeClr val="tx1"/>
                </a:solidFill>
                <a:latin typeface="Arial" charset="0"/>
                <a:ea typeface="ＭＳ Ｐゴシック" charset="-128"/>
              </a:defRPr>
            </a:lvl6pPr>
            <a:lvl7pPr marL="914400" eaLnBrk="0" fontAlgn="base" hangingPunct="0">
              <a:spcBef>
                <a:spcPct val="0"/>
              </a:spcBef>
              <a:spcAft>
                <a:spcPct val="0"/>
              </a:spcAft>
              <a:defRPr sz="2400">
                <a:solidFill>
                  <a:schemeClr val="tx1"/>
                </a:solidFill>
                <a:latin typeface="Arial" charset="0"/>
                <a:ea typeface="ＭＳ Ｐゴシック" charset="-128"/>
              </a:defRPr>
            </a:lvl7pPr>
            <a:lvl8pPr marL="1371600" eaLnBrk="0" fontAlgn="base" hangingPunct="0">
              <a:spcBef>
                <a:spcPct val="0"/>
              </a:spcBef>
              <a:spcAft>
                <a:spcPct val="0"/>
              </a:spcAft>
              <a:defRPr sz="2400">
                <a:solidFill>
                  <a:schemeClr val="tx1"/>
                </a:solidFill>
                <a:latin typeface="Arial" charset="0"/>
                <a:ea typeface="ＭＳ Ｐゴシック" charset="-128"/>
              </a:defRPr>
            </a:lvl8pPr>
            <a:lvl9pPr marL="1828800" eaLnBrk="0" fontAlgn="base" hangingPunct="0">
              <a:spcBef>
                <a:spcPct val="0"/>
              </a:spcBef>
              <a:spcAft>
                <a:spcPct val="0"/>
              </a:spcAft>
              <a:defRPr sz="2400">
                <a:solidFill>
                  <a:schemeClr val="tx1"/>
                </a:solidFill>
                <a:latin typeface="Arial" charset="0"/>
                <a:ea typeface="ＭＳ Ｐゴシック" charset="-128"/>
              </a:defRPr>
            </a:lvl9pPr>
          </a:lstStyle>
          <a:p>
            <a:pPr eaLnBrk="1" hangingPunct="1"/>
            <a:endParaRPr lang="en-US" altLang="en-US" sz="1800">
              <a:solidFill>
                <a:srgbClr val="000000"/>
              </a:solidFill>
            </a:endParaRPr>
          </a:p>
        </p:txBody>
      </p:sp>
      <p:sp>
        <p:nvSpPr>
          <p:cNvPr id="7" name="AutoShape 9"/>
          <p:cNvSpPr>
            <a:spLocks noChangeArrowheads="1"/>
          </p:cNvSpPr>
          <p:nvPr/>
        </p:nvSpPr>
        <p:spPr bwMode="auto">
          <a:xfrm>
            <a:off x="4362450" y="3284538"/>
            <a:ext cx="228600" cy="228600"/>
          </a:xfrm>
          <a:prstGeom prst="star4">
            <a:avLst>
              <a:gd name="adj" fmla="val 12500"/>
            </a:avLst>
          </a:prstGeom>
          <a:solidFill>
            <a:schemeClr val="tx1">
              <a:alpha val="59999"/>
            </a:schemeClr>
          </a:solidFill>
          <a:ln w="9525">
            <a:solidFill>
              <a:schemeClr val="tx1"/>
            </a:solidFill>
            <a:miter lim="800000"/>
            <a:headEnd/>
            <a:tailEnd/>
          </a:ln>
        </p:spPr>
        <p:txBody>
          <a:bodyPr wrap="none" anchor="ctr"/>
          <a:lstStyle>
            <a:lvl1pPr eaLnBrk="0" hangingPunct="0">
              <a:defRPr sz="2400">
                <a:solidFill>
                  <a:schemeClr val="tx1"/>
                </a:solidFill>
                <a:latin typeface="Arial" charset="0"/>
                <a:ea typeface="ＭＳ Ｐゴシック" charset="-128"/>
              </a:defRPr>
            </a:lvl1pPr>
            <a:lvl2pPr marL="37931725" indent="-37474525" eaLnBrk="0" hangingPunct="0">
              <a:defRPr sz="2400">
                <a:solidFill>
                  <a:schemeClr val="tx1"/>
                </a:solidFill>
                <a:latin typeface="Arial" charset="0"/>
                <a:ea typeface="ＭＳ Ｐゴシック" charset="-128"/>
              </a:defRPr>
            </a:lvl2pPr>
            <a:lvl3pPr eaLnBrk="0" hangingPunct="0">
              <a:defRPr sz="2400">
                <a:solidFill>
                  <a:schemeClr val="tx1"/>
                </a:solidFill>
                <a:latin typeface="Arial" charset="0"/>
                <a:ea typeface="ＭＳ Ｐゴシック" charset="-128"/>
              </a:defRPr>
            </a:lvl3pPr>
            <a:lvl4pPr eaLnBrk="0" hangingPunct="0">
              <a:defRPr sz="2400">
                <a:solidFill>
                  <a:schemeClr val="tx1"/>
                </a:solidFill>
                <a:latin typeface="Arial" charset="0"/>
                <a:ea typeface="ＭＳ Ｐゴシック" charset="-128"/>
              </a:defRPr>
            </a:lvl4pPr>
            <a:lvl5pPr eaLnBrk="0" hangingPunct="0">
              <a:defRPr sz="2400">
                <a:solidFill>
                  <a:schemeClr val="tx1"/>
                </a:solidFill>
                <a:latin typeface="Arial" charset="0"/>
                <a:ea typeface="ＭＳ Ｐゴシック" charset="-128"/>
              </a:defRPr>
            </a:lvl5pPr>
            <a:lvl6pPr marL="457200" eaLnBrk="0" fontAlgn="base" hangingPunct="0">
              <a:spcBef>
                <a:spcPct val="0"/>
              </a:spcBef>
              <a:spcAft>
                <a:spcPct val="0"/>
              </a:spcAft>
              <a:defRPr sz="2400">
                <a:solidFill>
                  <a:schemeClr val="tx1"/>
                </a:solidFill>
                <a:latin typeface="Arial" charset="0"/>
                <a:ea typeface="ＭＳ Ｐゴシック" charset="-128"/>
              </a:defRPr>
            </a:lvl6pPr>
            <a:lvl7pPr marL="914400" eaLnBrk="0" fontAlgn="base" hangingPunct="0">
              <a:spcBef>
                <a:spcPct val="0"/>
              </a:spcBef>
              <a:spcAft>
                <a:spcPct val="0"/>
              </a:spcAft>
              <a:defRPr sz="2400">
                <a:solidFill>
                  <a:schemeClr val="tx1"/>
                </a:solidFill>
                <a:latin typeface="Arial" charset="0"/>
                <a:ea typeface="ＭＳ Ｐゴシック" charset="-128"/>
              </a:defRPr>
            </a:lvl7pPr>
            <a:lvl8pPr marL="1371600" eaLnBrk="0" fontAlgn="base" hangingPunct="0">
              <a:spcBef>
                <a:spcPct val="0"/>
              </a:spcBef>
              <a:spcAft>
                <a:spcPct val="0"/>
              </a:spcAft>
              <a:defRPr sz="2400">
                <a:solidFill>
                  <a:schemeClr val="tx1"/>
                </a:solidFill>
                <a:latin typeface="Arial" charset="0"/>
                <a:ea typeface="ＭＳ Ｐゴシック" charset="-128"/>
              </a:defRPr>
            </a:lvl8pPr>
            <a:lvl9pPr marL="1828800" eaLnBrk="0" fontAlgn="base" hangingPunct="0">
              <a:spcBef>
                <a:spcPct val="0"/>
              </a:spcBef>
              <a:spcAft>
                <a:spcPct val="0"/>
              </a:spcAft>
              <a:defRPr sz="2400">
                <a:solidFill>
                  <a:schemeClr val="tx1"/>
                </a:solidFill>
                <a:latin typeface="Arial" charset="0"/>
                <a:ea typeface="ＭＳ Ｐゴシック" charset="-128"/>
              </a:defRPr>
            </a:lvl9pPr>
          </a:lstStyle>
          <a:p>
            <a:pPr eaLnBrk="1" hangingPunct="1"/>
            <a:endParaRPr lang="en-US" altLang="en-US" sz="1800">
              <a:solidFill>
                <a:srgbClr val="000000"/>
              </a:solidFill>
            </a:endParaRPr>
          </a:p>
        </p:txBody>
      </p:sp>
      <p:sp>
        <p:nvSpPr>
          <p:cNvPr id="8" name="AutoShape 10"/>
          <p:cNvSpPr>
            <a:spLocks noChangeArrowheads="1"/>
          </p:cNvSpPr>
          <p:nvPr/>
        </p:nvSpPr>
        <p:spPr bwMode="auto">
          <a:xfrm>
            <a:off x="4133850" y="3589338"/>
            <a:ext cx="228600" cy="228600"/>
          </a:xfrm>
          <a:prstGeom prst="star4">
            <a:avLst>
              <a:gd name="adj" fmla="val 12500"/>
            </a:avLst>
          </a:prstGeom>
          <a:solidFill>
            <a:schemeClr val="tx1">
              <a:alpha val="59999"/>
            </a:schemeClr>
          </a:solidFill>
          <a:ln w="9525">
            <a:solidFill>
              <a:schemeClr val="tx1"/>
            </a:solidFill>
            <a:miter lim="800000"/>
            <a:headEnd/>
            <a:tailEnd/>
          </a:ln>
        </p:spPr>
        <p:txBody>
          <a:bodyPr wrap="none" anchor="ctr"/>
          <a:lstStyle>
            <a:lvl1pPr eaLnBrk="0" hangingPunct="0">
              <a:defRPr sz="2400">
                <a:solidFill>
                  <a:schemeClr val="tx1"/>
                </a:solidFill>
                <a:latin typeface="Arial" charset="0"/>
                <a:ea typeface="ＭＳ Ｐゴシック" charset="-128"/>
              </a:defRPr>
            </a:lvl1pPr>
            <a:lvl2pPr marL="37931725" indent="-37474525" eaLnBrk="0" hangingPunct="0">
              <a:defRPr sz="2400">
                <a:solidFill>
                  <a:schemeClr val="tx1"/>
                </a:solidFill>
                <a:latin typeface="Arial" charset="0"/>
                <a:ea typeface="ＭＳ Ｐゴシック" charset="-128"/>
              </a:defRPr>
            </a:lvl2pPr>
            <a:lvl3pPr eaLnBrk="0" hangingPunct="0">
              <a:defRPr sz="2400">
                <a:solidFill>
                  <a:schemeClr val="tx1"/>
                </a:solidFill>
                <a:latin typeface="Arial" charset="0"/>
                <a:ea typeface="ＭＳ Ｐゴシック" charset="-128"/>
              </a:defRPr>
            </a:lvl3pPr>
            <a:lvl4pPr eaLnBrk="0" hangingPunct="0">
              <a:defRPr sz="2400">
                <a:solidFill>
                  <a:schemeClr val="tx1"/>
                </a:solidFill>
                <a:latin typeface="Arial" charset="0"/>
                <a:ea typeface="ＭＳ Ｐゴシック" charset="-128"/>
              </a:defRPr>
            </a:lvl4pPr>
            <a:lvl5pPr eaLnBrk="0" hangingPunct="0">
              <a:defRPr sz="2400">
                <a:solidFill>
                  <a:schemeClr val="tx1"/>
                </a:solidFill>
                <a:latin typeface="Arial" charset="0"/>
                <a:ea typeface="ＭＳ Ｐゴシック" charset="-128"/>
              </a:defRPr>
            </a:lvl5pPr>
            <a:lvl6pPr marL="457200" eaLnBrk="0" fontAlgn="base" hangingPunct="0">
              <a:spcBef>
                <a:spcPct val="0"/>
              </a:spcBef>
              <a:spcAft>
                <a:spcPct val="0"/>
              </a:spcAft>
              <a:defRPr sz="2400">
                <a:solidFill>
                  <a:schemeClr val="tx1"/>
                </a:solidFill>
                <a:latin typeface="Arial" charset="0"/>
                <a:ea typeface="ＭＳ Ｐゴシック" charset="-128"/>
              </a:defRPr>
            </a:lvl6pPr>
            <a:lvl7pPr marL="914400" eaLnBrk="0" fontAlgn="base" hangingPunct="0">
              <a:spcBef>
                <a:spcPct val="0"/>
              </a:spcBef>
              <a:spcAft>
                <a:spcPct val="0"/>
              </a:spcAft>
              <a:defRPr sz="2400">
                <a:solidFill>
                  <a:schemeClr val="tx1"/>
                </a:solidFill>
                <a:latin typeface="Arial" charset="0"/>
                <a:ea typeface="ＭＳ Ｐゴシック" charset="-128"/>
              </a:defRPr>
            </a:lvl7pPr>
            <a:lvl8pPr marL="1371600" eaLnBrk="0" fontAlgn="base" hangingPunct="0">
              <a:spcBef>
                <a:spcPct val="0"/>
              </a:spcBef>
              <a:spcAft>
                <a:spcPct val="0"/>
              </a:spcAft>
              <a:defRPr sz="2400">
                <a:solidFill>
                  <a:schemeClr val="tx1"/>
                </a:solidFill>
                <a:latin typeface="Arial" charset="0"/>
                <a:ea typeface="ＭＳ Ｐゴシック" charset="-128"/>
              </a:defRPr>
            </a:lvl8pPr>
            <a:lvl9pPr marL="1828800" eaLnBrk="0" fontAlgn="base" hangingPunct="0">
              <a:spcBef>
                <a:spcPct val="0"/>
              </a:spcBef>
              <a:spcAft>
                <a:spcPct val="0"/>
              </a:spcAft>
              <a:defRPr sz="2400">
                <a:solidFill>
                  <a:schemeClr val="tx1"/>
                </a:solidFill>
                <a:latin typeface="Arial" charset="0"/>
                <a:ea typeface="ＭＳ Ｐゴシック" charset="-128"/>
              </a:defRPr>
            </a:lvl9pPr>
          </a:lstStyle>
          <a:p>
            <a:pPr eaLnBrk="1" hangingPunct="1"/>
            <a:endParaRPr lang="en-US" altLang="en-US" sz="1800">
              <a:solidFill>
                <a:srgbClr val="000000"/>
              </a:solidFill>
            </a:endParaRPr>
          </a:p>
        </p:txBody>
      </p:sp>
      <p:sp>
        <p:nvSpPr>
          <p:cNvPr id="9" name="AutoShape 11"/>
          <p:cNvSpPr>
            <a:spLocks noChangeArrowheads="1"/>
          </p:cNvSpPr>
          <p:nvPr/>
        </p:nvSpPr>
        <p:spPr bwMode="auto">
          <a:xfrm>
            <a:off x="4210050" y="3894138"/>
            <a:ext cx="228600" cy="228600"/>
          </a:xfrm>
          <a:prstGeom prst="star4">
            <a:avLst>
              <a:gd name="adj" fmla="val 12500"/>
            </a:avLst>
          </a:prstGeom>
          <a:solidFill>
            <a:schemeClr val="tx1">
              <a:alpha val="59999"/>
            </a:schemeClr>
          </a:solidFill>
          <a:ln w="9525">
            <a:solidFill>
              <a:schemeClr val="tx1"/>
            </a:solidFill>
            <a:miter lim="800000"/>
            <a:headEnd/>
            <a:tailEnd/>
          </a:ln>
        </p:spPr>
        <p:txBody>
          <a:bodyPr wrap="none" anchor="ctr"/>
          <a:lstStyle>
            <a:lvl1pPr eaLnBrk="0" hangingPunct="0">
              <a:defRPr sz="2400">
                <a:solidFill>
                  <a:schemeClr val="tx1"/>
                </a:solidFill>
                <a:latin typeface="Arial" charset="0"/>
                <a:ea typeface="ＭＳ Ｐゴシック" charset="-128"/>
              </a:defRPr>
            </a:lvl1pPr>
            <a:lvl2pPr marL="37931725" indent="-37474525" eaLnBrk="0" hangingPunct="0">
              <a:defRPr sz="2400">
                <a:solidFill>
                  <a:schemeClr val="tx1"/>
                </a:solidFill>
                <a:latin typeface="Arial" charset="0"/>
                <a:ea typeface="ＭＳ Ｐゴシック" charset="-128"/>
              </a:defRPr>
            </a:lvl2pPr>
            <a:lvl3pPr eaLnBrk="0" hangingPunct="0">
              <a:defRPr sz="2400">
                <a:solidFill>
                  <a:schemeClr val="tx1"/>
                </a:solidFill>
                <a:latin typeface="Arial" charset="0"/>
                <a:ea typeface="ＭＳ Ｐゴシック" charset="-128"/>
              </a:defRPr>
            </a:lvl3pPr>
            <a:lvl4pPr eaLnBrk="0" hangingPunct="0">
              <a:defRPr sz="2400">
                <a:solidFill>
                  <a:schemeClr val="tx1"/>
                </a:solidFill>
                <a:latin typeface="Arial" charset="0"/>
                <a:ea typeface="ＭＳ Ｐゴシック" charset="-128"/>
              </a:defRPr>
            </a:lvl4pPr>
            <a:lvl5pPr eaLnBrk="0" hangingPunct="0">
              <a:defRPr sz="2400">
                <a:solidFill>
                  <a:schemeClr val="tx1"/>
                </a:solidFill>
                <a:latin typeface="Arial" charset="0"/>
                <a:ea typeface="ＭＳ Ｐゴシック" charset="-128"/>
              </a:defRPr>
            </a:lvl5pPr>
            <a:lvl6pPr marL="457200" eaLnBrk="0" fontAlgn="base" hangingPunct="0">
              <a:spcBef>
                <a:spcPct val="0"/>
              </a:spcBef>
              <a:spcAft>
                <a:spcPct val="0"/>
              </a:spcAft>
              <a:defRPr sz="2400">
                <a:solidFill>
                  <a:schemeClr val="tx1"/>
                </a:solidFill>
                <a:latin typeface="Arial" charset="0"/>
                <a:ea typeface="ＭＳ Ｐゴシック" charset="-128"/>
              </a:defRPr>
            </a:lvl6pPr>
            <a:lvl7pPr marL="914400" eaLnBrk="0" fontAlgn="base" hangingPunct="0">
              <a:spcBef>
                <a:spcPct val="0"/>
              </a:spcBef>
              <a:spcAft>
                <a:spcPct val="0"/>
              </a:spcAft>
              <a:defRPr sz="2400">
                <a:solidFill>
                  <a:schemeClr val="tx1"/>
                </a:solidFill>
                <a:latin typeface="Arial" charset="0"/>
                <a:ea typeface="ＭＳ Ｐゴシック" charset="-128"/>
              </a:defRPr>
            </a:lvl7pPr>
            <a:lvl8pPr marL="1371600" eaLnBrk="0" fontAlgn="base" hangingPunct="0">
              <a:spcBef>
                <a:spcPct val="0"/>
              </a:spcBef>
              <a:spcAft>
                <a:spcPct val="0"/>
              </a:spcAft>
              <a:defRPr sz="2400">
                <a:solidFill>
                  <a:schemeClr val="tx1"/>
                </a:solidFill>
                <a:latin typeface="Arial" charset="0"/>
                <a:ea typeface="ＭＳ Ｐゴシック" charset="-128"/>
              </a:defRPr>
            </a:lvl8pPr>
            <a:lvl9pPr marL="1828800" eaLnBrk="0" fontAlgn="base" hangingPunct="0">
              <a:spcBef>
                <a:spcPct val="0"/>
              </a:spcBef>
              <a:spcAft>
                <a:spcPct val="0"/>
              </a:spcAft>
              <a:defRPr sz="2400">
                <a:solidFill>
                  <a:schemeClr val="tx1"/>
                </a:solidFill>
                <a:latin typeface="Arial" charset="0"/>
                <a:ea typeface="ＭＳ Ｐゴシック" charset="-128"/>
              </a:defRPr>
            </a:lvl9pPr>
          </a:lstStyle>
          <a:p>
            <a:pPr eaLnBrk="1" hangingPunct="1"/>
            <a:endParaRPr lang="en-US" altLang="en-US" sz="1800">
              <a:solidFill>
                <a:srgbClr val="000000"/>
              </a:solidFill>
            </a:endParaRPr>
          </a:p>
        </p:txBody>
      </p:sp>
      <p:sp>
        <p:nvSpPr>
          <p:cNvPr id="10" name="AutoShape 12"/>
          <p:cNvSpPr>
            <a:spLocks noChangeArrowheads="1"/>
          </p:cNvSpPr>
          <p:nvPr/>
        </p:nvSpPr>
        <p:spPr bwMode="auto">
          <a:xfrm>
            <a:off x="4514850" y="3970338"/>
            <a:ext cx="228600" cy="228600"/>
          </a:xfrm>
          <a:prstGeom prst="star4">
            <a:avLst>
              <a:gd name="adj" fmla="val 12500"/>
            </a:avLst>
          </a:prstGeom>
          <a:solidFill>
            <a:schemeClr val="tx1">
              <a:alpha val="59999"/>
            </a:schemeClr>
          </a:solidFill>
          <a:ln w="9525">
            <a:solidFill>
              <a:schemeClr val="tx1"/>
            </a:solidFill>
            <a:miter lim="800000"/>
            <a:headEnd/>
            <a:tailEnd/>
          </a:ln>
        </p:spPr>
        <p:txBody>
          <a:bodyPr wrap="none" anchor="ctr"/>
          <a:lstStyle>
            <a:lvl1pPr eaLnBrk="0" hangingPunct="0">
              <a:defRPr sz="2400">
                <a:solidFill>
                  <a:schemeClr val="tx1"/>
                </a:solidFill>
                <a:latin typeface="Arial" charset="0"/>
                <a:ea typeface="ＭＳ Ｐゴシック" charset="-128"/>
              </a:defRPr>
            </a:lvl1pPr>
            <a:lvl2pPr marL="37931725" indent="-37474525" eaLnBrk="0" hangingPunct="0">
              <a:defRPr sz="2400">
                <a:solidFill>
                  <a:schemeClr val="tx1"/>
                </a:solidFill>
                <a:latin typeface="Arial" charset="0"/>
                <a:ea typeface="ＭＳ Ｐゴシック" charset="-128"/>
              </a:defRPr>
            </a:lvl2pPr>
            <a:lvl3pPr eaLnBrk="0" hangingPunct="0">
              <a:defRPr sz="2400">
                <a:solidFill>
                  <a:schemeClr val="tx1"/>
                </a:solidFill>
                <a:latin typeface="Arial" charset="0"/>
                <a:ea typeface="ＭＳ Ｐゴシック" charset="-128"/>
              </a:defRPr>
            </a:lvl3pPr>
            <a:lvl4pPr eaLnBrk="0" hangingPunct="0">
              <a:defRPr sz="2400">
                <a:solidFill>
                  <a:schemeClr val="tx1"/>
                </a:solidFill>
                <a:latin typeface="Arial" charset="0"/>
                <a:ea typeface="ＭＳ Ｐゴシック" charset="-128"/>
              </a:defRPr>
            </a:lvl4pPr>
            <a:lvl5pPr eaLnBrk="0" hangingPunct="0">
              <a:defRPr sz="2400">
                <a:solidFill>
                  <a:schemeClr val="tx1"/>
                </a:solidFill>
                <a:latin typeface="Arial" charset="0"/>
                <a:ea typeface="ＭＳ Ｐゴシック" charset="-128"/>
              </a:defRPr>
            </a:lvl5pPr>
            <a:lvl6pPr marL="457200" eaLnBrk="0" fontAlgn="base" hangingPunct="0">
              <a:spcBef>
                <a:spcPct val="0"/>
              </a:spcBef>
              <a:spcAft>
                <a:spcPct val="0"/>
              </a:spcAft>
              <a:defRPr sz="2400">
                <a:solidFill>
                  <a:schemeClr val="tx1"/>
                </a:solidFill>
                <a:latin typeface="Arial" charset="0"/>
                <a:ea typeface="ＭＳ Ｐゴシック" charset="-128"/>
              </a:defRPr>
            </a:lvl6pPr>
            <a:lvl7pPr marL="914400" eaLnBrk="0" fontAlgn="base" hangingPunct="0">
              <a:spcBef>
                <a:spcPct val="0"/>
              </a:spcBef>
              <a:spcAft>
                <a:spcPct val="0"/>
              </a:spcAft>
              <a:defRPr sz="2400">
                <a:solidFill>
                  <a:schemeClr val="tx1"/>
                </a:solidFill>
                <a:latin typeface="Arial" charset="0"/>
                <a:ea typeface="ＭＳ Ｐゴシック" charset="-128"/>
              </a:defRPr>
            </a:lvl7pPr>
            <a:lvl8pPr marL="1371600" eaLnBrk="0" fontAlgn="base" hangingPunct="0">
              <a:spcBef>
                <a:spcPct val="0"/>
              </a:spcBef>
              <a:spcAft>
                <a:spcPct val="0"/>
              </a:spcAft>
              <a:defRPr sz="2400">
                <a:solidFill>
                  <a:schemeClr val="tx1"/>
                </a:solidFill>
                <a:latin typeface="Arial" charset="0"/>
                <a:ea typeface="ＭＳ Ｐゴシック" charset="-128"/>
              </a:defRPr>
            </a:lvl8pPr>
            <a:lvl9pPr marL="1828800" eaLnBrk="0" fontAlgn="base" hangingPunct="0">
              <a:spcBef>
                <a:spcPct val="0"/>
              </a:spcBef>
              <a:spcAft>
                <a:spcPct val="0"/>
              </a:spcAft>
              <a:defRPr sz="2400">
                <a:solidFill>
                  <a:schemeClr val="tx1"/>
                </a:solidFill>
                <a:latin typeface="Arial" charset="0"/>
                <a:ea typeface="ＭＳ Ｐゴシック" charset="-128"/>
              </a:defRPr>
            </a:lvl9pPr>
          </a:lstStyle>
          <a:p>
            <a:pPr eaLnBrk="1" hangingPunct="1"/>
            <a:endParaRPr lang="en-US" altLang="en-US" sz="1800">
              <a:solidFill>
                <a:srgbClr val="000000"/>
              </a:solidFill>
            </a:endParaRPr>
          </a:p>
        </p:txBody>
      </p:sp>
      <p:sp>
        <p:nvSpPr>
          <p:cNvPr id="11" name="AutoShape 13"/>
          <p:cNvSpPr>
            <a:spLocks noChangeArrowheads="1"/>
          </p:cNvSpPr>
          <p:nvPr/>
        </p:nvSpPr>
        <p:spPr bwMode="auto">
          <a:xfrm>
            <a:off x="4667250" y="4198938"/>
            <a:ext cx="228600" cy="228600"/>
          </a:xfrm>
          <a:prstGeom prst="star4">
            <a:avLst>
              <a:gd name="adj" fmla="val 12500"/>
            </a:avLst>
          </a:prstGeom>
          <a:solidFill>
            <a:schemeClr val="tx1">
              <a:alpha val="59999"/>
            </a:schemeClr>
          </a:solidFill>
          <a:ln w="9525">
            <a:solidFill>
              <a:schemeClr val="tx1"/>
            </a:solidFill>
            <a:miter lim="800000"/>
            <a:headEnd/>
            <a:tailEnd/>
          </a:ln>
        </p:spPr>
        <p:txBody>
          <a:bodyPr wrap="none" anchor="ctr"/>
          <a:lstStyle>
            <a:lvl1pPr eaLnBrk="0" hangingPunct="0">
              <a:defRPr sz="2400">
                <a:solidFill>
                  <a:schemeClr val="tx1"/>
                </a:solidFill>
                <a:latin typeface="Arial" charset="0"/>
                <a:ea typeface="ＭＳ Ｐゴシック" charset="-128"/>
              </a:defRPr>
            </a:lvl1pPr>
            <a:lvl2pPr marL="37931725" indent="-37474525" eaLnBrk="0" hangingPunct="0">
              <a:defRPr sz="2400">
                <a:solidFill>
                  <a:schemeClr val="tx1"/>
                </a:solidFill>
                <a:latin typeface="Arial" charset="0"/>
                <a:ea typeface="ＭＳ Ｐゴシック" charset="-128"/>
              </a:defRPr>
            </a:lvl2pPr>
            <a:lvl3pPr eaLnBrk="0" hangingPunct="0">
              <a:defRPr sz="2400">
                <a:solidFill>
                  <a:schemeClr val="tx1"/>
                </a:solidFill>
                <a:latin typeface="Arial" charset="0"/>
                <a:ea typeface="ＭＳ Ｐゴシック" charset="-128"/>
              </a:defRPr>
            </a:lvl3pPr>
            <a:lvl4pPr eaLnBrk="0" hangingPunct="0">
              <a:defRPr sz="2400">
                <a:solidFill>
                  <a:schemeClr val="tx1"/>
                </a:solidFill>
                <a:latin typeface="Arial" charset="0"/>
                <a:ea typeface="ＭＳ Ｐゴシック" charset="-128"/>
              </a:defRPr>
            </a:lvl4pPr>
            <a:lvl5pPr eaLnBrk="0" hangingPunct="0">
              <a:defRPr sz="2400">
                <a:solidFill>
                  <a:schemeClr val="tx1"/>
                </a:solidFill>
                <a:latin typeface="Arial" charset="0"/>
                <a:ea typeface="ＭＳ Ｐゴシック" charset="-128"/>
              </a:defRPr>
            </a:lvl5pPr>
            <a:lvl6pPr marL="457200" eaLnBrk="0" fontAlgn="base" hangingPunct="0">
              <a:spcBef>
                <a:spcPct val="0"/>
              </a:spcBef>
              <a:spcAft>
                <a:spcPct val="0"/>
              </a:spcAft>
              <a:defRPr sz="2400">
                <a:solidFill>
                  <a:schemeClr val="tx1"/>
                </a:solidFill>
                <a:latin typeface="Arial" charset="0"/>
                <a:ea typeface="ＭＳ Ｐゴシック" charset="-128"/>
              </a:defRPr>
            </a:lvl6pPr>
            <a:lvl7pPr marL="914400" eaLnBrk="0" fontAlgn="base" hangingPunct="0">
              <a:spcBef>
                <a:spcPct val="0"/>
              </a:spcBef>
              <a:spcAft>
                <a:spcPct val="0"/>
              </a:spcAft>
              <a:defRPr sz="2400">
                <a:solidFill>
                  <a:schemeClr val="tx1"/>
                </a:solidFill>
                <a:latin typeface="Arial" charset="0"/>
                <a:ea typeface="ＭＳ Ｐゴシック" charset="-128"/>
              </a:defRPr>
            </a:lvl7pPr>
            <a:lvl8pPr marL="1371600" eaLnBrk="0" fontAlgn="base" hangingPunct="0">
              <a:spcBef>
                <a:spcPct val="0"/>
              </a:spcBef>
              <a:spcAft>
                <a:spcPct val="0"/>
              </a:spcAft>
              <a:defRPr sz="2400">
                <a:solidFill>
                  <a:schemeClr val="tx1"/>
                </a:solidFill>
                <a:latin typeface="Arial" charset="0"/>
                <a:ea typeface="ＭＳ Ｐゴシック" charset="-128"/>
              </a:defRPr>
            </a:lvl8pPr>
            <a:lvl9pPr marL="1828800" eaLnBrk="0" fontAlgn="base" hangingPunct="0">
              <a:spcBef>
                <a:spcPct val="0"/>
              </a:spcBef>
              <a:spcAft>
                <a:spcPct val="0"/>
              </a:spcAft>
              <a:defRPr sz="2400">
                <a:solidFill>
                  <a:schemeClr val="tx1"/>
                </a:solidFill>
                <a:latin typeface="Arial" charset="0"/>
                <a:ea typeface="ＭＳ Ｐゴシック" charset="-128"/>
              </a:defRPr>
            </a:lvl9pPr>
          </a:lstStyle>
          <a:p>
            <a:pPr eaLnBrk="1" hangingPunct="1"/>
            <a:endParaRPr lang="en-US" altLang="en-US" sz="1800">
              <a:solidFill>
                <a:srgbClr val="000000"/>
              </a:solidFill>
            </a:endParaRPr>
          </a:p>
        </p:txBody>
      </p:sp>
      <p:sp>
        <p:nvSpPr>
          <p:cNvPr id="12" name="AutoShape 14"/>
          <p:cNvSpPr>
            <a:spLocks noChangeArrowheads="1"/>
          </p:cNvSpPr>
          <p:nvPr/>
        </p:nvSpPr>
        <p:spPr bwMode="auto">
          <a:xfrm>
            <a:off x="4591050" y="4503738"/>
            <a:ext cx="228600" cy="228600"/>
          </a:xfrm>
          <a:prstGeom prst="star4">
            <a:avLst>
              <a:gd name="adj" fmla="val 12500"/>
            </a:avLst>
          </a:prstGeom>
          <a:solidFill>
            <a:schemeClr val="tx1">
              <a:alpha val="59999"/>
            </a:schemeClr>
          </a:solidFill>
          <a:ln w="9525">
            <a:solidFill>
              <a:schemeClr val="tx1"/>
            </a:solidFill>
            <a:miter lim="800000"/>
            <a:headEnd/>
            <a:tailEnd/>
          </a:ln>
        </p:spPr>
        <p:txBody>
          <a:bodyPr wrap="none" anchor="ctr"/>
          <a:lstStyle>
            <a:lvl1pPr eaLnBrk="0" hangingPunct="0">
              <a:defRPr sz="2400">
                <a:solidFill>
                  <a:schemeClr val="tx1"/>
                </a:solidFill>
                <a:latin typeface="Arial" charset="0"/>
                <a:ea typeface="ＭＳ Ｐゴシック" charset="-128"/>
              </a:defRPr>
            </a:lvl1pPr>
            <a:lvl2pPr marL="37931725" indent="-37474525" eaLnBrk="0" hangingPunct="0">
              <a:defRPr sz="2400">
                <a:solidFill>
                  <a:schemeClr val="tx1"/>
                </a:solidFill>
                <a:latin typeface="Arial" charset="0"/>
                <a:ea typeface="ＭＳ Ｐゴシック" charset="-128"/>
              </a:defRPr>
            </a:lvl2pPr>
            <a:lvl3pPr eaLnBrk="0" hangingPunct="0">
              <a:defRPr sz="2400">
                <a:solidFill>
                  <a:schemeClr val="tx1"/>
                </a:solidFill>
                <a:latin typeface="Arial" charset="0"/>
                <a:ea typeface="ＭＳ Ｐゴシック" charset="-128"/>
              </a:defRPr>
            </a:lvl3pPr>
            <a:lvl4pPr eaLnBrk="0" hangingPunct="0">
              <a:defRPr sz="2400">
                <a:solidFill>
                  <a:schemeClr val="tx1"/>
                </a:solidFill>
                <a:latin typeface="Arial" charset="0"/>
                <a:ea typeface="ＭＳ Ｐゴシック" charset="-128"/>
              </a:defRPr>
            </a:lvl4pPr>
            <a:lvl5pPr eaLnBrk="0" hangingPunct="0">
              <a:defRPr sz="2400">
                <a:solidFill>
                  <a:schemeClr val="tx1"/>
                </a:solidFill>
                <a:latin typeface="Arial" charset="0"/>
                <a:ea typeface="ＭＳ Ｐゴシック" charset="-128"/>
              </a:defRPr>
            </a:lvl5pPr>
            <a:lvl6pPr marL="457200" eaLnBrk="0" fontAlgn="base" hangingPunct="0">
              <a:spcBef>
                <a:spcPct val="0"/>
              </a:spcBef>
              <a:spcAft>
                <a:spcPct val="0"/>
              </a:spcAft>
              <a:defRPr sz="2400">
                <a:solidFill>
                  <a:schemeClr val="tx1"/>
                </a:solidFill>
                <a:latin typeface="Arial" charset="0"/>
                <a:ea typeface="ＭＳ Ｐゴシック" charset="-128"/>
              </a:defRPr>
            </a:lvl6pPr>
            <a:lvl7pPr marL="914400" eaLnBrk="0" fontAlgn="base" hangingPunct="0">
              <a:spcBef>
                <a:spcPct val="0"/>
              </a:spcBef>
              <a:spcAft>
                <a:spcPct val="0"/>
              </a:spcAft>
              <a:defRPr sz="2400">
                <a:solidFill>
                  <a:schemeClr val="tx1"/>
                </a:solidFill>
                <a:latin typeface="Arial" charset="0"/>
                <a:ea typeface="ＭＳ Ｐゴシック" charset="-128"/>
              </a:defRPr>
            </a:lvl7pPr>
            <a:lvl8pPr marL="1371600" eaLnBrk="0" fontAlgn="base" hangingPunct="0">
              <a:spcBef>
                <a:spcPct val="0"/>
              </a:spcBef>
              <a:spcAft>
                <a:spcPct val="0"/>
              </a:spcAft>
              <a:defRPr sz="2400">
                <a:solidFill>
                  <a:schemeClr val="tx1"/>
                </a:solidFill>
                <a:latin typeface="Arial" charset="0"/>
                <a:ea typeface="ＭＳ Ｐゴシック" charset="-128"/>
              </a:defRPr>
            </a:lvl8pPr>
            <a:lvl9pPr marL="1828800" eaLnBrk="0" fontAlgn="base" hangingPunct="0">
              <a:spcBef>
                <a:spcPct val="0"/>
              </a:spcBef>
              <a:spcAft>
                <a:spcPct val="0"/>
              </a:spcAft>
              <a:defRPr sz="2400">
                <a:solidFill>
                  <a:schemeClr val="tx1"/>
                </a:solidFill>
                <a:latin typeface="Arial" charset="0"/>
                <a:ea typeface="ＭＳ Ｐゴシック" charset="-128"/>
              </a:defRPr>
            </a:lvl9pPr>
          </a:lstStyle>
          <a:p>
            <a:pPr eaLnBrk="1" hangingPunct="1"/>
            <a:endParaRPr lang="en-US" altLang="en-US" sz="1800">
              <a:solidFill>
                <a:srgbClr val="000000"/>
              </a:solidFill>
            </a:endParaRPr>
          </a:p>
        </p:txBody>
      </p:sp>
      <p:cxnSp>
        <p:nvCxnSpPr>
          <p:cNvPr id="13" name="AutoShape 15"/>
          <p:cNvCxnSpPr>
            <a:cxnSpLocks noChangeShapeType="1"/>
          </p:cNvCxnSpPr>
          <p:nvPr/>
        </p:nvCxnSpPr>
        <p:spPr bwMode="auto">
          <a:xfrm>
            <a:off x="4244975" y="3703638"/>
            <a:ext cx="76200" cy="304800"/>
          </a:xfrm>
          <a:prstGeom prst="straightConnector1">
            <a:avLst/>
          </a:prstGeom>
          <a:noFill/>
          <a:ln w="28575">
            <a:solidFill>
              <a:schemeClr val="tx1"/>
            </a:solidFill>
            <a:round/>
            <a:headEnd/>
            <a:tailEnd/>
          </a:ln>
          <a:extLst>
            <a:ext uri="{909E8E84-426E-40DD-AFC4-6F175D3DCCD1}">
              <a14:hiddenFill xmlns:a14="http://schemas.microsoft.com/office/drawing/2010/main">
                <a:noFill/>
              </a14:hiddenFill>
            </a:ext>
          </a:extLst>
        </p:spPr>
      </p:cxnSp>
      <p:cxnSp>
        <p:nvCxnSpPr>
          <p:cNvPr id="14" name="AutoShape 16"/>
          <p:cNvCxnSpPr>
            <a:cxnSpLocks noChangeShapeType="1"/>
          </p:cNvCxnSpPr>
          <p:nvPr/>
        </p:nvCxnSpPr>
        <p:spPr bwMode="auto">
          <a:xfrm flipH="1">
            <a:off x="4244975" y="3398838"/>
            <a:ext cx="228600" cy="304800"/>
          </a:xfrm>
          <a:prstGeom prst="straightConnector1">
            <a:avLst/>
          </a:prstGeom>
          <a:noFill/>
          <a:ln w="28575">
            <a:solidFill>
              <a:schemeClr val="tx1"/>
            </a:solidFill>
            <a:round/>
            <a:headEnd/>
            <a:tailEnd/>
          </a:ln>
          <a:extLst>
            <a:ext uri="{909E8E84-426E-40DD-AFC4-6F175D3DCCD1}">
              <a14:hiddenFill xmlns:a14="http://schemas.microsoft.com/office/drawing/2010/main">
                <a:noFill/>
              </a14:hiddenFill>
            </a:ext>
          </a:extLst>
        </p:spPr>
      </p:cxnSp>
      <p:cxnSp>
        <p:nvCxnSpPr>
          <p:cNvPr id="15" name="AutoShape 17"/>
          <p:cNvCxnSpPr>
            <a:cxnSpLocks noChangeShapeType="1"/>
          </p:cNvCxnSpPr>
          <p:nvPr/>
        </p:nvCxnSpPr>
        <p:spPr bwMode="auto">
          <a:xfrm>
            <a:off x="4327525" y="4008438"/>
            <a:ext cx="304800" cy="76200"/>
          </a:xfrm>
          <a:prstGeom prst="straightConnector1">
            <a:avLst/>
          </a:prstGeom>
          <a:noFill/>
          <a:ln w="28575">
            <a:solidFill>
              <a:schemeClr val="tx1"/>
            </a:solidFill>
            <a:round/>
            <a:headEnd/>
            <a:tailEnd/>
          </a:ln>
          <a:extLst>
            <a:ext uri="{909E8E84-426E-40DD-AFC4-6F175D3DCCD1}">
              <a14:hiddenFill xmlns:a14="http://schemas.microsoft.com/office/drawing/2010/main">
                <a:noFill/>
              </a14:hiddenFill>
            </a:ext>
          </a:extLst>
        </p:spPr>
      </p:cxnSp>
      <p:cxnSp>
        <p:nvCxnSpPr>
          <p:cNvPr id="16" name="AutoShape 18"/>
          <p:cNvCxnSpPr>
            <a:cxnSpLocks noChangeShapeType="1"/>
          </p:cNvCxnSpPr>
          <p:nvPr/>
        </p:nvCxnSpPr>
        <p:spPr bwMode="auto">
          <a:xfrm>
            <a:off x="4621213" y="4084638"/>
            <a:ext cx="152400" cy="228600"/>
          </a:xfrm>
          <a:prstGeom prst="straightConnector1">
            <a:avLst/>
          </a:prstGeom>
          <a:noFill/>
          <a:ln w="28575">
            <a:solidFill>
              <a:schemeClr val="tx1"/>
            </a:solidFill>
            <a:round/>
            <a:headEnd/>
            <a:tailEnd/>
          </a:ln>
          <a:extLst>
            <a:ext uri="{909E8E84-426E-40DD-AFC4-6F175D3DCCD1}">
              <a14:hiddenFill xmlns:a14="http://schemas.microsoft.com/office/drawing/2010/main">
                <a:noFill/>
              </a14:hiddenFill>
            </a:ext>
          </a:extLst>
        </p:spPr>
      </p:cxnSp>
      <p:cxnSp>
        <p:nvCxnSpPr>
          <p:cNvPr id="17" name="AutoShape 19"/>
          <p:cNvCxnSpPr>
            <a:cxnSpLocks noChangeShapeType="1"/>
          </p:cNvCxnSpPr>
          <p:nvPr/>
        </p:nvCxnSpPr>
        <p:spPr bwMode="auto">
          <a:xfrm flipH="1">
            <a:off x="4697413" y="4313238"/>
            <a:ext cx="76200" cy="304800"/>
          </a:xfrm>
          <a:prstGeom prst="straightConnector1">
            <a:avLst/>
          </a:prstGeom>
          <a:noFill/>
          <a:ln w="28575">
            <a:solidFill>
              <a:schemeClr val="tx1"/>
            </a:solidFill>
            <a:round/>
            <a:headEnd/>
            <a:tailEnd/>
          </a:ln>
          <a:extLst>
            <a:ext uri="{909E8E84-426E-40DD-AFC4-6F175D3DCCD1}">
              <a14:hiddenFill xmlns:a14="http://schemas.microsoft.com/office/drawing/2010/main">
                <a:noFill/>
              </a14:hiddenFill>
            </a:ext>
          </a:extLst>
        </p:spPr>
      </p:cxnSp>
      <p:sp>
        <p:nvSpPr>
          <p:cNvPr id="18" name="Line 20"/>
          <p:cNvSpPr>
            <a:spLocks noChangeShapeType="1"/>
          </p:cNvSpPr>
          <p:nvPr/>
        </p:nvSpPr>
        <p:spPr bwMode="auto">
          <a:xfrm>
            <a:off x="4457700" y="2813050"/>
            <a:ext cx="42863" cy="304800"/>
          </a:xfrm>
          <a:prstGeom prst="line">
            <a:avLst/>
          </a:prstGeom>
          <a:noFill/>
          <a:ln w="28575">
            <a:solidFill>
              <a:schemeClr val="tx1"/>
            </a:solidFill>
            <a:round/>
            <a:headEnd/>
            <a:tailEnd/>
          </a:ln>
          <a:extLst>
            <a:ext uri="{909E8E84-426E-40DD-AFC4-6F175D3DCCD1}">
              <a14:hiddenFill xmlns:a14="http://schemas.microsoft.com/office/drawing/2010/main">
                <a:noFill/>
              </a14:hiddenFill>
            </a:ext>
          </a:extLst>
        </p:spPr>
        <p:txBody>
          <a:bodyPr/>
          <a:lstStyle/>
          <a:p>
            <a:endParaRPr lang="en-GB"/>
          </a:p>
        </p:txBody>
      </p:sp>
      <p:sp>
        <p:nvSpPr>
          <p:cNvPr id="19" name="Line 21"/>
          <p:cNvSpPr>
            <a:spLocks noChangeShapeType="1"/>
          </p:cNvSpPr>
          <p:nvPr/>
        </p:nvSpPr>
        <p:spPr bwMode="auto">
          <a:xfrm flipH="1">
            <a:off x="4476750" y="3113088"/>
            <a:ext cx="23813" cy="280987"/>
          </a:xfrm>
          <a:prstGeom prst="line">
            <a:avLst/>
          </a:prstGeom>
          <a:noFill/>
          <a:ln w="28575">
            <a:solidFill>
              <a:schemeClr val="tx1"/>
            </a:solidFill>
            <a:round/>
            <a:headEnd/>
            <a:tailEnd/>
          </a:ln>
          <a:extLst>
            <a:ext uri="{909E8E84-426E-40DD-AFC4-6F175D3DCCD1}">
              <a14:hiddenFill xmlns:a14="http://schemas.microsoft.com/office/drawing/2010/main">
                <a:noFill/>
              </a14:hiddenFill>
            </a:ext>
          </a:extLst>
        </p:spPr>
        <p:txBody>
          <a:bodyPr/>
          <a:lstStyle/>
          <a:p>
            <a:endParaRPr lang="en-GB"/>
          </a:p>
        </p:txBody>
      </p:sp>
      <p:sp>
        <p:nvSpPr>
          <p:cNvPr id="20" name="Text Box 22"/>
          <p:cNvSpPr txBox="1">
            <a:spLocks noChangeArrowheads="1"/>
          </p:cNvSpPr>
          <p:nvPr/>
        </p:nvSpPr>
        <p:spPr bwMode="auto">
          <a:xfrm>
            <a:off x="7324725" y="4953000"/>
            <a:ext cx="382588" cy="369888"/>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wrap="none">
            <a:spAutoFit/>
          </a:bodyPr>
          <a:lstStyle>
            <a:lvl1pPr eaLnBrk="0" hangingPunct="0">
              <a:defRPr sz="2400">
                <a:solidFill>
                  <a:schemeClr val="tx1"/>
                </a:solidFill>
                <a:latin typeface="Arial" charset="0"/>
                <a:ea typeface="ＭＳ Ｐゴシック" charset="-128"/>
              </a:defRPr>
            </a:lvl1pPr>
            <a:lvl2pPr marL="37931725" indent="-37474525" eaLnBrk="0" hangingPunct="0">
              <a:defRPr sz="2400">
                <a:solidFill>
                  <a:schemeClr val="tx1"/>
                </a:solidFill>
                <a:latin typeface="Arial" charset="0"/>
                <a:ea typeface="ＭＳ Ｐゴシック" charset="-128"/>
              </a:defRPr>
            </a:lvl2pPr>
            <a:lvl3pPr eaLnBrk="0" hangingPunct="0">
              <a:defRPr sz="2400">
                <a:solidFill>
                  <a:schemeClr val="tx1"/>
                </a:solidFill>
                <a:latin typeface="Arial" charset="0"/>
                <a:ea typeface="ＭＳ Ｐゴシック" charset="-128"/>
              </a:defRPr>
            </a:lvl3pPr>
            <a:lvl4pPr eaLnBrk="0" hangingPunct="0">
              <a:defRPr sz="2400">
                <a:solidFill>
                  <a:schemeClr val="tx1"/>
                </a:solidFill>
                <a:latin typeface="Arial" charset="0"/>
                <a:ea typeface="ＭＳ Ｐゴシック" charset="-128"/>
              </a:defRPr>
            </a:lvl4pPr>
            <a:lvl5pPr eaLnBrk="0" hangingPunct="0">
              <a:defRPr sz="2400">
                <a:solidFill>
                  <a:schemeClr val="tx1"/>
                </a:solidFill>
                <a:latin typeface="Arial" charset="0"/>
                <a:ea typeface="ＭＳ Ｐゴシック" charset="-128"/>
              </a:defRPr>
            </a:lvl5pPr>
            <a:lvl6pPr marL="457200" eaLnBrk="0" fontAlgn="base" hangingPunct="0">
              <a:spcBef>
                <a:spcPct val="0"/>
              </a:spcBef>
              <a:spcAft>
                <a:spcPct val="0"/>
              </a:spcAft>
              <a:defRPr sz="2400">
                <a:solidFill>
                  <a:schemeClr val="tx1"/>
                </a:solidFill>
                <a:latin typeface="Arial" charset="0"/>
                <a:ea typeface="ＭＳ Ｐゴシック" charset="-128"/>
              </a:defRPr>
            </a:lvl6pPr>
            <a:lvl7pPr marL="914400" eaLnBrk="0" fontAlgn="base" hangingPunct="0">
              <a:spcBef>
                <a:spcPct val="0"/>
              </a:spcBef>
              <a:spcAft>
                <a:spcPct val="0"/>
              </a:spcAft>
              <a:defRPr sz="2400">
                <a:solidFill>
                  <a:schemeClr val="tx1"/>
                </a:solidFill>
                <a:latin typeface="Arial" charset="0"/>
                <a:ea typeface="ＭＳ Ｐゴシック" charset="-128"/>
              </a:defRPr>
            </a:lvl7pPr>
            <a:lvl8pPr marL="1371600" eaLnBrk="0" fontAlgn="base" hangingPunct="0">
              <a:spcBef>
                <a:spcPct val="0"/>
              </a:spcBef>
              <a:spcAft>
                <a:spcPct val="0"/>
              </a:spcAft>
              <a:defRPr sz="2400">
                <a:solidFill>
                  <a:schemeClr val="tx1"/>
                </a:solidFill>
                <a:latin typeface="Arial" charset="0"/>
                <a:ea typeface="ＭＳ Ｐゴシック" charset="-128"/>
              </a:defRPr>
            </a:lvl8pPr>
            <a:lvl9pPr marL="1828800" eaLnBrk="0" fontAlgn="base" hangingPunct="0">
              <a:spcBef>
                <a:spcPct val="0"/>
              </a:spcBef>
              <a:spcAft>
                <a:spcPct val="0"/>
              </a:spcAft>
              <a:defRPr sz="2400">
                <a:solidFill>
                  <a:schemeClr val="tx1"/>
                </a:solidFill>
                <a:latin typeface="Arial" charset="0"/>
                <a:ea typeface="ＭＳ Ｐゴシック" charset="-128"/>
              </a:defRPr>
            </a:lvl9pPr>
          </a:lstStyle>
          <a:p>
            <a:pPr eaLnBrk="1" hangingPunct="1"/>
            <a:r>
              <a:rPr lang="en-US" altLang="en-US" sz="1800">
                <a:solidFill>
                  <a:srgbClr val="000000"/>
                </a:solidFill>
                <a:latin typeface="Symbol" charset="2"/>
                <a:sym typeface="Symbol" charset="2"/>
              </a:rPr>
              <a:t></a:t>
            </a:r>
            <a:r>
              <a:rPr lang="en-US" altLang="en-US" sz="1800" baseline="-25000">
                <a:solidFill>
                  <a:srgbClr val="000000"/>
                </a:solidFill>
                <a:latin typeface="Symbol" charset="2"/>
                <a:sym typeface="Symbol" charset="2"/>
              </a:rPr>
              <a:t>1</a:t>
            </a:r>
            <a:endParaRPr lang="en-US" altLang="en-US" sz="1800" baseline="-25000">
              <a:solidFill>
                <a:srgbClr val="000000"/>
              </a:solidFill>
              <a:latin typeface="Symbol" charset="2"/>
            </a:endParaRPr>
          </a:p>
        </p:txBody>
      </p:sp>
      <p:sp>
        <p:nvSpPr>
          <p:cNvPr id="21" name="Text Box 23"/>
          <p:cNvSpPr txBox="1">
            <a:spLocks noChangeArrowheads="1"/>
          </p:cNvSpPr>
          <p:nvPr/>
        </p:nvSpPr>
        <p:spPr bwMode="auto">
          <a:xfrm>
            <a:off x="3303588" y="5332413"/>
            <a:ext cx="382587" cy="369887"/>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wrap="none">
            <a:spAutoFit/>
          </a:bodyPr>
          <a:lstStyle>
            <a:lvl1pPr eaLnBrk="0" hangingPunct="0">
              <a:defRPr sz="2400">
                <a:solidFill>
                  <a:schemeClr val="tx1"/>
                </a:solidFill>
                <a:latin typeface="Arial" charset="0"/>
                <a:ea typeface="ＭＳ Ｐゴシック" charset="-128"/>
              </a:defRPr>
            </a:lvl1pPr>
            <a:lvl2pPr marL="37931725" indent="-37474525" eaLnBrk="0" hangingPunct="0">
              <a:defRPr sz="2400">
                <a:solidFill>
                  <a:schemeClr val="tx1"/>
                </a:solidFill>
                <a:latin typeface="Arial" charset="0"/>
                <a:ea typeface="ＭＳ Ｐゴシック" charset="-128"/>
              </a:defRPr>
            </a:lvl2pPr>
            <a:lvl3pPr eaLnBrk="0" hangingPunct="0">
              <a:defRPr sz="2400">
                <a:solidFill>
                  <a:schemeClr val="tx1"/>
                </a:solidFill>
                <a:latin typeface="Arial" charset="0"/>
                <a:ea typeface="ＭＳ Ｐゴシック" charset="-128"/>
              </a:defRPr>
            </a:lvl3pPr>
            <a:lvl4pPr eaLnBrk="0" hangingPunct="0">
              <a:defRPr sz="2400">
                <a:solidFill>
                  <a:schemeClr val="tx1"/>
                </a:solidFill>
                <a:latin typeface="Arial" charset="0"/>
                <a:ea typeface="ＭＳ Ｐゴシック" charset="-128"/>
              </a:defRPr>
            </a:lvl4pPr>
            <a:lvl5pPr eaLnBrk="0" hangingPunct="0">
              <a:defRPr sz="2400">
                <a:solidFill>
                  <a:schemeClr val="tx1"/>
                </a:solidFill>
                <a:latin typeface="Arial" charset="0"/>
                <a:ea typeface="ＭＳ Ｐゴシック" charset="-128"/>
              </a:defRPr>
            </a:lvl5pPr>
            <a:lvl6pPr marL="457200" eaLnBrk="0" fontAlgn="base" hangingPunct="0">
              <a:spcBef>
                <a:spcPct val="0"/>
              </a:spcBef>
              <a:spcAft>
                <a:spcPct val="0"/>
              </a:spcAft>
              <a:defRPr sz="2400">
                <a:solidFill>
                  <a:schemeClr val="tx1"/>
                </a:solidFill>
                <a:latin typeface="Arial" charset="0"/>
                <a:ea typeface="ＭＳ Ｐゴシック" charset="-128"/>
              </a:defRPr>
            </a:lvl6pPr>
            <a:lvl7pPr marL="914400" eaLnBrk="0" fontAlgn="base" hangingPunct="0">
              <a:spcBef>
                <a:spcPct val="0"/>
              </a:spcBef>
              <a:spcAft>
                <a:spcPct val="0"/>
              </a:spcAft>
              <a:defRPr sz="2400">
                <a:solidFill>
                  <a:schemeClr val="tx1"/>
                </a:solidFill>
                <a:latin typeface="Arial" charset="0"/>
                <a:ea typeface="ＭＳ Ｐゴシック" charset="-128"/>
              </a:defRPr>
            </a:lvl7pPr>
            <a:lvl8pPr marL="1371600" eaLnBrk="0" fontAlgn="base" hangingPunct="0">
              <a:spcBef>
                <a:spcPct val="0"/>
              </a:spcBef>
              <a:spcAft>
                <a:spcPct val="0"/>
              </a:spcAft>
              <a:defRPr sz="2400">
                <a:solidFill>
                  <a:schemeClr val="tx1"/>
                </a:solidFill>
                <a:latin typeface="Arial" charset="0"/>
                <a:ea typeface="ＭＳ Ｐゴシック" charset="-128"/>
              </a:defRPr>
            </a:lvl8pPr>
            <a:lvl9pPr marL="1828800" eaLnBrk="0" fontAlgn="base" hangingPunct="0">
              <a:spcBef>
                <a:spcPct val="0"/>
              </a:spcBef>
              <a:spcAft>
                <a:spcPct val="0"/>
              </a:spcAft>
              <a:defRPr sz="2400">
                <a:solidFill>
                  <a:schemeClr val="tx1"/>
                </a:solidFill>
                <a:latin typeface="Arial" charset="0"/>
                <a:ea typeface="ＭＳ Ｐゴシック" charset="-128"/>
              </a:defRPr>
            </a:lvl9pPr>
          </a:lstStyle>
          <a:p>
            <a:pPr eaLnBrk="1" hangingPunct="1"/>
            <a:r>
              <a:rPr lang="en-US" altLang="en-US" sz="1800">
                <a:solidFill>
                  <a:srgbClr val="000000"/>
                </a:solidFill>
                <a:latin typeface="Symbol" charset="2"/>
                <a:sym typeface="Symbol" charset="2"/>
              </a:rPr>
              <a:t></a:t>
            </a:r>
            <a:r>
              <a:rPr lang="en-US" altLang="en-US" sz="1800" baseline="-25000">
                <a:solidFill>
                  <a:srgbClr val="000000"/>
                </a:solidFill>
                <a:latin typeface="Symbol" charset="2"/>
                <a:sym typeface="Symbol" charset="2"/>
              </a:rPr>
              <a:t>0</a:t>
            </a:r>
            <a:endParaRPr lang="en-US" altLang="en-US" sz="1800" baseline="-25000">
              <a:solidFill>
                <a:srgbClr val="000000"/>
              </a:solidFill>
              <a:latin typeface="Symbol" charset="2"/>
            </a:endParaRPr>
          </a:p>
        </p:txBody>
      </p:sp>
      <p:sp>
        <p:nvSpPr>
          <p:cNvPr id="22" name="Text Box 21"/>
          <p:cNvSpPr txBox="1">
            <a:spLocks noChangeArrowheads="1"/>
          </p:cNvSpPr>
          <p:nvPr/>
        </p:nvSpPr>
        <p:spPr bwMode="auto">
          <a:xfrm>
            <a:off x="1149350" y="3173413"/>
            <a:ext cx="904875" cy="368300"/>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wrap="none">
            <a:spAutoFit/>
          </a:bodyPr>
          <a:lstStyle>
            <a:lvl1pPr eaLnBrk="0" hangingPunct="0">
              <a:defRPr sz="2400">
                <a:solidFill>
                  <a:schemeClr val="tx1"/>
                </a:solidFill>
                <a:latin typeface="Arial" charset="0"/>
                <a:ea typeface="ＭＳ Ｐゴシック" charset="-128"/>
              </a:defRPr>
            </a:lvl1pPr>
            <a:lvl2pPr marL="37931725" indent="-37474525" eaLnBrk="0" hangingPunct="0">
              <a:defRPr sz="2400">
                <a:solidFill>
                  <a:schemeClr val="tx1"/>
                </a:solidFill>
                <a:latin typeface="Arial" charset="0"/>
                <a:ea typeface="ＭＳ Ｐゴシック" charset="-128"/>
              </a:defRPr>
            </a:lvl2pPr>
            <a:lvl3pPr eaLnBrk="0" hangingPunct="0">
              <a:defRPr sz="2400">
                <a:solidFill>
                  <a:schemeClr val="tx1"/>
                </a:solidFill>
                <a:latin typeface="Arial" charset="0"/>
                <a:ea typeface="ＭＳ Ｐゴシック" charset="-128"/>
              </a:defRPr>
            </a:lvl3pPr>
            <a:lvl4pPr eaLnBrk="0" hangingPunct="0">
              <a:defRPr sz="2400">
                <a:solidFill>
                  <a:schemeClr val="tx1"/>
                </a:solidFill>
                <a:latin typeface="Arial" charset="0"/>
                <a:ea typeface="ＭＳ Ｐゴシック" charset="-128"/>
              </a:defRPr>
            </a:lvl4pPr>
            <a:lvl5pPr eaLnBrk="0" hangingPunct="0">
              <a:defRPr sz="2400">
                <a:solidFill>
                  <a:schemeClr val="tx1"/>
                </a:solidFill>
                <a:latin typeface="Arial" charset="0"/>
                <a:ea typeface="ＭＳ Ｐゴシック" charset="-128"/>
              </a:defRPr>
            </a:lvl5pPr>
            <a:lvl6pPr marL="457200" eaLnBrk="0" fontAlgn="base" hangingPunct="0">
              <a:spcBef>
                <a:spcPct val="0"/>
              </a:spcBef>
              <a:spcAft>
                <a:spcPct val="0"/>
              </a:spcAft>
              <a:defRPr sz="2400">
                <a:solidFill>
                  <a:schemeClr val="tx1"/>
                </a:solidFill>
                <a:latin typeface="Arial" charset="0"/>
                <a:ea typeface="ＭＳ Ｐゴシック" charset="-128"/>
              </a:defRPr>
            </a:lvl6pPr>
            <a:lvl7pPr marL="914400" eaLnBrk="0" fontAlgn="base" hangingPunct="0">
              <a:spcBef>
                <a:spcPct val="0"/>
              </a:spcBef>
              <a:spcAft>
                <a:spcPct val="0"/>
              </a:spcAft>
              <a:defRPr sz="2400">
                <a:solidFill>
                  <a:schemeClr val="tx1"/>
                </a:solidFill>
                <a:latin typeface="Arial" charset="0"/>
                <a:ea typeface="ＭＳ Ｐゴシック" charset="-128"/>
              </a:defRPr>
            </a:lvl7pPr>
            <a:lvl8pPr marL="1371600" eaLnBrk="0" fontAlgn="base" hangingPunct="0">
              <a:spcBef>
                <a:spcPct val="0"/>
              </a:spcBef>
              <a:spcAft>
                <a:spcPct val="0"/>
              </a:spcAft>
              <a:defRPr sz="2400">
                <a:solidFill>
                  <a:schemeClr val="tx1"/>
                </a:solidFill>
                <a:latin typeface="Arial" charset="0"/>
                <a:ea typeface="ＭＳ Ｐゴシック" charset="-128"/>
              </a:defRPr>
            </a:lvl8pPr>
            <a:lvl9pPr marL="1828800" eaLnBrk="0" fontAlgn="base" hangingPunct="0">
              <a:spcBef>
                <a:spcPct val="0"/>
              </a:spcBef>
              <a:spcAft>
                <a:spcPct val="0"/>
              </a:spcAft>
              <a:defRPr sz="2400">
                <a:solidFill>
                  <a:schemeClr val="tx1"/>
                </a:solidFill>
                <a:latin typeface="Arial" charset="0"/>
                <a:ea typeface="ＭＳ Ｐゴシック" charset="-128"/>
              </a:defRPr>
            </a:lvl9pPr>
          </a:lstStyle>
          <a:p>
            <a:pPr eaLnBrk="1" hangingPunct="1"/>
            <a:r>
              <a:rPr lang="en-US" altLang="en-US" sz="1800" dirty="0">
                <a:solidFill>
                  <a:srgbClr val="000000"/>
                </a:solidFill>
              </a:rPr>
              <a:t>J(</a:t>
            </a:r>
            <a:r>
              <a:rPr lang="en-US" altLang="en-US" sz="1800" dirty="0">
                <a:solidFill>
                  <a:srgbClr val="000000"/>
                </a:solidFill>
                <a:latin typeface="Symbol" charset="2"/>
                <a:sym typeface="Symbol" charset="2"/>
              </a:rPr>
              <a:t></a:t>
            </a:r>
            <a:r>
              <a:rPr lang="en-US" altLang="en-US" sz="1800" baseline="-25000" dirty="0">
                <a:solidFill>
                  <a:srgbClr val="000000"/>
                </a:solidFill>
                <a:latin typeface="Symbol" charset="2"/>
                <a:sym typeface="Symbol" charset="2"/>
              </a:rPr>
              <a:t>0</a:t>
            </a:r>
            <a:r>
              <a:rPr lang="en-US" altLang="en-US" sz="1800" dirty="0">
                <a:solidFill>
                  <a:srgbClr val="000000"/>
                </a:solidFill>
                <a:latin typeface="Symbol" charset="2"/>
                <a:sym typeface="Symbol" charset="2"/>
              </a:rPr>
              <a:t>,</a:t>
            </a:r>
            <a:r>
              <a:rPr lang="en-US" altLang="en-US" sz="1800" baseline="-25000" dirty="0">
                <a:solidFill>
                  <a:srgbClr val="000000"/>
                </a:solidFill>
                <a:latin typeface="Symbol" charset="2"/>
                <a:sym typeface="Symbol" charset="2"/>
              </a:rPr>
              <a:t>1</a:t>
            </a:r>
            <a:r>
              <a:rPr lang="en-US" altLang="en-US" sz="1800" dirty="0">
                <a:solidFill>
                  <a:srgbClr val="000000"/>
                </a:solidFill>
              </a:rPr>
              <a:t>)</a:t>
            </a:r>
            <a:endParaRPr lang="en-US" altLang="en-US" sz="1800" baseline="-25000" dirty="0">
              <a:solidFill>
                <a:srgbClr val="000000"/>
              </a:solidFill>
              <a:latin typeface="Symbol" charset="2"/>
              <a:sym typeface="Symbol" charset="2"/>
            </a:endParaRPr>
          </a:p>
        </p:txBody>
      </p:sp>
    </p:spTree>
    <p:extLst>
      <p:ext uri="{BB962C8B-B14F-4D97-AF65-F5344CB8AC3E}">
        <p14:creationId xmlns:p14="http://schemas.microsoft.com/office/powerpoint/2010/main" val="1529065167"/>
      </p:ext>
    </p:extLst>
  </p:cSld>
  <p:clrMapOvr>
    <a:masterClrMapping/>
  </p:clrMapOvr>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1" presetClass="entr" presetSubtype="0" fill="hold" grpId="0" nodeType="clickEffect">
                                  <p:stCondLst>
                                    <p:cond delay="0"/>
                                  </p:stCondLst>
                                  <p:childTnLst>
                                    <p:set>
                                      <p:cBhvr>
                                        <p:cTn id="6" dur="1" fill="hold">
                                          <p:stCondLst>
                                            <p:cond delay="0"/>
                                          </p:stCondLst>
                                        </p:cTn>
                                        <p:tgtEl>
                                          <p:spTgt spid="5"/>
                                        </p:tgtEl>
                                        <p:attrNameLst>
                                          <p:attrName>style.visibility</p:attrName>
                                        </p:attrNameLst>
                                      </p:cBhvr>
                                      <p:to>
                                        <p:strVal val="visible"/>
                                      </p:to>
                                    </p:set>
                                  </p:childTnLst>
                                </p:cTn>
                              </p:par>
                            </p:childTnLst>
                          </p:cTn>
                        </p:par>
                      </p:childTnLst>
                    </p:cTn>
                  </p:par>
                  <p:par>
                    <p:cTn id="7" fill="hold">
                      <p:stCondLst>
                        <p:cond delay="indefinite"/>
                      </p:stCondLst>
                      <p:childTnLst>
                        <p:par>
                          <p:cTn id="8" fill="hold">
                            <p:stCondLst>
                              <p:cond delay="0"/>
                            </p:stCondLst>
                            <p:childTnLst>
                              <p:par>
                                <p:cTn id="9" presetID="1" presetClass="entr" presetSubtype="0" fill="hold" grpId="0" nodeType="clickEffect">
                                  <p:stCondLst>
                                    <p:cond delay="0"/>
                                  </p:stCondLst>
                                  <p:childTnLst>
                                    <p:set>
                                      <p:cBhvr>
                                        <p:cTn id="10" dur="1" fill="hold">
                                          <p:stCondLst>
                                            <p:cond delay="0"/>
                                          </p:stCondLst>
                                        </p:cTn>
                                        <p:tgtEl>
                                          <p:spTgt spid="18"/>
                                        </p:tgtEl>
                                        <p:attrNameLst>
                                          <p:attrName>style.visibility</p:attrName>
                                        </p:attrNameLst>
                                      </p:cBhvr>
                                      <p:to>
                                        <p:strVal val="visible"/>
                                      </p:to>
                                    </p:set>
                                  </p:childTnLst>
                                </p:cTn>
                              </p:par>
                            </p:childTnLst>
                          </p:cTn>
                        </p:par>
                        <p:par>
                          <p:cTn id="11" fill="hold">
                            <p:stCondLst>
                              <p:cond delay="0"/>
                            </p:stCondLst>
                            <p:childTnLst>
                              <p:par>
                                <p:cTn id="12" presetID="1" presetClass="entr" presetSubtype="0" fill="hold" grpId="0" nodeType="afterEffect">
                                  <p:stCondLst>
                                    <p:cond delay="0"/>
                                  </p:stCondLst>
                                  <p:childTnLst>
                                    <p:set>
                                      <p:cBhvr>
                                        <p:cTn id="13" dur="1" fill="hold">
                                          <p:stCondLst>
                                            <p:cond delay="0"/>
                                          </p:stCondLst>
                                        </p:cTn>
                                        <p:tgtEl>
                                          <p:spTgt spid="6"/>
                                        </p:tgtEl>
                                        <p:attrNameLst>
                                          <p:attrName>style.visibility</p:attrName>
                                        </p:attrNameLst>
                                      </p:cBhvr>
                                      <p:to>
                                        <p:strVal val="visible"/>
                                      </p:to>
                                    </p:set>
                                  </p:childTnLst>
                                </p:cTn>
                              </p:par>
                            </p:childTnLst>
                          </p:cTn>
                        </p:par>
                      </p:childTnLst>
                    </p:cTn>
                  </p:par>
                  <p:par>
                    <p:cTn id="14" fill="hold">
                      <p:stCondLst>
                        <p:cond delay="indefinite"/>
                      </p:stCondLst>
                      <p:childTnLst>
                        <p:par>
                          <p:cTn id="15" fill="hold">
                            <p:stCondLst>
                              <p:cond delay="0"/>
                            </p:stCondLst>
                            <p:childTnLst>
                              <p:par>
                                <p:cTn id="16" presetID="1" presetClass="entr" presetSubtype="0" fill="hold" grpId="0" nodeType="clickEffect">
                                  <p:stCondLst>
                                    <p:cond delay="0"/>
                                  </p:stCondLst>
                                  <p:childTnLst>
                                    <p:set>
                                      <p:cBhvr>
                                        <p:cTn id="17" dur="1" fill="hold">
                                          <p:stCondLst>
                                            <p:cond delay="0"/>
                                          </p:stCondLst>
                                        </p:cTn>
                                        <p:tgtEl>
                                          <p:spTgt spid="19"/>
                                        </p:tgtEl>
                                        <p:attrNameLst>
                                          <p:attrName>style.visibility</p:attrName>
                                        </p:attrNameLst>
                                      </p:cBhvr>
                                      <p:to>
                                        <p:strVal val="visible"/>
                                      </p:to>
                                    </p:set>
                                  </p:childTnLst>
                                </p:cTn>
                              </p:par>
                            </p:childTnLst>
                          </p:cTn>
                        </p:par>
                        <p:par>
                          <p:cTn id="18" fill="hold">
                            <p:stCondLst>
                              <p:cond delay="0"/>
                            </p:stCondLst>
                            <p:childTnLst>
                              <p:par>
                                <p:cTn id="19" presetID="1" presetClass="entr" presetSubtype="0" fill="hold" grpId="0" nodeType="afterEffect">
                                  <p:stCondLst>
                                    <p:cond delay="0"/>
                                  </p:stCondLst>
                                  <p:childTnLst>
                                    <p:set>
                                      <p:cBhvr>
                                        <p:cTn id="20" dur="1" fill="hold">
                                          <p:stCondLst>
                                            <p:cond delay="0"/>
                                          </p:stCondLst>
                                        </p:cTn>
                                        <p:tgtEl>
                                          <p:spTgt spid="7"/>
                                        </p:tgtEl>
                                        <p:attrNameLst>
                                          <p:attrName>style.visibility</p:attrName>
                                        </p:attrNameLst>
                                      </p:cBhvr>
                                      <p:to>
                                        <p:strVal val="visible"/>
                                      </p:to>
                                    </p:set>
                                  </p:childTnLst>
                                </p:cTn>
                              </p:par>
                            </p:childTnLst>
                          </p:cTn>
                        </p:par>
                      </p:childTnLst>
                    </p:cTn>
                  </p:par>
                  <p:par>
                    <p:cTn id="21" fill="hold">
                      <p:stCondLst>
                        <p:cond delay="indefinite"/>
                      </p:stCondLst>
                      <p:childTnLst>
                        <p:par>
                          <p:cTn id="22" fill="hold">
                            <p:stCondLst>
                              <p:cond delay="0"/>
                            </p:stCondLst>
                            <p:childTnLst>
                              <p:par>
                                <p:cTn id="23" presetID="1" presetClass="entr" presetSubtype="0" fill="hold" nodeType="clickEffect">
                                  <p:stCondLst>
                                    <p:cond delay="0"/>
                                  </p:stCondLst>
                                  <p:childTnLst>
                                    <p:set>
                                      <p:cBhvr>
                                        <p:cTn id="24" dur="1" fill="hold">
                                          <p:stCondLst>
                                            <p:cond delay="0"/>
                                          </p:stCondLst>
                                        </p:cTn>
                                        <p:tgtEl>
                                          <p:spTgt spid="14"/>
                                        </p:tgtEl>
                                        <p:attrNameLst>
                                          <p:attrName>style.visibility</p:attrName>
                                        </p:attrNameLst>
                                      </p:cBhvr>
                                      <p:to>
                                        <p:strVal val="visible"/>
                                      </p:to>
                                    </p:set>
                                  </p:childTnLst>
                                </p:cTn>
                              </p:par>
                            </p:childTnLst>
                          </p:cTn>
                        </p:par>
                        <p:par>
                          <p:cTn id="25" fill="hold">
                            <p:stCondLst>
                              <p:cond delay="0"/>
                            </p:stCondLst>
                            <p:childTnLst>
                              <p:par>
                                <p:cTn id="26" presetID="1" presetClass="entr" presetSubtype="0" fill="hold" grpId="0" nodeType="afterEffect">
                                  <p:stCondLst>
                                    <p:cond delay="0"/>
                                  </p:stCondLst>
                                  <p:childTnLst>
                                    <p:set>
                                      <p:cBhvr>
                                        <p:cTn id="27" dur="1" fill="hold">
                                          <p:stCondLst>
                                            <p:cond delay="0"/>
                                          </p:stCondLst>
                                        </p:cTn>
                                        <p:tgtEl>
                                          <p:spTgt spid="8"/>
                                        </p:tgtEl>
                                        <p:attrNameLst>
                                          <p:attrName>style.visibility</p:attrName>
                                        </p:attrNameLst>
                                      </p:cBhvr>
                                      <p:to>
                                        <p:strVal val="visible"/>
                                      </p:to>
                                    </p:set>
                                  </p:childTnLst>
                                </p:cTn>
                              </p:par>
                            </p:childTnLst>
                          </p:cTn>
                        </p:par>
                        <p:par>
                          <p:cTn id="28" fill="hold">
                            <p:stCondLst>
                              <p:cond delay="0"/>
                            </p:stCondLst>
                            <p:childTnLst>
                              <p:par>
                                <p:cTn id="29" presetID="1" presetClass="entr" presetSubtype="0" fill="hold" nodeType="afterEffect">
                                  <p:stCondLst>
                                    <p:cond delay="500"/>
                                  </p:stCondLst>
                                  <p:childTnLst>
                                    <p:set>
                                      <p:cBhvr>
                                        <p:cTn id="30" dur="1" fill="hold">
                                          <p:stCondLst>
                                            <p:cond delay="0"/>
                                          </p:stCondLst>
                                        </p:cTn>
                                        <p:tgtEl>
                                          <p:spTgt spid="13"/>
                                        </p:tgtEl>
                                        <p:attrNameLst>
                                          <p:attrName>style.visibility</p:attrName>
                                        </p:attrNameLst>
                                      </p:cBhvr>
                                      <p:to>
                                        <p:strVal val="visible"/>
                                      </p:to>
                                    </p:set>
                                  </p:childTnLst>
                                </p:cTn>
                              </p:par>
                            </p:childTnLst>
                          </p:cTn>
                        </p:par>
                        <p:par>
                          <p:cTn id="31" fill="hold">
                            <p:stCondLst>
                              <p:cond delay="500"/>
                            </p:stCondLst>
                            <p:childTnLst>
                              <p:par>
                                <p:cTn id="32" presetID="1" presetClass="entr" presetSubtype="0" fill="hold" grpId="0" nodeType="afterEffect">
                                  <p:stCondLst>
                                    <p:cond delay="0"/>
                                  </p:stCondLst>
                                  <p:childTnLst>
                                    <p:set>
                                      <p:cBhvr>
                                        <p:cTn id="33" dur="1" fill="hold">
                                          <p:stCondLst>
                                            <p:cond delay="0"/>
                                          </p:stCondLst>
                                        </p:cTn>
                                        <p:tgtEl>
                                          <p:spTgt spid="9"/>
                                        </p:tgtEl>
                                        <p:attrNameLst>
                                          <p:attrName>style.visibility</p:attrName>
                                        </p:attrNameLst>
                                      </p:cBhvr>
                                      <p:to>
                                        <p:strVal val="visible"/>
                                      </p:to>
                                    </p:set>
                                  </p:childTnLst>
                                </p:cTn>
                              </p:par>
                            </p:childTnLst>
                          </p:cTn>
                        </p:par>
                        <p:par>
                          <p:cTn id="34" fill="hold">
                            <p:stCondLst>
                              <p:cond delay="500"/>
                            </p:stCondLst>
                            <p:childTnLst>
                              <p:par>
                                <p:cTn id="35" presetID="1" presetClass="entr" presetSubtype="0" fill="hold" nodeType="afterEffect">
                                  <p:stCondLst>
                                    <p:cond delay="500"/>
                                  </p:stCondLst>
                                  <p:childTnLst>
                                    <p:set>
                                      <p:cBhvr>
                                        <p:cTn id="36" dur="1" fill="hold">
                                          <p:stCondLst>
                                            <p:cond delay="0"/>
                                          </p:stCondLst>
                                        </p:cTn>
                                        <p:tgtEl>
                                          <p:spTgt spid="15"/>
                                        </p:tgtEl>
                                        <p:attrNameLst>
                                          <p:attrName>style.visibility</p:attrName>
                                        </p:attrNameLst>
                                      </p:cBhvr>
                                      <p:to>
                                        <p:strVal val="visible"/>
                                      </p:to>
                                    </p:set>
                                  </p:childTnLst>
                                </p:cTn>
                              </p:par>
                            </p:childTnLst>
                          </p:cTn>
                        </p:par>
                        <p:par>
                          <p:cTn id="37" fill="hold">
                            <p:stCondLst>
                              <p:cond delay="1000"/>
                            </p:stCondLst>
                            <p:childTnLst>
                              <p:par>
                                <p:cTn id="38" presetID="1" presetClass="entr" presetSubtype="0" fill="hold" grpId="0" nodeType="afterEffect">
                                  <p:stCondLst>
                                    <p:cond delay="0"/>
                                  </p:stCondLst>
                                  <p:childTnLst>
                                    <p:set>
                                      <p:cBhvr>
                                        <p:cTn id="39" dur="1" fill="hold">
                                          <p:stCondLst>
                                            <p:cond delay="0"/>
                                          </p:stCondLst>
                                        </p:cTn>
                                        <p:tgtEl>
                                          <p:spTgt spid="10"/>
                                        </p:tgtEl>
                                        <p:attrNameLst>
                                          <p:attrName>style.visibility</p:attrName>
                                        </p:attrNameLst>
                                      </p:cBhvr>
                                      <p:to>
                                        <p:strVal val="visible"/>
                                      </p:to>
                                    </p:set>
                                  </p:childTnLst>
                                </p:cTn>
                              </p:par>
                            </p:childTnLst>
                          </p:cTn>
                        </p:par>
                        <p:par>
                          <p:cTn id="40" fill="hold">
                            <p:stCondLst>
                              <p:cond delay="1000"/>
                            </p:stCondLst>
                            <p:childTnLst>
                              <p:par>
                                <p:cTn id="41" presetID="1" presetClass="entr" presetSubtype="0" fill="hold" nodeType="afterEffect">
                                  <p:stCondLst>
                                    <p:cond delay="500"/>
                                  </p:stCondLst>
                                  <p:childTnLst>
                                    <p:set>
                                      <p:cBhvr>
                                        <p:cTn id="42" dur="1" fill="hold">
                                          <p:stCondLst>
                                            <p:cond delay="0"/>
                                          </p:stCondLst>
                                        </p:cTn>
                                        <p:tgtEl>
                                          <p:spTgt spid="16"/>
                                        </p:tgtEl>
                                        <p:attrNameLst>
                                          <p:attrName>style.visibility</p:attrName>
                                        </p:attrNameLst>
                                      </p:cBhvr>
                                      <p:to>
                                        <p:strVal val="visible"/>
                                      </p:to>
                                    </p:set>
                                  </p:childTnLst>
                                </p:cTn>
                              </p:par>
                            </p:childTnLst>
                          </p:cTn>
                        </p:par>
                        <p:par>
                          <p:cTn id="43" fill="hold">
                            <p:stCondLst>
                              <p:cond delay="1500"/>
                            </p:stCondLst>
                            <p:childTnLst>
                              <p:par>
                                <p:cTn id="44" presetID="1" presetClass="entr" presetSubtype="0" fill="hold" grpId="0" nodeType="afterEffect">
                                  <p:stCondLst>
                                    <p:cond delay="0"/>
                                  </p:stCondLst>
                                  <p:childTnLst>
                                    <p:set>
                                      <p:cBhvr>
                                        <p:cTn id="45" dur="1" fill="hold">
                                          <p:stCondLst>
                                            <p:cond delay="0"/>
                                          </p:stCondLst>
                                        </p:cTn>
                                        <p:tgtEl>
                                          <p:spTgt spid="11"/>
                                        </p:tgtEl>
                                        <p:attrNameLst>
                                          <p:attrName>style.visibility</p:attrName>
                                        </p:attrNameLst>
                                      </p:cBhvr>
                                      <p:to>
                                        <p:strVal val="visible"/>
                                      </p:to>
                                    </p:set>
                                  </p:childTnLst>
                                </p:cTn>
                              </p:par>
                            </p:childTnLst>
                          </p:cTn>
                        </p:par>
                        <p:par>
                          <p:cTn id="46" fill="hold">
                            <p:stCondLst>
                              <p:cond delay="1500"/>
                            </p:stCondLst>
                            <p:childTnLst>
                              <p:par>
                                <p:cTn id="47" presetID="1" presetClass="entr" presetSubtype="0" fill="hold" nodeType="afterEffect">
                                  <p:stCondLst>
                                    <p:cond delay="500"/>
                                  </p:stCondLst>
                                  <p:childTnLst>
                                    <p:set>
                                      <p:cBhvr>
                                        <p:cTn id="48" dur="1" fill="hold">
                                          <p:stCondLst>
                                            <p:cond delay="0"/>
                                          </p:stCondLst>
                                        </p:cTn>
                                        <p:tgtEl>
                                          <p:spTgt spid="17"/>
                                        </p:tgtEl>
                                        <p:attrNameLst>
                                          <p:attrName>style.visibility</p:attrName>
                                        </p:attrNameLst>
                                      </p:cBhvr>
                                      <p:to>
                                        <p:strVal val="visible"/>
                                      </p:to>
                                    </p:set>
                                  </p:childTnLst>
                                </p:cTn>
                              </p:par>
                            </p:childTnLst>
                          </p:cTn>
                        </p:par>
                        <p:par>
                          <p:cTn id="49" fill="hold">
                            <p:stCondLst>
                              <p:cond delay="2000"/>
                            </p:stCondLst>
                            <p:childTnLst>
                              <p:par>
                                <p:cTn id="50" presetID="1" presetClass="entr" presetSubtype="0" fill="hold" grpId="0" nodeType="afterEffect">
                                  <p:stCondLst>
                                    <p:cond delay="0"/>
                                  </p:stCondLst>
                                  <p:childTnLst>
                                    <p:set>
                                      <p:cBhvr>
                                        <p:cTn id="51" dur="1" fill="hold">
                                          <p:stCondLst>
                                            <p:cond delay="0"/>
                                          </p:stCondLst>
                                        </p:cTn>
                                        <p:tgtEl>
                                          <p:spTgt spid="12"/>
                                        </p:tgtEl>
                                        <p:attrNameLst>
                                          <p:attrName>style.visibility</p:attrName>
                                        </p:attrNameLst>
                                      </p:cBhvr>
                                      <p:to>
                                        <p:strVal val="visible"/>
                                      </p:to>
                                    </p:set>
                                  </p:childTnLst>
                                </p:cTn>
                              </p:par>
                            </p:childTnLst>
                          </p:cTn>
                        </p:par>
                      </p:childTnLst>
                    </p:cTn>
                  </p:par>
                </p:childTnLst>
              </p:cTn>
              <p:prevCondLst>
                <p:cond evt="onPrev" delay="0">
                  <p:tgtEl>
                    <p:sldTgt/>
                  </p:tgtEl>
                </p:cond>
              </p:prevCondLst>
              <p:nextCondLst>
                <p:cond evt="onNext" delay="0">
                  <p:tgtEl>
                    <p:sldTgt/>
                  </p:tgtEl>
                </p:cond>
              </p:nextCondLst>
            </p:seq>
          </p:childTnLst>
        </p:cTn>
      </p:par>
    </p:tnLst>
    <p:bldLst>
      <p:bldP spid="5" grpId="0" animBg="1"/>
      <p:bldP spid="6" grpId="0" animBg="1"/>
      <p:bldP spid="7" grpId="0" animBg="1"/>
      <p:bldP spid="8" grpId="0" animBg="1"/>
      <p:bldP spid="9" grpId="0" animBg="1"/>
      <p:bldP spid="10" grpId="0" animBg="1"/>
      <p:bldP spid="11" grpId="0" animBg="1"/>
      <p:bldP spid="12" grpId="0" animBg="1"/>
      <p:bldP spid="18" grpId="0" animBg="1"/>
      <p:bldP spid="19" grpId="0" animBg="1"/>
    </p:bldLst>
  </p:timing>
</p:sld>
</file>

<file path=ppt/slides/slide16.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endParaRPr lang="en-GB"/>
          </a:p>
        </p:txBody>
      </p:sp>
      <p:sp>
        <p:nvSpPr>
          <p:cNvPr id="3" name="Content Placeholder 2"/>
          <p:cNvSpPr>
            <a:spLocks noGrp="1"/>
          </p:cNvSpPr>
          <p:nvPr>
            <p:ph idx="1"/>
          </p:nvPr>
        </p:nvSpPr>
        <p:spPr/>
        <p:txBody>
          <a:bodyPr/>
          <a:lstStyle/>
          <a:p>
            <a:endParaRPr lang="en-GB"/>
          </a:p>
        </p:txBody>
      </p:sp>
      <p:pic>
        <p:nvPicPr>
          <p:cNvPr id="4" name="Picture 2"/>
          <p:cNvPicPr>
            <a:picLocks noChangeAspect="1" noChangeArrowheads="1"/>
          </p:cNvPicPr>
          <p:nvPr/>
        </p:nvPicPr>
        <p:blipFill>
          <a:blip r:embed="rId2">
            <a:extLst>
              <a:ext uri="{28A0092B-C50C-407E-A947-70E740481C1C}">
                <a14:useLocalDpi xmlns:a14="http://schemas.microsoft.com/office/drawing/2010/main" val="0"/>
              </a:ext>
            </a:extLst>
          </a:blip>
          <a:srcRect/>
          <a:stretch>
            <a:fillRect/>
          </a:stretch>
        </p:blipFill>
        <p:spPr bwMode="auto">
          <a:xfrm>
            <a:off x="609600" y="681038"/>
            <a:ext cx="7677150" cy="5376862"/>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pic>
      <p:sp>
        <p:nvSpPr>
          <p:cNvPr id="5" name="Text Box 4"/>
          <p:cNvSpPr txBox="1">
            <a:spLocks noChangeArrowheads="1"/>
          </p:cNvSpPr>
          <p:nvPr/>
        </p:nvSpPr>
        <p:spPr bwMode="auto">
          <a:xfrm>
            <a:off x="2751138" y="5324475"/>
            <a:ext cx="382587" cy="369888"/>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wrap="none">
            <a:spAutoFit/>
          </a:bodyPr>
          <a:lstStyle>
            <a:lvl1pPr eaLnBrk="0" hangingPunct="0">
              <a:defRPr sz="2400">
                <a:solidFill>
                  <a:schemeClr val="tx1"/>
                </a:solidFill>
                <a:latin typeface="Arial" charset="0"/>
                <a:ea typeface="ＭＳ Ｐゴシック" charset="-128"/>
              </a:defRPr>
            </a:lvl1pPr>
            <a:lvl2pPr marL="37931725" indent="-37474525" eaLnBrk="0" hangingPunct="0">
              <a:defRPr sz="2400">
                <a:solidFill>
                  <a:schemeClr val="tx1"/>
                </a:solidFill>
                <a:latin typeface="Arial" charset="0"/>
                <a:ea typeface="ＭＳ Ｐゴシック" charset="-128"/>
              </a:defRPr>
            </a:lvl2pPr>
            <a:lvl3pPr eaLnBrk="0" hangingPunct="0">
              <a:defRPr sz="2400">
                <a:solidFill>
                  <a:schemeClr val="tx1"/>
                </a:solidFill>
                <a:latin typeface="Arial" charset="0"/>
                <a:ea typeface="ＭＳ Ｐゴシック" charset="-128"/>
              </a:defRPr>
            </a:lvl3pPr>
            <a:lvl4pPr eaLnBrk="0" hangingPunct="0">
              <a:defRPr sz="2400">
                <a:solidFill>
                  <a:schemeClr val="tx1"/>
                </a:solidFill>
                <a:latin typeface="Arial" charset="0"/>
                <a:ea typeface="ＭＳ Ｐゴシック" charset="-128"/>
              </a:defRPr>
            </a:lvl4pPr>
            <a:lvl5pPr eaLnBrk="0" hangingPunct="0">
              <a:defRPr sz="2400">
                <a:solidFill>
                  <a:schemeClr val="tx1"/>
                </a:solidFill>
                <a:latin typeface="Arial" charset="0"/>
                <a:ea typeface="ＭＳ Ｐゴシック" charset="-128"/>
              </a:defRPr>
            </a:lvl5pPr>
            <a:lvl6pPr marL="457200" eaLnBrk="0" fontAlgn="base" hangingPunct="0">
              <a:spcBef>
                <a:spcPct val="0"/>
              </a:spcBef>
              <a:spcAft>
                <a:spcPct val="0"/>
              </a:spcAft>
              <a:defRPr sz="2400">
                <a:solidFill>
                  <a:schemeClr val="tx1"/>
                </a:solidFill>
                <a:latin typeface="Arial" charset="0"/>
                <a:ea typeface="ＭＳ Ｐゴシック" charset="-128"/>
              </a:defRPr>
            </a:lvl6pPr>
            <a:lvl7pPr marL="914400" eaLnBrk="0" fontAlgn="base" hangingPunct="0">
              <a:spcBef>
                <a:spcPct val="0"/>
              </a:spcBef>
              <a:spcAft>
                <a:spcPct val="0"/>
              </a:spcAft>
              <a:defRPr sz="2400">
                <a:solidFill>
                  <a:schemeClr val="tx1"/>
                </a:solidFill>
                <a:latin typeface="Arial" charset="0"/>
                <a:ea typeface="ＭＳ Ｐゴシック" charset="-128"/>
              </a:defRPr>
            </a:lvl7pPr>
            <a:lvl8pPr marL="1371600" eaLnBrk="0" fontAlgn="base" hangingPunct="0">
              <a:spcBef>
                <a:spcPct val="0"/>
              </a:spcBef>
              <a:spcAft>
                <a:spcPct val="0"/>
              </a:spcAft>
              <a:defRPr sz="2400">
                <a:solidFill>
                  <a:schemeClr val="tx1"/>
                </a:solidFill>
                <a:latin typeface="Arial" charset="0"/>
                <a:ea typeface="ＭＳ Ｐゴシック" charset="-128"/>
              </a:defRPr>
            </a:lvl8pPr>
            <a:lvl9pPr marL="1828800" eaLnBrk="0" fontAlgn="base" hangingPunct="0">
              <a:spcBef>
                <a:spcPct val="0"/>
              </a:spcBef>
              <a:spcAft>
                <a:spcPct val="0"/>
              </a:spcAft>
              <a:defRPr sz="2400">
                <a:solidFill>
                  <a:schemeClr val="tx1"/>
                </a:solidFill>
                <a:latin typeface="Arial" charset="0"/>
                <a:ea typeface="ＭＳ Ｐゴシック" charset="-128"/>
              </a:defRPr>
            </a:lvl9pPr>
          </a:lstStyle>
          <a:p>
            <a:pPr eaLnBrk="1" hangingPunct="1"/>
            <a:r>
              <a:rPr lang="en-US" altLang="en-US" sz="1800">
                <a:solidFill>
                  <a:srgbClr val="000000"/>
                </a:solidFill>
                <a:latin typeface="Symbol" charset="2"/>
                <a:sym typeface="Symbol" charset="2"/>
              </a:rPr>
              <a:t></a:t>
            </a:r>
            <a:r>
              <a:rPr lang="en-US" altLang="en-US" sz="1800" baseline="-25000">
                <a:solidFill>
                  <a:srgbClr val="000000"/>
                </a:solidFill>
                <a:latin typeface="Symbol" charset="2"/>
                <a:sym typeface="Symbol" charset="2"/>
              </a:rPr>
              <a:t>0</a:t>
            </a:r>
            <a:endParaRPr lang="en-US" altLang="en-US" sz="1800" baseline="-25000">
              <a:solidFill>
                <a:srgbClr val="000000"/>
              </a:solidFill>
              <a:latin typeface="Symbol" charset="2"/>
            </a:endParaRPr>
          </a:p>
        </p:txBody>
      </p:sp>
      <p:sp>
        <p:nvSpPr>
          <p:cNvPr id="6" name="Text Box 5"/>
          <p:cNvSpPr txBox="1">
            <a:spLocks noChangeArrowheads="1"/>
          </p:cNvSpPr>
          <p:nvPr/>
        </p:nvSpPr>
        <p:spPr bwMode="auto">
          <a:xfrm>
            <a:off x="6772275" y="4945063"/>
            <a:ext cx="382588" cy="369887"/>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wrap="none">
            <a:spAutoFit/>
          </a:bodyPr>
          <a:lstStyle>
            <a:lvl1pPr eaLnBrk="0" hangingPunct="0">
              <a:defRPr sz="2400">
                <a:solidFill>
                  <a:schemeClr val="tx1"/>
                </a:solidFill>
                <a:latin typeface="Arial" charset="0"/>
                <a:ea typeface="ＭＳ Ｐゴシック" charset="-128"/>
              </a:defRPr>
            </a:lvl1pPr>
            <a:lvl2pPr marL="37931725" indent="-37474525" eaLnBrk="0" hangingPunct="0">
              <a:defRPr sz="2400">
                <a:solidFill>
                  <a:schemeClr val="tx1"/>
                </a:solidFill>
                <a:latin typeface="Arial" charset="0"/>
                <a:ea typeface="ＭＳ Ｐゴシック" charset="-128"/>
              </a:defRPr>
            </a:lvl2pPr>
            <a:lvl3pPr eaLnBrk="0" hangingPunct="0">
              <a:defRPr sz="2400">
                <a:solidFill>
                  <a:schemeClr val="tx1"/>
                </a:solidFill>
                <a:latin typeface="Arial" charset="0"/>
                <a:ea typeface="ＭＳ Ｐゴシック" charset="-128"/>
              </a:defRPr>
            </a:lvl3pPr>
            <a:lvl4pPr eaLnBrk="0" hangingPunct="0">
              <a:defRPr sz="2400">
                <a:solidFill>
                  <a:schemeClr val="tx1"/>
                </a:solidFill>
                <a:latin typeface="Arial" charset="0"/>
                <a:ea typeface="ＭＳ Ｐゴシック" charset="-128"/>
              </a:defRPr>
            </a:lvl4pPr>
            <a:lvl5pPr eaLnBrk="0" hangingPunct="0">
              <a:defRPr sz="2400">
                <a:solidFill>
                  <a:schemeClr val="tx1"/>
                </a:solidFill>
                <a:latin typeface="Arial" charset="0"/>
                <a:ea typeface="ＭＳ Ｐゴシック" charset="-128"/>
              </a:defRPr>
            </a:lvl5pPr>
            <a:lvl6pPr marL="457200" eaLnBrk="0" fontAlgn="base" hangingPunct="0">
              <a:spcBef>
                <a:spcPct val="0"/>
              </a:spcBef>
              <a:spcAft>
                <a:spcPct val="0"/>
              </a:spcAft>
              <a:defRPr sz="2400">
                <a:solidFill>
                  <a:schemeClr val="tx1"/>
                </a:solidFill>
                <a:latin typeface="Arial" charset="0"/>
                <a:ea typeface="ＭＳ Ｐゴシック" charset="-128"/>
              </a:defRPr>
            </a:lvl6pPr>
            <a:lvl7pPr marL="914400" eaLnBrk="0" fontAlgn="base" hangingPunct="0">
              <a:spcBef>
                <a:spcPct val="0"/>
              </a:spcBef>
              <a:spcAft>
                <a:spcPct val="0"/>
              </a:spcAft>
              <a:defRPr sz="2400">
                <a:solidFill>
                  <a:schemeClr val="tx1"/>
                </a:solidFill>
                <a:latin typeface="Arial" charset="0"/>
                <a:ea typeface="ＭＳ Ｐゴシック" charset="-128"/>
              </a:defRPr>
            </a:lvl7pPr>
            <a:lvl8pPr marL="1371600" eaLnBrk="0" fontAlgn="base" hangingPunct="0">
              <a:spcBef>
                <a:spcPct val="0"/>
              </a:spcBef>
              <a:spcAft>
                <a:spcPct val="0"/>
              </a:spcAft>
              <a:defRPr sz="2400">
                <a:solidFill>
                  <a:schemeClr val="tx1"/>
                </a:solidFill>
                <a:latin typeface="Arial" charset="0"/>
                <a:ea typeface="ＭＳ Ｐゴシック" charset="-128"/>
              </a:defRPr>
            </a:lvl8pPr>
            <a:lvl9pPr marL="1828800" eaLnBrk="0" fontAlgn="base" hangingPunct="0">
              <a:spcBef>
                <a:spcPct val="0"/>
              </a:spcBef>
              <a:spcAft>
                <a:spcPct val="0"/>
              </a:spcAft>
              <a:defRPr sz="2400">
                <a:solidFill>
                  <a:schemeClr val="tx1"/>
                </a:solidFill>
                <a:latin typeface="Arial" charset="0"/>
                <a:ea typeface="ＭＳ Ｐゴシック" charset="-128"/>
              </a:defRPr>
            </a:lvl9pPr>
          </a:lstStyle>
          <a:p>
            <a:pPr eaLnBrk="1" hangingPunct="1"/>
            <a:r>
              <a:rPr lang="en-US" altLang="en-US" sz="1800">
                <a:solidFill>
                  <a:srgbClr val="000000"/>
                </a:solidFill>
                <a:latin typeface="Symbol" charset="2"/>
                <a:sym typeface="Symbol" charset="2"/>
              </a:rPr>
              <a:t></a:t>
            </a:r>
            <a:r>
              <a:rPr lang="en-US" altLang="en-US" sz="1800" baseline="-25000">
                <a:solidFill>
                  <a:srgbClr val="000000"/>
                </a:solidFill>
                <a:latin typeface="Symbol" charset="2"/>
                <a:sym typeface="Symbol" charset="2"/>
              </a:rPr>
              <a:t>1</a:t>
            </a:r>
            <a:endParaRPr lang="en-US" altLang="en-US" sz="1800" baseline="-25000">
              <a:solidFill>
                <a:srgbClr val="000000"/>
              </a:solidFill>
              <a:latin typeface="Symbol" charset="2"/>
            </a:endParaRPr>
          </a:p>
        </p:txBody>
      </p:sp>
      <p:sp>
        <p:nvSpPr>
          <p:cNvPr id="7" name="AutoShape 7"/>
          <p:cNvSpPr>
            <a:spLocks noChangeArrowheads="1"/>
          </p:cNvSpPr>
          <p:nvPr/>
        </p:nvSpPr>
        <p:spPr bwMode="auto">
          <a:xfrm>
            <a:off x="3857626" y="2412207"/>
            <a:ext cx="228600" cy="228600"/>
          </a:xfrm>
          <a:prstGeom prst="star4">
            <a:avLst>
              <a:gd name="adj" fmla="val 12500"/>
            </a:avLst>
          </a:prstGeom>
          <a:solidFill>
            <a:schemeClr val="tx1">
              <a:alpha val="59999"/>
            </a:schemeClr>
          </a:solidFill>
          <a:ln w="9525">
            <a:solidFill>
              <a:schemeClr val="tx1"/>
            </a:solidFill>
            <a:miter lim="800000"/>
            <a:headEnd/>
            <a:tailEnd/>
          </a:ln>
        </p:spPr>
        <p:txBody>
          <a:bodyPr wrap="none" anchor="ctr"/>
          <a:lstStyle>
            <a:lvl1pPr eaLnBrk="0" hangingPunct="0">
              <a:defRPr sz="2400">
                <a:solidFill>
                  <a:schemeClr val="tx1"/>
                </a:solidFill>
                <a:latin typeface="Arial" charset="0"/>
                <a:ea typeface="ＭＳ Ｐゴシック" charset="-128"/>
              </a:defRPr>
            </a:lvl1pPr>
            <a:lvl2pPr marL="37931725" indent="-37474525" eaLnBrk="0" hangingPunct="0">
              <a:defRPr sz="2400">
                <a:solidFill>
                  <a:schemeClr val="tx1"/>
                </a:solidFill>
                <a:latin typeface="Arial" charset="0"/>
                <a:ea typeface="ＭＳ Ｐゴシック" charset="-128"/>
              </a:defRPr>
            </a:lvl2pPr>
            <a:lvl3pPr eaLnBrk="0" hangingPunct="0">
              <a:defRPr sz="2400">
                <a:solidFill>
                  <a:schemeClr val="tx1"/>
                </a:solidFill>
                <a:latin typeface="Arial" charset="0"/>
                <a:ea typeface="ＭＳ Ｐゴシック" charset="-128"/>
              </a:defRPr>
            </a:lvl3pPr>
            <a:lvl4pPr eaLnBrk="0" hangingPunct="0">
              <a:defRPr sz="2400">
                <a:solidFill>
                  <a:schemeClr val="tx1"/>
                </a:solidFill>
                <a:latin typeface="Arial" charset="0"/>
                <a:ea typeface="ＭＳ Ｐゴシック" charset="-128"/>
              </a:defRPr>
            </a:lvl4pPr>
            <a:lvl5pPr eaLnBrk="0" hangingPunct="0">
              <a:defRPr sz="2400">
                <a:solidFill>
                  <a:schemeClr val="tx1"/>
                </a:solidFill>
                <a:latin typeface="Arial" charset="0"/>
                <a:ea typeface="ＭＳ Ｐゴシック" charset="-128"/>
              </a:defRPr>
            </a:lvl5pPr>
            <a:lvl6pPr marL="457200" eaLnBrk="0" fontAlgn="base" hangingPunct="0">
              <a:spcBef>
                <a:spcPct val="0"/>
              </a:spcBef>
              <a:spcAft>
                <a:spcPct val="0"/>
              </a:spcAft>
              <a:defRPr sz="2400">
                <a:solidFill>
                  <a:schemeClr val="tx1"/>
                </a:solidFill>
                <a:latin typeface="Arial" charset="0"/>
                <a:ea typeface="ＭＳ Ｐゴシック" charset="-128"/>
              </a:defRPr>
            </a:lvl6pPr>
            <a:lvl7pPr marL="914400" eaLnBrk="0" fontAlgn="base" hangingPunct="0">
              <a:spcBef>
                <a:spcPct val="0"/>
              </a:spcBef>
              <a:spcAft>
                <a:spcPct val="0"/>
              </a:spcAft>
              <a:defRPr sz="2400">
                <a:solidFill>
                  <a:schemeClr val="tx1"/>
                </a:solidFill>
                <a:latin typeface="Arial" charset="0"/>
                <a:ea typeface="ＭＳ Ｐゴシック" charset="-128"/>
              </a:defRPr>
            </a:lvl7pPr>
            <a:lvl8pPr marL="1371600" eaLnBrk="0" fontAlgn="base" hangingPunct="0">
              <a:spcBef>
                <a:spcPct val="0"/>
              </a:spcBef>
              <a:spcAft>
                <a:spcPct val="0"/>
              </a:spcAft>
              <a:defRPr sz="2400">
                <a:solidFill>
                  <a:schemeClr val="tx1"/>
                </a:solidFill>
                <a:latin typeface="Arial" charset="0"/>
                <a:ea typeface="ＭＳ Ｐゴシック" charset="-128"/>
              </a:defRPr>
            </a:lvl8pPr>
            <a:lvl9pPr marL="1828800" eaLnBrk="0" fontAlgn="base" hangingPunct="0">
              <a:spcBef>
                <a:spcPct val="0"/>
              </a:spcBef>
              <a:spcAft>
                <a:spcPct val="0"/>
              </a:spcAft>
              <a:defRPr sz="2400">
                <a:solidFill>
                  <a:schemeClr val="tx1"/>
                </a:solidFill>
                <a:latin typeface="Arial" charset="0"/>
                <a:ea typeface="ＭＳ Ｐゴシック" charset="-128"/>
              </a:defRPr>
            </a:lvl9pPr>
          </a:lstStyle>
          <a:p>
            <a:pPr eaLnBrk="1" hangingPunct="1"/>
            <a:endParaRPr lang="en-US" altLang="en-US" sz="1800">
              <a:solidFill>
                <a:srgbClr val="000000"/>
              </a:solidFill>
            </a:endParaRPr>
          </a:p>
        </p:txBody>
      </p:sp>
      <p:sp>
        <p:nvSpPr>
          <p:cNvPr id="8" name="AutoShape 8"/>
          <p:cNvSpPr>
            <a:spLocks noChangeArrowheads="1"/>
          </p:cNvSpPr>
          <p:nvPr/>
        </p:nvSpPr>
        <p:spPr bwMode="auto">
          <a:xfrm>
            <a:off x="4243388" y="2876550"/>
            <a:ext cx="228600" cy="228600"/>
          </a:xfrm>
          <a:prstGeom prst="star4">
            <a:avLst>
              <a:gd name="adj" fmla="val 12500"/>
            </a:avLst>
          </a:prstGeom>
          <a:solidFill>
            <a:schemeClr val="tx1">
              <a:alpha val="59999"/>
            </a:schemeClr>
          </a:solidFill>
          <a:ln w="9525">
            <a:solidFill>
              <a:schemeClr val="tx1"/>
            </a:solidFill>
            <a:miter lim="800000"/>
            <a:headEnd/>
            <a:tailEnd/>
          </a:ln>
        </p:spPr>
        <p:txBody>
          <a:bodyPr wrap="none" anchor="ctr"/>
          <a:lstStyle>
            <a:lvl1pPr eaLnBrk="0" hangingPunct="0">
              <a:defRPr sz="2400">
                <a:solidFill>
                  <a:schemeClr val="tx1"/>
                </a:solidFill>
                <a:latin typeface="Arial" charset="0"/>
                <a:ea typeface="ＭＳ Ｐゴシック" charset="-128"/>
              </a:defRPr>
            </a:lvl1pPr>
            <a:lvl2pPr marL="37931725" indent="-37474525" eaLnBrk="0" hangingPunct="0">
              <a:defRPr sz="2400">
                <a:solidFill>
                  <a:schemeClr val="tx1"/>
                </a:solidFill>
                <a:latin typeface="Arial" charset="0"/>
                <a:ea typeface="ＭＳ Ｐゴシック" charset="-128"/>
              </a:defRPr>
            </a:lvl2pPr>
            <a:lvl3pPr eaLnBrk="0" hangingPunct="0">
              <a:defRPr sz="2400">
                <a:solidFill>
                  <a:schemeClr val="tx1"/>
                </a:solidFill>
                <a:latin typeface="Arial" charset="0"/>
                <a:ea typeface="ＭＳ Ｐゴシック" charset="-128"/>
              </a:defRPr>
            </a:lvl3pPr>
            <a:lvl4pPr eaLnBrk="0" hangingPunct="0">
              <a:defRPr sz="2400">
                <a:solidFill>
                  <a:schemeClr val="tx1"/>
                </a:solidFill>
                <a:latin typeface="Arial" charset="0"/>
                <a:ea typeface="ＭＳ Ｐゴシック" charset="-128"/>
              </a:defRPr>
            </a:lvl4pPr>
            <a:lvl5pPr eaLnBrk="0" hangingPunct="0">
              <a:defRPr sz="2400">
                <a:solidFill>
                  <a:schemeClr val="tx1"/>
                </a:solidFill>
                <a:latin typeface="Arial" charset="0"/>
                <a:ea typeface="ＭＳ Ｐゴシック" charset="-128"/>
              </a:defRPr>
            </a:lvl5pPr>
            <a:lvl6pPr marL="457200" eaLnBrk="0" fontAlgn="base" hangingPunct="0">
              <a:spcBef>
                <a:spcPct val="0"/>
              </a:spcBef>
              <a:spcAft>
                <a:spcPct val="0"/>
              </a:spcAft>
              <a:defRPr sz="2400">
                <a:solidFill>
                  <a:schemeClr val="tx1"/>
                </a:solidFill>
                <a:latin typeface="Arial" charset="0"/>
                <a:ea typeface="ＭＳ Ｐゴシック" charset="-128"/>
              </a:defRPr>
            </a:lvl6pPr>
            <a:lvl7pPr marL="914400" eaLnBrk="0" fontAlgn="base" hangingPunct="0">
              <a:spcBef>
                <a:spcPct val="0"/>
              </a:spcBef>
              <a:spcAft>
                <a:spcPct val="0"/>
              </a:spcAft>
              <a:defRPr sz="2400">
                <a:solidFill>
                  <a:schemeClr val="tx1"/>
                </a:solidFill>
                <a:latin typeface="Arial" charset="0"/>
                <a:ea typeface="ＭＳ Ｐゴシック" charset="-128"/>
              </a:defRPr>
            </a:lvl7pPr>
            <a:lvl8pPr marL="1371600" eaLnBrk="0" fontAlgn="base" hangingPunct="0">
              <a:spcBef>
                <a:spcPct val="0"/>
              </a:spcBef>
              <a:spcAft>
                <a:spcPct val="0"/>
              </a:spcAft>
              <a:defRPr sz="2400">
                <a:solidFill>
                  <a:schemeClr val="tx1"/>
                </a:solidFill>
                <a:latin typeface="Arial" charset="0"/>
                <a:ea typeface="ＭＳ Ｐゴシック" charset="-128"/>
              </a:defRPr>
            </a:lvl8pPr>
            <a:lvl9pPr marL="1828800" eaLnBrk="0" fontAlgn="base" hangingPunct="0">
              <a:spcBef>
                <a:spcPct val="0"/>
              </a:spcBef>
              <a:spcAft>
                <a:spcPct val="0"/>
              </a:spcAft>
              <a:defRPr sz="2400">
                <a:solidFill>
                  <a:schemeClr val="tx1"/>
                </a:solidFill>
                <a:latin typeface="Arial" charset="0"/>
                <a:ea typeface="ＭＳ Ｐゴシック" charset="-128"/>
              </a:defRPr>
            </a:lvl9pPr>
          </a:lstStyle>
          <a:p>
            <a:pPr eaLnBrk="1" hangingPunct="1"/>
            <a:endParaRPr lang="en-US" altLang="en-US" sz="1800">
              <a:solidFill>
                <a:srgbClr val="000000"/>
              </a:solidFill>
            </a:endParaRPr>
          </a:p>
        </p:txBody>
      </p:sp>
      <p:sp>
        <p:nvSpPr>
          <p:cNvPr id="9" name="AutoShape 9"/>
          <p:cNvSpPr>
            <a:spLocks noChangeArrowheads="1"/>
          </p:cNvSpPr>
          <p:nvPr/>
        </p:nvSpPr>
        <p:spPr bwMode="auto">
          <a:xfrm>
            <a:off x="4529138" y="3000375"/>
            <a:ext cx="228600" cy="228600"/>
          </a:xfrm>
          <a:prstGeom prst="star4">
            <a:avLst>
              <a:gd name="adj" fmla="val 12500"/>
            </a:avLst>
          </a:prstGeom>
          <a:solidFill>
            <a:schemeClr val="tx1">
              <a:alpha val="59999"/>
            </a:schemeClr>
          </a:solidFill>
          <a:ln w="9525">
            <a:solidFill>
              <a:schemeClr val="tx1"/>
            </a:solidFill>
            <a:miter lim="800000"/>
            <a:headEnd/>
            <a:tailEnd/>
          </a:ln>
        </p:spPr>
        <p:txBody>
          <a:bodyPr wrap="none" anchor="ctr"/>
          <a:lstStyle>
            <a:lvl1pPr eaLnBrk="0" hangingPunct="0">
              <a:defRPr sz="2400">
                <a:solidFill>
                  <a:schemeClr val="tx1"/>
                </a:solidFill>
                <a:latin typeface="Arial" charset="0"/>
                <a:ea typeface="ＭＳ Ｐゴシック" charset="-128"/>
              </a:defRPr>
            </a:lvl1pPr>
            <a:lvl2pPr marL="37931725" indent="-37474525" eaLnBrk="0" hangingPunct="0">
              <a:defRPr sz="2400">
                <a:solidFill>
                  <a:schemeClr val="tx1"/>
                </a:solidFill>
                <a:latin typeface="Arial" charset="0"/>
                <a:ea typeface="ＭＳ Ｐゴシック" charset="-128"/>
              </a:defRPr>
            </a:lvl2pPr>
            <a:lvl3pPr eaLnBrk="0" hangingPunct="0">
              <a:defRPr sz="2400">
                <a:solidFill>
                  <a:schemeClr val="tx1"/>
                </a:solidFill>
                <a:latin typeface="Arial" charset="0"/>
                <a:ea typeface="ＭＳ Ｐゴシック" charset="-128"/>
              </a:defRPr>
            </a:lvl3pPr>
            <a:lvl4pPr eaLnBrk="0" hangingPunct="0">
              <a:defRPr sz="2400">
                <a:solidFill>
                  <a:schemeClr val="tx1"/>
                </a:solidFill>
                <a:latin typeface="Arial" charset="0"/>
                <a:ea typeface="ＭＳ Ｐゴシック" charset="-128"/>
              </a:defRPr>
            </a:lvl4pPr>
            <a:lvl5pPr eaLnBrk="0" hangingPunct="0">
              <a:defRPr sz="2400">
                <a:solidFill>
                  <a:schemeClr val="tx1"/>
                </a:solidFill>
                <a:latin typeface="Arial" charset="0"/>
                <a:ea typeface="ＭＳ Ｐゴシック" charset="-128"/>
              </a:defRPr>
            </a:lvl5pPr>
            <a:lvl6pPr marL="457200" eaLnBrk="0" fontAlgn="base" hangingPunct="0">
              <a:spcBef>
                <a:spcPct val="0"/>
              </a:spcBef>
              <a:spcAft>
                <a:spcPct val="0"/>
              </a:spcAft>
              <a:defRPr sz="2400">
                <a:solidFill>
                  <a:schemeClr val="tx1"/>
                </a:solidFill>
                <a:latin typeface="Arial" charset="0"/>
                <a:ea typeface="ＭＳ Ｐゴシック" charset="-128"/>
              </a:defRPr>
            </a:lvl6pPr>
            <a:lvl7pPr marL="914400" eaLnBrk="0" fontAlgn="base" hangingPunct="0">
              <a:spcBef>
                <a:spcPct val="0"/>
              </a:spcBef>
              <a:spcAft>
                <a:spcPct val="0"/>
              </a:spcAft>
              <a:defRPr sz="2400">
                <a:solidFill>
                  <a:schemeClr val="tx1"/>
                </a:solidFill>
                <a:latin typeface="Arial" charset="0"/>
                <a:ea typeface="ＭＳ Ｐゴシック" charset="-128"/>
              </a:defRPr>
            </a:lvl7pPr>
            <a:lvl8pPr marL="1371600" eaLnBrk="0" fontAlgn="base" hangingPunct="0">
              <a:spcBef>
                <a:spcPct val="0"/>
              </a:spcBef>
              <a:spcAft>
                <a:spcPct val="0"/>
              </a:spcAft>
              <a:defRPr sz="2400">
                <a:solidFill>
                  <a:schemeClr val="tx1"/>
                </a:solidFill>
                <a:latin typeface="Arial" charset="0"/>
                <a:ea typeface="ＭＳ Ｐゴシック" charset="-128"/>
              </a:defRPr>
            </a:lvl8pPr>
            <a:lvl9pPr marL="1828800" eaLnBrk="0" fontAlgn="base" hangingPunct="0">
              <a:spcBef>
                <a:spcPct val="0"/>
              </a:spcBef>
              <a:spcAft>
                <a:spcPct val="0"/>
              </a:spcAft>
              <a:defRPr sz="2400">
                <a:solidFill>
                  <a:schemeClr val="tx1"/>
                </a:solidFill>
                <a:latin typeface="Arial" charset="0"/>
                <a:ea typeface="ＭＳ Ｐゴシック" charset="-128"/>
              </a:defRPr>
            </a:lvl9pPr>
          </a:lstStyle>
          <a:p>
            <a:pPr eaLnBrk="1" hangingPunct="1"/>
            <a:endParaRPr lang="en-US" altLang="en-US" sz="1800">
              <a:solidFill>
                <a:srgbClr val="000000"/>
              </a:solidFill>
            </a:endParaRPr>
          </a:p>
        </p:txBody>
      </p:sp>
      <p:sp>
        <p:nvSpPr>
          <p:cNvPr id="10" name="AutoShape 10"/>
          <p:cNvSpPr>
            <a:spLocks noChangeArrowheads="1"/>
          </p:cNvSpPr>
          <p:nvPr/>
        </p:nvSpPr>
        <p:spPr bwMode="auto">
          <a:xfrm>
            <a:off x="4876800" y="3276600"/>
            <a:ext cx="228600" cy="228600"/>
          </a:xfrm>
          <a:prstGeom prst="star4">
            <a:avLst>
              <a:gd name="adj" fmla="val 12500"/>
            </a:avLst>
          </a:prstGeom>
          <a:solidFill>
            <a:schemeClr val="tx1">
              <a:alpha val="59999"/>
            </a:schemeClr>
          </a:solidFill>
          <a:ln w="9525">
            <a:solidFill>
              <a:schemeClr val="tx1"/>
            </a:solidFill>
            <a:miter lim="800000"/>
            <a:headEnd/>
            <a:tailEnd/>
          </a:ln>
        </p:spPr>
        <p:txBody>
          <a:bodyPr wrap="none" anchor="ctr"/>
          <a:lstStyle>
            <a:lvl1pPr eaLnBrk="0" hangingPunct="0">
              <a:defRPr sz="2400">
                <a:solidFill>
                  <a:schemeClr val="tx1"/>
                </a:solidFill>
                <a:latin typeface="Arial" charset="0"/>
                <a:ea typeface="ＭＳ Ｐゴシック" charset="-128"/>
              </a:defRPr>
            </a:lvl1pPr>
            <a:lvl2pPr marL="37931725" indent="-37474525" eaLnBrk="0" hangingPunct="0">
              <a:defRPr sz="2400">
                <a:solidFill>
                  <a:schemeClr val="tx1"/>
                </a:solidFill>
                <a:latin typeface="Arial" charset="0"/>
                <a:ea typeface="ＭＳ Ｐゴシック" charset="-128"/>
              </a:defRPr>
            </a:lvl2pPr>
            <a:lvl3pPr eaLnBrk="0" hangingPunct="0">
              <a:defRPr sz="2400">
                <a:solidFill>
                  <a:schemeClr val="tx1"/>
                </a:solidFill>
                <a:latin typeface="Arial" charset="0"/>
                <a:ea typeface="ＭＳ Ｐゴシック" charset="-128"/>
              </a:defRPr>
            </a:lvl3pPr>
            <a:lvl4pPr eaLnBrk="0" hangingPunct="0">
              <a:defRPr sz="2400">
                <a:solidFill>
                  <a:schemeClr val="tx1"/>
                </a:solidFill>
                <a:latin typeface="Arial" charset="0"/>
                <a:ea typeface="ＭＳ Ｐゴシック" charset="-128"/>
              </a:defRPr>
            </a:lvl4pPr>
            <a:lvl5pPr eaLnBrk="0" hangingPunct="0">
              <a:defRPr sz="2400">
                <a:solidFill>
                  <a:schemeClr val="tx1"/>
                </a:solidFill>
                <a:latin typeface="Arial" charset="0"/>
                <a:ea typeface="ＭＳ Ｐゴシック" charset="-128"/>
              </a:defRPr>
            </a:lvl5pPr>
            <a:lvl6pPr marL="457200" eaLnBrk="0" fontAlgn="base" hangingPunct="0">
              <a:spcBef>
                <a:spcPct val="0"/>
              </a:spcBef>
              <a:spcAft>
                <a:spcPct val="0"/>
              </a:spcAft>
              <a:defRPr sz="2400">
                <a:solidFill>
                  <a:schemeClr val="tx1"/>
                </a:solidFill>
                <a:latin typeface="Arial" charset="0"/>
                <a:ea typeface="ＭＳ Ｐゴシック" charset="-128"/>
              </a:defRPr>
            </a:lvl6pPr>
            <a:lvl7pPr marL="914400" eaLnBrk="0" fontAlgn="base" hangingPunct="0">
              <a:spcBef>
                <a:spcPct val="0"/>
              </a:spcBef>
              <a:spcAft>
                <a:spcPct val="0"/>
              </a:spcAft>
              <a:defRPr sz="2400">
                <a:solidFill>
                  <a:schemeClr val="tx1"/>
                </a:solidFill>
                <a:latin typeface="Arial" charset="0"/>
                <a:ea typeface="ＭＳ Ｐゴシック" charset="-128"/>
              </a:defRPr>
            </a:lvl7pPr>
            <a:lvl8pPr marL="1371600" eaLnBrk="0" fontAlgn="base" hangingPunct="0">
              <a:spcBef>
                <a:spcPct val="0"/>
              </a:spcBef>
              <a:spcAft>
                <a:spcPct val="0"/>
              </a:spcAft>
              <a:defRPr sz="2400">
                <a:solidFill>
                  <a:schemeClr val="tx1"/>
                </a:solidFill>
                <a:latin typeface="Arial" charset="0"/>
                <a:ea typeface="ＭＳ Ｐゴシック" charset="-128"/>
              </a:defRPr>
            </a:lvl8pPr>
            <a:lvl9pPr marL="1828800" eaLnBrk="0" fontAlgn="base" hangingPunct="0">
              <a:spcBef>
                <a:spcPct val="0"/>
              </a:spcBef>
              <a:spcAft>
                <a:spcPct val="0"/>
              </a:spcAft>
              <a:defRPr sz="2400">
                <a:solidFill>
                  <a:schemeClr val="tx1"/>
                </a:solidFill>
                <a:latin typeface="Arial" charset="0"/>
                <a:ea typeface="ＭＳ Ｐゴシック" charset="-128"/>
              </a:defRPr>
            </a:lvl9pPr>
          </a:lstStyle>
          <a:p>
            <a:pPr eaLnBrk="1" hangingPunct="1"/>
            <a:endParaRPr lang="en-US" altLang="en-US" sz="1800">
              <a:solidFill>
                <a:srgbClr val="000000"/>
              </a:solidFill>
            </a:endParaRPr>
          </a:p>
        </p:txBody>
      </p:sp>
      <p:sp>
        <p:nvSpPr>
          <p:cNvPr id="11" name="AutoShape 11"/>
          <p:cNvSpPr>
            <a:spLocks noChangeArrowheads="1"/>
          </p:cNvSpPr>
          <p:nvPr/>
        </p:nvSpPr>
        <p:spPr bwMode="auto">
          <a:xfrm>
            <a:off x="5257800" y="3505200"/>
            <a:ext cx="228600" cy="228600"/>
          </a:xfrm>
          <a:prstGeom prst="star4">
            <a:avLst>
              <a:gd name="adj" fmla="val 12500"/>
            </a:avLst>
          </a:prstGeom>
          <a:solidFill>
            <a:schemeClr val="tx1">
              <a:alpha val="59999"/>
            </a:schemeClr>
          </a:solidFill>
          <a:ln w="9525">
            <a:solidFill>
              <a:schemeClr val="tx1"/>
            </a:solidFill>
            <a:miter lim="800000"/>
            <a:headEnd/>
            <a:tailEnd/>
          </a:ln>
        </p:spPr>
        <p:txBody>
          <a:bodyPr wrap="none" anchor="ctr"/>
          <a:lstStyle>
            <a:lvl1pPr eaLnBrk="0" hangingPunct="0">
              <a:defRPr sz="2400">
                <a:solidFill>
                  <a:schemeClr val="tx1"/>
                </a:solidFill>
                <a:latin typeface="Arial" charset="0"/>
                <a:ea typeface="ＭＳ Ｐゴシック" charset="-128"/>
              </a:defRPr>
            </a:lvl1pPr>
            <a:lvl2pPr marL="37931725" indent="-37474525" eaLnBrk="0" hangingPunct="0">
              <a:defRPr sz="2400">
                <a:solidFill>
                  <a:schemeClr val="tx1"/>
                </a:solidFill>
                <a:latin typeface="Arial" charset="0"/>
                <a:ea typeface="ＭＳ Ｐゴシック" charset="-128"/>
              </a:defRPr>
            </a:lvl2pPr>
            <a:lvl3pPr eaLnBrk="0" hangingPunct="0">
              <a:defRPr sz="2400">
                <a:solidFill>
                  <a:schemeClr val="tx1"/>
                </a:solidFill>
                <a:latin typeface="Arial" charset="0"/>
                <a:ea typeface="ＭＳ Ｐゴシック" charset="-128"/>
              </a:defRPr>
            </a:lvl3pPr>
            <a:lvl4pPr eaLnBrk="0" hangingPunct="0">
              <a:defRPr sz="2400">
                <a:solidFill>
                  <a:schemeClr val="tx1"/>
                </a:solidFill>
                <a:latin typeface="Arial" charset="0"/>
                <a:ea typeface="ＭＳ Ｐゴシック" charset="-128"/>
              </a:defRPr>
            </a:lvl4pPr>
            <a:lvl5pPr eaLnBrk="0" hangingPunct="0">
              <a:defRPr sz="2400">
                <a:solidFill>
                  <a:schemeClr val="tx1"/>
                </a:solidFill>
                <a:latin typeface="Arial" charset="0"/>
                <a:ea typeface="ＭＳ Ｐゴシック" charset="-128"/>
              </a:defRPr>
            </a:lvl5pPr>
            <a:lvl6pPr marL="457200" eaLnBrk="0" fontAlgn="base" hangingPunct="0">
              <a:spcBef>
                <a:spcPct val="0"/>
              </a:spcBef>
              <a:spcAft>
                <a:spcPct val="0"/>
              </a:spcAft>
              <a:defRPr sz="2400">
                <a:solidFill>
                  <a:schemeClr val="tx1"/>
                </a:solidFill>
                <a:latin typeface="Arial" charset="0"/>
                <a:ea typeface="ＭＳ Ｐゴシック" charset="-128"/>
              </a:defRPr>
            </a:lvl6pPr>
            <a:lvl7pPr marL="914400" eaLnBrk="0" fontAlgn="base" hangingPunct="0">
              <a:spcBef>
                <a:spcPct val="0"/>
              </a:spcBef>
              <a:spcAft>
                <a:spcPct val="0"/>
              </a:spcAft>
              <a:defRPr sz="2400">
                <a:solidFill>
                  <a:schemeClr val="tx1"/>
                </a:solidFill>
                <a:latin typeface="Arial" charset="0"/>
                <a:ea typeface="ＭＳ Ｐゴシック" charset="-128"/>
              </a:defRPr>
            </a:lvl7pPr>
            <a:lvl8pPr marL="1371600" eaLnBrk="0" fontAlgn="base" hangingPunct="0">
              <a:spcBef>
                <a:spcPct val="0"/>
              </a:spcBef>
              <a:spcAft>
                <a:spcPct val="0"/>
              </a:spcAft>
              <a:defRPr sz="2400">
                <a:solidFill>
                  <a:schemeClr val="tx1"/>
                </a:solidFill>
                <a:latin typeface="Arial" charset="0"/>
                <a:ea typeface="ＭＳ Ｐゴシック" charset="-128"/>
              </a:defRPr>
            </a:lvl8pPr>
            <a:lvl9pPr marL="1828800" eaLnBrk="0" fontAlgn="base" hangingPunct="0">
              <a:spcBef>
                <a:spcPct val="0"/>
              </a:spcBef>
              <a:spcAft>
                <a:spcPct val="0"/>
              </a:spcAft>
              <a:defRPr sz="2400">
                <a:solidFill>
                  <a:schemeClr val="tx1"/>
                </a:solidFill>
                <a:latin typeface="Arial" charset="0"/>
                <a:ea typeface="ＭＳ Ｐゴシック" charset="-128"/>
              </a:defRPr>
            </a:lvl9pPr>
          </a:lstStyle>
          <a:p>
            <a:pPr eaLnBrk="1" hangingPunct="1"/>
            <a:endParaRPr lang="en-US" altLang="en-US" sz="1800">
              <a:solidFill>
                <a:srgbClr val="000000"/>
              </a:solidFill>
            </a:endParaRPr>
          </a:p>
        </p:txBody>
      </p:sp>
      <p:sp>
        <p:nvSpPr>
          <p:cNvPr id="12" name="AutoShape 12"/>
          <p:cNvSpPr>
            <a:spLocks noChangeArrowheads="1"/>
          </p:cNvSpPr>
          <p:nvPr/>
        </p:nvSpPr>
        <p:spPr bwMode="auto">
          <a:xfrm>
            <a:off x="5638800" y="3657600"/>
            <a:ext cx="228600" cy="228600"/>
          </a:xfrm>
          <a:prstGeom prst="star4">
            <a:avLst>
              <a:gd name="adj" fmla="val 12500"/>
            </a:avLst>
          </a:prstGeom>
          <a:solidFill>
            <a:schemeClr val="tx1">
              <a:alpha val="59999"/>
            </a:schemeClr>
          </a:solidFill>
          <a:ln w="9525">
            <a:solidFill>
              <a:schemeClr val="tx1"/>
            </a:solidFill>
            <a:miter lim="800000"/>
            <a:headEnd/>
            <a:tailEnd/>
          </a:ln>
        </p:spPr>
        <p:txBody>
          <a:bodyPr wrap="none" anchor="ctr"/>
          <a:lstStyle>
            <a:lvl1pPr eaLnBrk="0" hangingPunct="0">
              <a:defRPr sz="2400">
                <a:solidFill>
                  <a:schemeClr val="tx1"/>
                </a:solidFill>
                <a:latin typeface="Arial" charset="0"/>
                <a:ea typeface="ＭＳ Ｐゴシック" charset="-128"/>
              </a:defRPr>
            </a:lvl1pPr>
            <a:lvl2pPr marL="37931725" indent="-37474525" eaLnBrk="0" hangingPunct="0">
              <a:defRPr sz="2400">
                <a:solidFill>
                  <a:schemeClr val="tx1"/>
                </a:solidFill>
                <a:latin typeface="Arial" charset="0"/>
                <a:ea typeface="ＭＳ Ｐゴシック" charset="-128"/>
              </a:defRPr>
            </a:lvl2pPr>
            <a:lvl3pPr eaLnBrk="0" hangingPunct="0">
              <a:defRPr sz="2400">
                <a:solidFill>
                  <a:schemeClr val="tx1"/>
                </a:solidFill>
                <a:latin typeface="Arial" charset="0"/>
                <a:ea typeface="ＭＳ Ｐゴシック" charset="-128"/>
              </a:defRPr>
            </a:lvl3pPr>
            <a:lvl4pPr eaLnBrk="0" hangingPunct="0">
              <a:defRPr sz="2400">
                <a:solidFill>
                  <a:schemeClr val="tx1"/>
                </a:solidFill>
                <a:latin typeface="Arial" charset="0"/>
                <a:ea typeface="ＭＳ Ｐゴシック" charset="-128"/>
              </a:defRPr>
            </a:lvl4pPr>
            <a:lvl5pPr eaLnBrk="0" hangingPunct="0">
              <a:defRPr sz="2400">
                <a:solidFill>
                  <a:schemeClr val="tx1"/>
                </a:solidFill>
                <a:latin typeface="Arial" charset="0"/>
                <a:ea typeface="ＭＳ Ｐゴシック" charset="-128"/>
              </a:defRPr>
            </a:lvl5pPr>
            <a:lvl6pPr marL="457200" eaLnBrk="0" fontAlgn="base" hangingPunct="0">
              <a:spcBef>
                <a:spcPct val="0"/>
              </a:spcBef>
              <a:spcAft>
                <a:spcPct val="0"/>
              </a:spcAft>
              <a:defRPr sz="2400">
                <a:solidFill>
                  <a:schemeClr val="tx1"/>
                </a:solidFill>
                <a:latin typeface="Arial" charset="0"/>
                <a:ea typeface="ＭＳ Ｐゴシック" charset="-128"/>
              </a:defRPr>
            </a:lvl6pPr>
            <a:lvl7pPr marL="914400" eaLnBrk="0" fontAlgn="base" hangingPunct="0">
              <a:spcBef>
                <a:spcPct val="0"/>
              </a:spcBef>
              <a:spcAft>
                <a:spcPct val="0"/>
              </a:spcAft>
              <a:defRPr sz="2400">
                <a:solidFill>
                  <a:schemeClr val="tx1"/>
                </a:solidFill>
                <a:latin typeface="Arial" charset="0"/>
                <a:ea typeface="ＭＳ Ｐゴシック" charset="-128"/>
              </a:defRPr>
            </a:lvl7pPr>
            <a:lvl8pPr marL="1371600" eaLnBrk="0" fontAlgn="base" hangingPunct="0">
              <a:spcBef>
                <a:spcPct val="0"/>
              </a:spcBef>
              <a:spcAft>
                <a:spcPct val="0"/>
              </a:spcAft>
              <a:defRPr sz="2400">
                <a:solidFill>
                  <a:schemeClr val="tx1"/>
                </a:solidFill>
                <a:latin typeface="Arial" charset="0"/>
                <a:ea typeface="ＭＳ Ｐゴシック" charset="-128"/>
              </a:defRPr>
            </a:lvl8pPr>
            <a:lvl9pPr marL="1828800" eaLnBrk="0" fontAlgn="base" hangingPunct="0">
              <a:spcBef>
                <a:spcPct val="0"/>
              </a:spcBef>
              <a:spcAft>
                <a:spcPct val="0"/>
              </a:spcAft>
              <a:defRPr sz="2400">
                <a:solidFill>
                  <a:schemeClr val="tx1"/>
                </a:solidFill>
                <a:latin typeface="Arial" charset="0"/>
                <a:ea typeface="ＭＳ Ｐゴシック" charset="-128"/>
              </a:defRPr>
            </a:lvl9pPr>
          </a:lstStyle>
          <a:p>
            <a:pPr eaLnBrk="1" hangingPunct="1"/>
            <a:endParaRPr lang="en-US" altLang="en-US" sz="1800">
              <a:solidFill>
                <a:srgbClr val="000000"/>
              </a:solidFill>
            </a:endParaRPr>
          </a:p>
        </p:txBody>
      </p:sp>
      <p:sp>
        <p:nvSpPr>
          <p:cNvPr id="13" name="AutoShape 13"/>
          <p:cNvSpPr>
            <a:spLocks noChangeArrowheads="1"/>
          </p:cNvSpPr>
          <p:nvPr/>
        </p:nvSpPr>
        <p:spPr bwMode="auto">
          <a:xfrm>
            <a:off x="6019800" y="3810000"/>
            <a:ext cx="228600" cy="228600"/>
          </a:xfrm>
          <a:prstGeom prst="star4">
            <a:avLst>
              <a:gd name="adj" fmla="val 12500"/>
            </a:avLst>
          </a:prstGeom>
          <a:solidFill>
            <a:schemeClr val="tx1">
              <a:alpha val="59999"/>
            </a:schemeClr>
          </a:solidFill>
          <a:ln w="9525">
            <a:solidFill>
              <a:schemeClr val="tx1"/>
            </a:solidFill>
            <a:miter lim="800000"/>
            <a:headEnd/>
            <a:tailEnd/>
          </a:ln>
        </p:spPr>
        <p:txBody>
          <a:bodyPr wrap="none" anchor="ctr"/>
          <a:lstStyle>
            <a:lvl1pPr eaLnBrk="0" hangingPunct="0">
              <a:defRPr sz="2400">
                <a:solidFill>
                  <a:schemeClr val="tx1"/>
                </a:solidFill>
                <a:latin typeface="Arial" charset="0"/>
                <a:ea typeface="ＭＳ Ｐゴシック" charset="-128"/>
              </a:defRPr>
            </a:lvl1pPr>
            <a:lvl2pPr marL="37931725" indent="-37474525" eaLnBrk="0" hangingPunct="0">
              <a:defRPr sz="2400">
                <a:solidFill>
                  <a:schemeClr val="tx1"/>
                </a:solidFill>
                <a:latin typeface="Arial" charset="0"/>
                <a:ea typeface="ＭＳ Ｐゴシック" charset="-128"/>
              </a:defRPr>
            </a:lvl2pPr>
            <a:lvl3pPr eaLnBrk="0" hangingPunct="0">
              <a:defRPr sz="2400">
                <a:solidFill>
                  <a:schemeClr val="tx1"/>
                </a:solidFill>
                <a:latin typeface="Arial" charset="0"/>
                <a:ea typeface="ＭＳ Ｐゴシック" charset="-128"/>
              </a:defRPr>
            </a:lvl3pPr>
            <a:lvl4pPr eaLnBrk="0" hangingPunct="0">
              <a:defRPr sz="2400">
                <a:solidFill>
                  <a:schemeClr val="tx1"/>
                </a:solidFill>
                <a:latin typeface="Arial" charset="0"/>
                <a:ea typeface="ＭＳ Ｐゴシック" charset="-128"/>
              </a:defRPr>
            </a:lvl4pPr>
            <a:lvl5pPr eaLnBrk="0" hangingPunct="0">
              <a:defRPr sz="2400">
                <a:solidFill>
                  <a:schemeClr val="tx1"/>
                </a:solidFill>
                <a:latin typeface="Arial" charset="0"/>
                <a:ea typeface="ＭＳ Ｐゴシック" charset="-128"/>
              </a:defRPr>
            </a:lvl5pPr>
            <a:lvl6pPr marL="457200" eaLnBrk="0" fontAlgn="base" hangingPunct="0">
              <a:spcBef>
                <a:spcPct val="0"/>
              </a:spcBef>
              <a:spcAft>
                <a:spcPct val="0"/>
              </a:spcAft>
              <a:defRPr sz="2400">
                <a:solidFill>
                  <a:schemeClr val="tx1"/>
                </a:solidFill>
                <a:latin typeface="Arial" charset="0"/>
                <a:ea typeface="ＭＳ Ｐゴシック" charset="-128"/>
              </a:defRPr>
            </a:lvl6pPr>
            <a:lvl7pPr marL="914400" eaLnBrk="0" fontAlgn="base" hangingPunct="0">
              <a:spcBef>
                <a:spcPct val="0"/>
              </a:spcBef>
              <a:spcAft>
                <a:spcPct val="0"/>
              </a:spcAft>
              <a:defRPr sz="2400">
                <a:solidFill>
                  <a:schemeClr val="tx1"/>
                </a:solidFill>
                <a:latin typeface="Arial" charset="0"/>
                <a:ea typeface="ＭＳ Ｐゴシック" charset="-128"/>
              </a:defRPr>
            </a:lvl7pPr>
            <a:lvl8pPr marL="1371600" eaLnBrk="0" fontAlgn="base" hangingPunct="0">
              <a:spcBef>
                <a:spcPct val="0"/>
              </a:spcBef>
              <a:spcAft>
                <a:spcPct val="0"/>
              </a:spcAft>
              <a:defRPr sz="2400">
                <a:solidFill>
                  <a:schemeClr val="tx1"/>
                </a:solidFill>
                <a:latin typeface="Arial" charset="0"/>
                <a:ea typeface="ＭＳ Ｐゴシック" charset="-128"/>
              </a:defRPr>
            </a:lvl8pPr>
            <a:lvl9pPr marL="1828800" eaLnBrk="0" fontAlgn="base" hangingPunct="0">
              <a:spcBef>
                <a:spcPct val="0"/>
              </a:spcBef>
              <a:spcAft>
                <a:spcPct val="0"/>
              </a:spcAft>
              <a:defRPr sz="2400">
                <a:solidFill>
                  <a:schemeClr val="tx1"/>
                </a:solidFill>
                <a:latin typeface="Arial" charset="0"/>
                <a:ea typeface="ＭＳ Ｐゴシック" charset="-128"/>
              </a:defRPr>
            </a:lvl9pPr>
          </a:lstStyle>
          <a:p>
            <a:pPr eaLnBrk="1" hangingPunct="1"/>
            <a:endParaRPr lang="en-US" altLang="en-US" sz="1800">
              <a:solidFill>
                <a:srgbClr val="000000"/>
              </a:solidFill>
            </a:endParaRPr>
          </a:p>
        </p:txBody>
      </p:sp>
      <p:cxnSp>
        <p:nvCxnSpPr>
          <p:cNvPr id="14" name="AutoShape 14"/>
          <p:cNvCxnSpPr>
            <a:cxnSpLocks noChangeShapeType="1"/>
          </p:cNvCxnSpPr>
          <p:nvPr/>
        </p:nvCxnSpPr>
        <p:spPr bwMode="auto">
          <a:xfrm>
            <a:off x="4976813" y="3390900"/>
            <a:ext cx="381000" cy="228600"/>
          </a:xfrm>
          <a:prstGeom prst="straightConnector1">
            <a:avLst/>
          </a:prstGeom>
          <a:noFill/>
          <a:ln w="28575">
            <a:solidFill>
              <a:schemeClr val="tx1"/>
            </a:solidFill>
            <a:round/>
            <a:headEnd/>
            <a:tailEnd/>
          </a:ln>
          <a:extLst>
            <a:ext uri="{909E8E84-426E-40DD-AFC4-6F175D3DCCD1}">
              <a14:hiddenFill xmlns:a14="http://schemas.microsoft.com/office/drawing/2010/main">
                <a:noFill/>
              </a14:hiddenFill>
            </a:ext>
          </a:extLst>
        </p:spPr>
      </p:cxnSp>
      <p:cxnSp>
        <p:nvCxnSpPr>
          <p:cNvPr id="15" name="AutoShape 15"/>
          <p:cNvCxnSpPr>
            <a:cxnSpLocks noChangeShapeType="1"/>
          </p:cNvCxnSpPr>
          <p:nvPr/>
        </p:nvCxnSpPr>
        <p:spPr bwMode="auto">
          <a:xfrm>
            <a:off x="5368925" y="3619500"/>
            <a:ext cx="381000" cy="152400"/>
          </a:xfrm>
          <a:prstGeom prst="straightConnector1">
            <a:avLst/>
          </a:prstGeom>
          <a:noFill/>
          <a:ln w="28575">
            <a:solidFill>
              <a:schemeClr val="tx1"/>
            </a:solidFill>
            <a:round/>
            <a:headEnd/>
            <a:tailEnd/>
          </a:ln>
          <a:extLst>
            <a:ext uri="{909E8E84-426E-40DD-AFC4-6F175D3DCCD1}">
              <a14:hiddenFill xmlns:a14="http://schemas.microsoft.com/office/drawing/2010/main">
                <a:noFill/>
              </a14:hiddenFill>
            </a:ext>
          </a:extLst>
        </p:spPr>
      </p:cxnSp>
      <p:cxnSp>
        <p:nvCxnSpPr>
          <p:cNvPr id="16" name="AutoShape 16"/>
          <p:cNvCxnSpPr>
            <a:cxnSpLocks noChangeShapeType="1"/>
          </p:cNvCxnSpPr>
          <p:nvPr/>
        </p:nvCxnSpPr>
        <p:spPr bwMode="auto">
          <a:xfrm>
            <a:off x="5749925" y="3771900"/>
            <a:ext cx="381000" cy="152400"/>
          </a:xfrm>
          <a:prstGeom prst="straightConnector1">
            <a:avLst/>
          </a:prstGeom>
          <a:noFill/>
          <a:ln w="28575">
            <a:solidFill>
              <a:schemeClr val="tx1"/>
            </a:solidFill>
            <a:round/>
            <a:headEnd/>
            <a:tailEnd/>
          </a:ln>
          <a:extLst>
            <a:ext uri="{909E8E84-426E-40DD-AFC4-6F175D3DCCD1}">
              <a14:hiddenFill xmlns:a14="http://schemas.microsoft.com/office/drawing/2010/main">
                <a:noFill/>
              </a14:hiddenFill>
            </a:ext>
          </a:extLst>
        </p:spPr>
      </p:cxnSp>
      <p:sp>
        <p:nvSpPr>
          <p:cNvPr id="17" name="Line 17"/>
          <p:cNvSpPr>
            <a:spLocks noChangeShapeType="1"/>
          </p:cNvSpPr>
          <p:nvPr/>
        </p:nvSpPr>
        <p:spPr bwMode="auto">
          <a:xfrm>
            <a:off x="3975327" y="2526507"/>
            <a:ext cx="372836" cy="459581"/>
          </a:xfrm>
          <a:prstGeom prst="line">
            <a:avLst/>
          </a:prstGeom>
          <a:noFill/>
          <a:ln w="28575">
            <a:solidFill>
              <a:schemeClr val="tx1"/>
            </a:solidFill>
            <a:round/>
            <a:headEnd/>
            <a:tailEnd/>
          </a:ln>
          <a:extLst>
            <a:ext uri="{909E8E84-426E-40DD-AFC4-6F175D3DCCD1}">
              <a14:hiddenFill xmlns:a14="http://schemas.microsoft.com/office/drawing/2010/main">
                <a:noFill/>
              </a14:hiddenFill>
            </a:ext>
          </a:extLst>
        </p:spPr>
        <p:txBody>
          <a:bodyPr/>
          <a:lstStyle/>
          <a:p>
            <a:endParaRPr lang="en-GB"/>
          </a:p>
        </p:txBody>
      </p:sp>
      <p:sp>
        <p:nvSpPr>
          <p:cNvPr id="18" name="Line 18"/>
          <p:cNvSpPr>
            <a:spLocks noChangeShapeType="1"/>
          </p:cNvSpPr>
          <p:nvPr/>
        </p:nvSpPr>
        <p:spPr bwMode="auto">
          <a:xfrm>
            <a:off x="4348163" y="2990850"/>
            <a:ext cx="290512" cy="133350"/>
          </a:xfrm>
          <a:prstGeom prst="line">
            <a:avLst/>
          </a:prstGeom>
          <a:noFill/>
          <a:ln w="28575">
            <a:solidFill>
              <a:schemeClr val="tx1"/>
            </a:solidFill>
            <a:round/>
            <a:headEnd/>
            <a:tailEnd/>
          </a:ln>
          <a:extLst>
            <a:ext uri="{909E8E84-426E-40DD-AFC4-6F175D3DCCD1}">
              <a14:hiddenFill xmlns:a14="http://schemas.microsoft.com/office/drawing/2010/main">
                <a:noFill/>
              </a14:hiddenFill>
            </a:ext>
          </a:extLst>
        </p:spPr>
        <p:txBody>
          <a:bodyPr/>
          <a:lstStyle/>
          <a:p>
            <a:endParaRPr lang="en-GB"/>
          </a:p>
        </p:txBody>
      </p:sp>
      <p:sp>
        <p:nvSpPr>
          <p:cNvPr id="19" name="AutoShape 19"/>
          <p:cNvSpPr>
            <a:spLocks noChangeArrowheads="1"/>
          </p:cNvSpPr>
          <p:nvPr/>
        </p:nvSpPr>
        <p:spPr bwMode="auto">
          <a:xfrm>
            <a:off x="3746727" y="2653733"/>
            <a:ext cx="228600" cy="228600"/>
          </a:xfrm>
          <a:prstGeom prst="star4">
            <a:avLst>
              <a:gd name="adj" fmla="val 12500"/>
            </a:avLst>
          </a:prstGeom>
          <a:solidFill>
            <a:schemeClr val="tx1">
              <a:alpha val="59999"/>
            </a:schemeClr>
          </a:solidFill>
          <a:ln w="9525">
            <a:solidFill>
              <a:schemeClr val="tx1"/>
            </a:solidFill>
            <a:miter lim="800000"/>
            <a:headEnd/>
            <a:tailEnd/>
          </a:ln>
        </p:spPr>
        <p:txBody>
          <a:bodyPr wrap="none" anchor="ctr"/>
          <a:lstStyle>
            <a:lvl1pPr eaLnBrk="0" hangingPunct="0">
              <a:defRPr sz="2400">
                <a:solidFill>
                  <a:schemeClr val="tx1"/>
                </a:solidFill>
                <a:latin typeface="Arial" charset="0"/>
                <a:ea typeface="ＭＳ Ｐゴシック" charset="-128"/>
              </a:defRPr>
            </a:lvl1pPr>
            <a:lvl2pPr marL="37931725" indent="-37474525" eaLnBrk="0" hangingPunct="0">
              <a:defRPr sz="2400">
                <a:solidFill>
                  <a:schemeClr val="tx1"/>
                </a:solidFill>
                <a:latin typeface="Arial" charset="0"/>
                <a:ea typeface="ＭＳ Ｐゴシック" charset="-128"/>
              </a:defRPr>
            </a:lvl2pPr>
            <a:lvl3pPr eaLnBrk="0" hangingPunct="0">
              <a:defRPr sz="2400">
                <a:solidFill>
                  <a:schemeClr val="tx1"/>
                </a:solidFill>
                <a:latin typeface="Arial" charset="0"/>
                <a:ea typeface="ＭＳ Ｐゴシック" charset="-128"/>
              </a:defRPr>
            </a:lvl3pPr>
            <a:lvl4pPr eaLnBrk="0" hangingPunct="0">
              <a:defRPr sz="2400">
                <a:solidFill>
                  <a:schemeClr val="tx1"/>
                </a:solidFill>
                <a:latin typeface="Arial" charset="0"/>
                <a:ea typeface="ＭＳ Ｐゴシック" charset="-128"/>
              </a:defRPr>
            </a:lvl4pPr>
            <a:lvl5pPr eaLnBrk="0" hangingPunct="0">
              <a:defRPr sz="2400">
                <a:solidFill>
                  <a:schemeClr val="tx1"/>
                </a:solidFill>
                <a:latin typeface="Arial" charset="0"/>
                <a:ea typeface="ＭＳ Ｐゴシック" charset="-128"/>
              </a:defRPr>
            </a:lvl5pPr>
            <a:lvl6pPr marL="457200" eaLnBrk="0" fontAlgn="base" hangingPunct="0">
              <a:spcBef>
                <a:spcPct val="0"/>
              </a:spcBef>
              <a:spcAft>
                <a:spcPct val="0"/>
              </a:spcAft>
              <a:defRPr sz="2400">
                <a:solidFill>
                  <a:schemeClr val="tx1"/>
                </a:solidFill>
                <a:latin typeface="Arial" charset="0"/>
                <a:ea typeface="ＭＳ Ｐゴシック" charset="-128"/>
              </a:defRPr>
            </a:lvl6pPr>
            <a:lvl7pPr marL="914400" eaLnBrk="0" fontAlgn="base" hangingPunct="0">
              <a:spcBef>
                <a:spcPct val="0"/>
              </a:spcBef>
              <a:spcAft>
                <a:spcPct val="0"/>
              </a:spcAft>
              <a:defRPr sz="2400">
                <a:solidFill>
                  <a:schemeClr val="tx1"/>
                </a:solidFill>
                <a:latin typeface="Arial" charset="0"/>
                <a:ea typeface="ＭＳ Ｐゴシック" charset="-128"/>
              </a:defRPr>
            </a:lvl7pPr>
            <a:lvl8pPr marL="1371600" eaLnBrk="0" fontAlgn="base" hangingPunct="0">
              <a:spcBef>
                <a:spcPct val="0"/>
              </a:spcBef>
              <a:spcAft>
                <a:spcPct val="0"/>
              </a:spcAft>
              <a:defRPr sz="2400">
                <a:solidFill>
                  <a:schemeClr val="tx1"/>
                </a:solidFill>
                <a:latin typeface="Arial" charset="0"/>
                <a:ea typeface="ＭＳ Ｐゴシック" charset="-128"/>
              </a:defRPr>
            </a:lvl8pPr>
            <a:lvl9pPr marL="1828800" eaLnBrk="0" fontAlgn="base" hangingPunct="0">
              <a:spcBef>
                <a:spcPct val="0"/>
              </a:spcBef>
              <a:spcAft>
                <a:spcPct val="0"/>
              </a:spcAft>
              <a:defRPr sz="2400">
                <a:solidFill>
                  <a:schemeClr val="tx1"/>
                </a:solidFill>
                <a:latin typeface="Arial" charset="0"/>
                <a:ea typeface="ＭＳ Ｐゴシック" charset="-128"/>
              </a:defRPr>
            </a:lvl9pPr>
          </a:lstStyle>
          <a:p>
            <a:pPr eaLnBrk="1" hangingPunct="1"/>
            <a:endParaRPr lang="en-US" altLang="en-US" sz="1800">
              <a:solidFill>
                <a:srgbClr val="000000"/>
              </a:solidFill>
            </a:endParaRPr>
          </a:p>
        </p:txBody>
      </p:sp>
      <p:sp>
        <p:nvSpPr>
          <p:cNvPr id="20" name="Line 20"/>
          <p:cNvSpPr>
            <a:spLocks noChangeShapeType="1"/>
          </p:cNvSpPr>
          <p:nvPr/>
        </p:nvSpPr>
        <p:spPr bwMode="auto">
          <a:xfrm>
            <a:off x="4643438" y="3128963"/>
            <a:ext cx="333375" cy="261937"/>
          </a:xfrm>
          <a:prstGeom prst="line">
            <a:avLst/>
          </a:prstGeom>
          <a:noFill/>
          <a:ln w="28575">
            <a:solidFill>
              <a:schemeClr val="tx1"/>
            </a:solidFill>
            <a:round/>
            <a:headEnd/>
            <a:tailEnd/>
          </a:ln>
          <a:extLst>
            <a:ext uri="{909E8E84-426E-40DD-AFC4-6F175D3DCCD1}">
              <a14:hiddenFill xmlns:a14="http://schemas.microsoft.com/office/drawing/2010/main">
                <a:noFill/>
              </a14:hiddenFill>
            </a:ext>
          </a:extLst>
        </p:spPr>
        <p:txBody>
          <a:bodyPr/>
          <a:lstStyle/>
          <a:p>
            <a:endParaRPr lang="en-GB"/>
          </a:p>
        </p:txBody>
      </p:sp>
      <p:sp>
        <p:nvSpPr>
          <p:cNvPr id="21" name="Text Box 21"/>
          <p:cNvSpPr txBox="1">
            <a:spLocks noChangeArrowheads="1"/>
          </p:cNvSpPr>
          <p:nvPr/>
        </p:nvSpPr>
        <p:spPr bwMode="auto">
          <a:xfrm>
            <a:off x="596900" y="3178175"/>
            <a:ext cx="904875" cy="368300"/>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wrap="none">
            <a:spAutoFit/>
          </a:bodyPr>
          <a:lstStyle>
            <a:lvl1pPr eaLnBrk="0" hangingPunct="0">
              <a:defRPr sz="2400">
                <a:solidFill>
                  <a:schemeClr val="tx1"/>
                </a:solidFill>
                <a:latin typeface="Arial" charset="0"/>
                <a:ea typeface="ＭＳ Ｐゴシック" charset="-128"/>
              </a:defRPr>
            </a:lvl1pPr>
            <a:lvl2pPr marL="37931725" indent="-37474525" eaLnBrk="0" hangingPunct="0">
              <a:defRPr sz="2400">
                <a:solidFill>
                  <a:schemeClr val="tx1"/>
                </a:solidFill>
                <a:latin typeface="Arial" charset="0"/>
                <a:ea typeface="ＭＳ Ｐゴシック" charset="-128"/>
              </a:defRPr>
            </a:lvl2pPr>
            <a:lvl3pPr eaLnBrk="0" hangingPunct="0">
              <a:defRPr sz="2400">
                <a:solidFill>
                  <a:schemeClr val="tx1"/>
                </a:solidFill>
                <a:latin typeface="Arial" charset="0"/>
                <a:ea typeface="ＭＳ Ｐゴシック" charset="-128"/>
              </a:defRPr>
            </a:lvl3pPr>
            <a:lvl4pPr eaLnBrk="0" hangingPunct="0">
              <a:defRPr sz="2400">
                <a:solidFill>
                  <a:schemeClr val="tx1"/>
                </a:solidFill>
                <a:latin typeface="Arial" charset="0"/>
                <a:ea typeface="ＭＳ Ｐゴシック" charset="-128"/>
              </a:defRPr>
            </a:lvl4pPr>
            <a:lvl5pPr eaLnBrk="0" hangingPunct="0">
              <a:defRPr sz="2400">
                <a:solidFill>
                  <a:schemeClr val="tx1"/>
                </a:solidFill>
                <a:latin typeface="Arial" charset="0"/>
                <a:ea typeface="ＭＳ Ｐゴシック" charset="-128"/>
              </a:defRPr>
            </a:lvl5pPr>
            <a:lvl6pPr marL="457200" eaLnBrk="0" fontAlgn="base" hangingPunct="0">
              <a:spcBef>
                <a:spcPct val="0"/>
              </a:spcBef>
              <a:spcAft>
                <a:spcPct val="0"/>
              </a:spcAft>
              <a:defRPr sz="2400">
                <a:solidFill>
                  <a:schemeClr val="tx1"/>
                </a:solidFill>
                <a:latin typeface="Arial" charset="0"/>
                <a:ea typeface="ＭＳ Ｐゴシック" charset="-128"/>
              </a:defRPr>
            </a:lvl6pPr>
            <a:lvl7pPr marL="914400" eaLnBrk="0" fontAlgn="base" hangingPunct="0">
              <a:spcBef>
                <a:spcPct val="0"/>
              </a:spcBef>
              <a:spcAft>
                <a:spcPct val="0"/>
              </a:spcAft>
              <a:defRPr sz="2400">
                <a:solidFill>
                  <a:schemeClr val="tx1"/>
                </a:solidFill>
                <a:latin typeface="Arial" charset="0"/>
                <a:ea typeface="ＭＳ Ｐゴシック" charset="-128"/>
              </a:defRPr>
            </a:lvl7pPr>
            <a:lvl8pPr marL="1371600" eaLnBrk="0" fontAlgn="base" hangingPunct="0">
              <a:spcBef>
                <a:spcPct val="0"/>
              </a:spcBef>
              <a:spcAft>
                <a:spcPct val="0"/>
              </a:spcAft>
              <a:defRPr sz="2400">
                <a:solidFill>
                  <a:schemeClr val="tx1"/>
                </a:solidFill>
                <a:latin typeface="Arial" charset="0"/>
                <a:ea typeface="ＭＳ Ｐゴシック" charset="-128"/>
              </a:defRPr>
            </a:lvl8pPr>
            <a:lvl9pPr marL="1828800" eaLnBrk="0" fontAlgn="base" hangingPunct="0">
              <a:spcBef>
                <a:spcPct val="0"/>
              </a:spcBef>
              <a:spcAft>
                <a:spcPct val="0"/>
              </a:spcAft>
              <a:defRPr sz="2400">
                <a:solidFill>
                  <a:schemeClr val="tx1"/>
                </a:solidFill>
                <a:latin typeface="Arial" charset="0"/>
                <a:ea typeface="ＭＳ Ｐゴシック" charset="-128"/>
              </a:defRPr>
            </a:lvl9pPr>
          </a:lstStyle>
          <a:p>
            <a:pPr eaLnBrk="1" hangingPunct="1"/>
            <a:r>
              <a:rPr lang="en-US" altLang="en-US" sz="1800">
                <a:solidFill>
                  <a:srgbClr val="000000"/>
                </a:solidFill>
              </a:rPr>
              <a:t>J(</a:t>
            </a:r>
            <a:r>
              <a:rPr lang="en-US" altLang="en-US" sz="1800">
                <a:solidFill>
                  <a:srgbClr val="000000"/>
                </a:solidFill>
                <a:latin typeface="Symbol" charset="2"/>
                <a:sym typeface="Symbol" charset="2"/>
              </a:rPr>
              <a:t></a:t>
            </a:r>
            <a:r>
              <a:rPr lang="en-US" altLang="en-US" sz="1800" baseline="-25000">
                <a:solidFill>
                  <a:srgbClr val="000000"/>
                </a:solidFill>
                <a:latin typeface="Symbol" charset="2"/>
                <a:sym typeface="Symbol" charset="2"/>
              </a:rPr>
              <a:t>0</a:t>
            </a:r>
            <a:r>
              <a:rPr lang="en-US" altLang="en-US" sz="1800">
                <a:solidFill>
                  <a:srgbClr val="000000"/>
                </a:solidFill>
                <a:latin typeface="Symbol" charset="2"/>
                <a:sym typeface="Symbol" charset="2"/>
              </a:rPr>
              <a:t>,</a:t>
            </a:r>
            <a:r>
              <a:rPr lang="en-US" altLang="en-US" sz="1800" baseline="-25000">
                <a:solidFill>
                  <a:srgbClr val="000000"/>
                </a:solidFill>
                <a:latin typeface="Symbol" charset="2"/>
                <a:sym typeface="Symbol" charset="2"/>
              </a:rPr>
              <a:t>1</a:t>
            </a:r>
            <a:r>
              <a:rPr lang="en-US" altLang="en-US" sz="1800">
                <a:solidFill>
                  <a:srgbClr val="000000"/>
                </a:solidFill>
              </a:rPr>
              <a:t>)</a:t>
            </a:r>
            <a:endParaRPr lang="en-US" altLang="en-US" sz="1800" baseline="-25000">
              <a:solidFill>
                <a:srgbClr val="000000"/>
              </a:solidFill>
              <a:latin typeface="Symbol" charset="2"/>
              <a:sym typeface="Symbol" charset="2"/>
            </a:endParaRPr>
          </a:p>
        </p:txBody>
      </p:sp>
    </p:spTree>
    <p:extLst>
      <p:ext uri="{BB962C8B-B14F-4D97-AF65-F5344CB8AC3E}">
        <p14:creationId xmlns:p14="http://schemas.microsoft.com/office/powerpoint/2010/main" val="2866508135"/>
      </p:ext>
    </p:extLst>
  </p:cSld>
  <p:clrMapOvr>
    <a:masterClrMapping/>
  </p:clrMapOvr>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1" presetClass="entr" presetSubtype="0" fill="hold" grpId="0" nodeType="clickEffect">
                                  <p:stCondLst>
                                    <p:cond delay="0"/>
                                  </p:stCondLst>
                                  <p:childTnLst>
                                    <p:set>
                                      <p:cBhvr>
                                        <p:cTn id="6" dur="1" fill="hold">
                                          <p:stCondLst>
                                            <p:cond delay="0"/>
                                          </p:stCondLst>
                                        </p:cTn>
                                        <p:tgtEl>
                                          <p:spTgt spid="19"/>
                                        </p:tgtEl>
                                        <p:attrNameLst>
                                          <p:attrName>style.visibility</p:attrName>
                                        </p:attrNameLst>
                                      </p:cBhvr>
                                      <p:to>
                                        <p:strVal val="visible"/>
                                      </p:to>
                                    </p:set>
                                  </p:childTnLst>
                                </p:cTn>
                              </p:par>
                            </p:childTnLst>
                          </p:cTn>
                        </p:par>
                      </p:childTnLst>
                    </p:cTn>
                  </p:par>
                  <p:par>
                    <p:cTn id="7" fill="hold">
                      <p:stCondLst>
                        <p:cond delay="indefinite"/>
                      </p:stCondLst>
                      <p:childTnLst>
                        <p:par>
                          <p:cTn id="8" fill="hold">
                            <p:stCondLst>
                              <p:cond delay="0"/>
                            </p:stCondLst>
                            <p:childTnLst>
                              <p:par>
                                <p:cTn id="9" presetID="1" presetClass="entr" presetSubtype="0" fill="hold" grpId="0" nodeType="clickEffect">
                                  <p:stCondLst>
                                    <p:cond delay="0"/>
                                  </p:stCondLst>
                                  <p:childTnLst>
                                    <p:set>
                                      <p:cBhvr>
                                        <p:cTn id="10" dur="1" fill="hold">
                                          <p:stCondLst>
                                            <p:cond delay="0"/>
                                          </p:stCondLst>
                                        </p:cTn>
                                        <p:tgtEl>
                                          <p:spTgt spid="7"/>
                                        </p:tgtEl>
                                        <p:attrNameLst>
                                          <p:attrName>style.visibility</p:attrName>
                                        </p:attrNameLst>
                                      </p:cBhvr>
                                      <p:to>
                                        <p:strVal val="visible"/>
                                      </p:to>
                                    </p:set>
                                  </p:childTnLst>
                                </p:cTn>
                              </p:par>
                            </p:childTnLst>
                          </p:cTn>
                        </p:par>
                      </p:childTnLst>
                    </p:cTn>
                  </p:par>
                  <p:par>
                    <p:cTn id="11" fill="hold">
                      <p:stCondLst>
                        <p:cond delay="indefinite"/>
                      </p:stCondLst>
                      <p:childTnLst>
                        <p:par>
                          <p:cTn id="12" fill="hold">
                            <p:stCondLst>
                              <p:cond delay="0"/>
                            </p:stCondLst>
                            <p:childTnLst>
                              <p:par>
                                <p:cTn id="13" presetID="1" presetClass="entr" presetSubtype="0" fill="hold" grpId="0" nodeType="clickEffect">
                                  <p:stCondLst>
                                    <p:cond delay="0"/>
                                  </p:stCondLst>
                                  <p:childTnLst>
                                    <p:set>
                                      <p:cBhvr>
                                        <p:cTn id="14" dur="1" fill="hold">
                                          <p:stCondLst>
                                            <p:cond delay="0"/>
                                          </p:stCondLst>
                                        </p:cTn>
                                        <p:tgtEl>
                                          <p:spTgt spid="17"/>
                                        </p:tgtEl>
                                        <p:attrNameLst>
                                          <p:attrName>style.visibility</p:attrName>
                                        </p:attrNameLst>
                                      </p:cBhvr>
                                      <p:to>
                                        <p:strVal val="visible"/>
                                      </p:to>
                                    </p:set>
                                  </p:childTnLst>
                                </p:cTn>
                              </p:par>
                            </p:childTnLst>
                          </p:cTn>
                        </p:par>
                        <p:par>
                          <p:cTn id="15" fill="hold">
                            <p:stCondLst>
                              <p:cond delay="0"/>
                            </p:stCondLst>
                            <p:childTnLst>
                              <p:par>
                                <p:cTn id="16" presetID="1" presetClass="entr" presetSubtype="0" fill="hold" grpId="0" nodeType="afterEffect">
                                  <p:stCondLst>
                                    <p:cond delay="0"/>
                                  </p:stCondLst>
                                  <p:childTnLst>
                                    <p:set>
                                      <p:cBhvr>
                                        <p:cTn id="17" dur="1" fill="hold">
                                          <p:stCondLst>
                                            <p:cond delay="0"/>
                                          </p:stCondLst>
                                        </p:cTn>
                                        <p:tgtEl>
                                          <p:spTgt spid="8"/>
                                        </p:tgtEl>
                                        <p:attrNameLst>
                                          <p:attrName>style.visibility</p:attrName>
                                        </p:attrNameLst>
                                      </p:cBhvr>
                                      <p:to>
                                        <p:strVal val="visible"/>
                                      </p:to>
                                    </p:set>
                                  </p:childTnLst>
                                </p:cTn>
                              </p:par>
                            </p:childTnLst>
                          </p:cTn>
                        </p:par>
                      </p:childTnLst>
                    </p:cTn>
                  </p:par>
                  <p:par>
                    <p:cTn id="18" fill="hold">
                      <p:stCondLst>
                        <p:cond delay="indefinite"/>
                      </p:stCondLst>
                      <p:childTnLst>
                        <p:par>
                          <p:cTn id="19" fill="hold">
                            <p:stCondLst>
                              <p:cond delay="0"/>
                            </p:stCondLst>
                            <p:childTnLst>
                              <p:par>
                                <p:cTn id="20" presetID="1" presetClass="entr" presetSubtype="0" fill="hold" grpId="0" nodeType="clickEffect">
                                  <p:stCondLst>
                                    <p:cond delay="0"/>
                                  </p:stCondLst>
                                  <p:childTnLst>
                                    <p:set>
                                      <p:cBhvr>
                                        <p:cTn id="21" dur="1" fill="hold">
                                          <p:stCondLst>
                                            <p:cond delay="0"/>
                                          </p:stCondLst>
                                        </p:cTn>
                                        <p:tgtEl>
                                          <p:spTgt spid="18"/>
                                        </p:tgtEl>
                                        <p:attrNameLst>
                                          <p:attrName>style.visibility</p:attrName>
                                        </p:attrNameLst>
                                      </p:cBhvr>
                                      <p:to>
                                        <p:strVal val="visible"/>
                                      </p:to>
                                    </p:set>
                                  </p:childTnLst>
                                </p:cTn>
                              </p:par>
                            </p:childTnLst>
                          </p:cTn>
                        </p:par>
                        <p:par>
                          <p:cTn id="22" fill="hold">
                            <p:stCondLst>
                              <p:cond delay="0"/>
                            </p:stCondLst>
                            <p:childTnLst>
                              <p:par>
                                <p:cTn id="23" presetID="1" presetClass="entr" presetSubtype="0" fill="hold" grpId="0" nodeType="afterEffect">
                                  <p:stCondLst>
                                    <p:cond delay="0"/>
                                  </p:stCondLst>
                                  <p:childTnLst>
                                    <p:set>
                                      <p:cBhvr>
                                        <p:cTn id="24" dur="1" fill="hold">
                                          <p:stCondLst>
                                            <p:cond delay="0"/>
                                          </p:stCondLst>
                                        </p:cTn>
                                        <p:tgtEl>
                                          <p:spTgt spid="9"/>
                                        </p:tgtEl>
                                        <p:attrNameLst>
                                          <p:attrName>style.visibility</p:attrName>
                                        </p:attrNameLst>
                                      </p:cBhvr>
                                      <p:to>
                                        <p:strVal val="visible"/>
                                      </p:to>
                                    </p:set>
                                  </p:childTnLst>
                                </p:cTn>
                              </p:par>
                            </p:childTnLst>
                          </p:cTn>
                        </p:par>
                      </p:childTnLst>
                    </p:cTn>
                  </p:par>
                  <p:par>
                    <p:cTn id="25" fill="hold">
                      <p:stCondLst>
                        <p:cond delay="indefinite"/>
                      </p:stCondLst>
                      <p:childTnLst>
                        <p:par>
                          <p:cTn id="26" fill="hold">
                            <p:stCondLst>
                              <p:cond delay="0"/>
                            </p:stCondLst>
                            <p:childTnLst>
                              <p:par>
                                <p:cTn id="27" presetID="1" presetClass="entr" presetSubtype="0" fill="hold" grpId="0" nodeType="clickEffect">
                                  <p:stCondLst>
                                    <p:cond delay="0"/>
                                  </p:stCondLst>
                                  <p:childTnLst>
                                    <p:set>
                                      <p:cBhvr>
                                        <p:cTn id="28" dur="1" fill="hold">
                                          <p:stCondLst>
                                            <p:cond delay="0"/>
                                          </p:stCondLst>
                                        </p:cTn>
                                        <p:tgtEl>
                                          <p:spTgt spid="20"/>
                                        </p:tgtEl>
                                        <p:attrNameLst>
                                          <p:attrName>style.visibility</p:attrName>
                                        </p:attrNameLst>
                                      </p:cBhvr>
                                      <p:to>
                                        <p:strVal val="visible"/>
                                      </p:to>
                                    </p:set>
                                  </p:childTnLst>
                                </p:cTn>
                              </p:par>
                            </p:childTnLst>
                          </p:cTn>
                        </p:par>
                        <p:par>
                          <p:cTn id="29" fill="hold">
                            <p:stCondLst>
                              <p:cond delay="0"/>
                            </p:stCondLst>
                            <p:childTnLst>
                              <p:par>
                                <p:cTn id="30" presetID="1" presetClass="entr" presetSubtype="0" fill="hold" grpId="0" nodeType="afterEffect">
                                  <p:stCondLst>
                                    <p:cond delay="0"/>
                                  </p:stCondLst>
                                  <p:childTnLst>
                                    <p:set>
                                      <p:cBhvr>
                                        <p:cTn id="31" dur="1" fill="hold">
                                          <p:stCondLst>
                                            <p:cond delay="0"/>
                                          </p:stCondLst>
                                        </p:cTn>
                                        <p:tgtEl>
                                          <p:spTgt spid="10"/>
                                        </p:tgtEl>
                                        <p:attrNameLst>
                                          <p:attrName>style.visibility</p:attrName>
                                        </p:attrNameLst>
                                      </p:cBhvr>
                                      <p:to>
                                        <p:strVal val="visible"/>
                                      </p:to>
                                    </p:set>
                                  </p:childTnLst>
                                </p:cTn>
                              </p:par>
                            </p:childTnLst>
                          </p:cTn>
                        </p:par>
                        <p:par>
                          <p:cTn id="32" fill="hold">
                            <p:stCondLst>
                              <p:cond delay="0"/>
                            </p:stCondLst>
                            <p:childTnLst>
                              <p:par>
                                <p:cTn id="33" presetID="1" presetClass="entr" presetSubtype="0" fill="hold" nodeType="afterEffect">
                                  <p:stCondLst>
                                    <p:cond delay="500"/>
                                  </p:stCondLst>
                                  <p:childTnLst>
                                    <p:set>
                                      <p:cBhvr>
                                        <p:cTn id="34" dur="1" fill="hold">
                                          <p:stCondLst>
                                            <p:cond delay="0"/>
                                          </p:stCondLst>
                                        </p:cTn>
                                        <p:tgtEl>
                                          <p:spTgt spid="14"/>
                                        </p:tgtEl>
                                        <p:attrNameLst>
                                          <p:attrName>style.visibility</p:attrName>
                                        </p:attrNameLst>
                                      </p:cBhvr>
                                      <p:to>
                                        <p:strVal val="visible"/>
                                      </p:to>
                                    </p:set>
                                  </p:childTnLst>
                                </p:cTn>
                              </p:par>
                            </p:childTnLst>
                          </p:cTn>
                        </p:par>
                        <p:par>
                          <p:cTn id="35" fill="hold">
                            <p:stCondLst>
                              <p:cond delay="500"/>
                            </p:stCondLst>
                            <p:childTnLst>
                              <p:par>
                                <p:cTn id="36" presetID="1" presetClass="entr" presetSubtype="0" fill="hold" grpId="0" nodeType="afterEffect">
                                  <p:stCondLst>
                                    <p:cond delay="0"/>
                                  </p:stCondLst>
                                  <p:childTnLst>
                                    <p:set>
                                      <p:cBhvr>
                                        <p:cTn id="37" dur="1" fill="hold">
                                          <p:stCondLst>
                                            <p:cond delay="0"/>
                                          </p:stCondLst>
                                        </p:cTn>
                                        <p:tgtEl>
                                          <p:spTgt spid="11"/>
                                        </p:tgtEl>
                                        <p:attrNameLst>
                                          <p:attrName>style.visibility</p:attrName>
                                        </p:attrNameLst>
                                      </p:cBhvr>
                                      <p:to>
                                        <p:strVal val="visible"/>
                                      </p:to>
                                    </p:set>
                                  </p:childTnLst>
                                </p:cTn>
                              </p:par>
                            </p:childTnLst>
                          </p:cTn>
                        </p:par>
                        <p:par>
                          <p:cTn id="38" fill="hold">
                            <p:stCondLst>
                              <p:cond delay="500"/>
                            </p:stCondLst>
                            <p:childTnLst>
                              <p:par>
                                <p:cTn id="39" presetID="1" presetClass="entr" presetSubtype="0" fill="hold" nodeType="afterEffect">
                                  <p:stCondLst>
                                    <p:cond delay="500"/>
                                  </p:stCondLst>
                                  <p:childTnLst>
                                    <p:set>
                                      <p:cBhvr>
                                        <p:cTn id="40" dur="1" fill="hold">
                                          <p:stCondLst>
                                            <p:cond delay="0"/>
                                          </p:stCondLst>
                                        </p:cTn>
                                        <p:tgtEl>
                                          <p:spTgt spid="15"/>
                                        </p:tgtEl>
                                        <p:attrNameLst>
                                          <p:attrName>style.visibility</p:attrName>
                                        </p:attrNameLst>
                                      </p:cBhvr>
                                      <p:to>
                                        <p:strVal val="visible"/>
                                      </p:to>
                                    </p:set>
                                  </p:childTnLst>
                                </p:cTn>
                              </p:par>
                            </p:childTnLst>
                          </p:cTn>
                        </p:par>
                        <p:par>
                          <p:cTn id="41" fill="hold">
                            <p:stCondLst>
                              <p:cond delay="1000"/>
                            </p:stCondLst>
                            <p:childTnLst>
                              <p:par>
                                <p:cTn id="42" presetID="1" presetClass="entr" presetSubtype="0" fill="hold" grpId="0" nodeType="afterEffect">
                                  <p:stCondLst>
                                    <p:cond delay="0"/>
                                  </p:stCondLst>
                                  <p:childTnLst>
                                    <p:set>
                                      <p:cBhvr>
                                        <p:cTn id="43" dur="1" fill="hold">
                                          <p:stCondLst>
                                            <p:cond delay="0"/>
                                          </p:stCondLst>
                                        </p:cTn>
                                        <p:tgtEl>
                                          <p:spTgt spid="12"/>
                                        </p:tgtEl>
                                        <p:attrNameLst>
                                          <p:attrName>style.visibility</p:attrName>
                                        </p:attrNameLst>
                                      </p:cBhvr>
                                      <p:to>
                                        <p:strVal val="visible"/>
                                      </p:to>
                                    </p:set>
                                  </p:childTnLst>
                                </p:cTn>
                              </p:par>
                            </p:childTnLst>
                          </p:cTn>
                        </p:par>
                        <p:par>
                          <p:cTn id="44" fill="hold">
                            <p:stCondLst>
                              <p:cond delay="1000"/>
                            </p:stCondLst>
                            <p:childTnLst>
                              <p:par>
                                <p:cTn id="45" presetID="1" presetClass="entr" presetSubtype="0" fill="hold" nodeType="afterEffect">
                                  <p:stCondLst>
                                    <p:cond delay="500"/>
                                  </p:stCondLst>
                                  <p:childTnLst>
                                    <p:set>
                                      <p:cBhvr>
                                        <p:cTn id="46" dur="1" fill="hold">
                                          <p:stCondLst>
                                            <p:cond delay="0"/>
                                          </p:stCondLst>
                                        </p:cTn>
                                        <p:tgtEl>
                                          <p:spTgt spid="16"/>
                                        </p:tgtEl>
                                        <p:attrNameLst>
                                          <p:attrName>style.visibility</p:attrName>
                                        </p:attrNameLst>
                                      </p:cBhvr>
                                      <p:to>
                                        <p:strVal val="visible"/>
                                      </p:to>
                                    </p:set>
                                  </p:childTnLst>
                                </p:cTn>
                              </p:par>
                            </p:childTnLst>
                          </p:cTn>
                        </p:par>
                        <p:par>
                          <p:cTn id="47" fill="hold">
                            <p:stCondLst>
                              <p:cond delay="1500"/>
                            </p:stCondLst>
                            <p:childTnLst>
                              <p:par>
                                <p:cTn id="48" presetID="1" presetClass="entr" presetSubtype="0" fill="hold" grpId="0" nodeType="afterEffect">
                                  <p:stCondLst>
                                    <p:cond delay="0"/>
                                  </p:stCondLst>
                                  <p:childTnLst>
                                    <p:set>
                                      <p:cBhvr>
                                        <p:cTn id="49" dur="1" fill="hold">
                                          <p:stCondLst>
                                            <p:cond delay="0"/>
                                          </p:stCondLst>
                                        </p:cTn>
                                        <p:tgtEl>
                                          <p:spTgt spid="13"/>
                                        </p:tgtEl>
                                        <p:attrNameLst>
                                          <p:attrName>style.visibility</p:attrName>
                                        </p:attrNameLst>
                                      </p:cBhvr>
                                      <p:to>
                                        <p:strVal val="visible"/>
                                      </p:to>
                                    </p:set>
                                  </p:childTnLst>
                                </p:cTn>
                              </p:par>
                            </p:childTnLst>
                          </p:cTn>
                        </p:par>
                      </p:childTnLst>
                    </p:cTn>
                  </p:par>
                </p:childTnLst>
              </p:cTn>
              <p:prevCondLst>
                <p:cond evt="onPrev" delay="0">
                  <p:tgtEl>
                    <p:sldTgt/>
                  </p:tgtEl>
                </p:cond>
              </p:prevCondLst>
              <p:nextCondLst>
                <p:cond evt="onNext" delay="0">
                  <p:tgtEl>
                    <p:sldTgt/>
                  </p:tgtEl>
                </p:cond>
              </p:nextCondLst>
            </p:seq>
          </p:childTnLst>
        </p:cTn>
      </p:par>
    </p:tnLst>
    <p:bldLst>
      <p:bldP spid="7" grpId="0" animBg="1"/>
      <p:bldP spid="8" grpId="0" animBg="1"/>
      <p:bldP spid="9" grpId="0" animBg="1"/>
      <p:bldP spid="10" grpId="0" animBg="1"/>
      <p:bldP spid="11" grpId="0" animBg="1"/>
      <p:bldP spid="12" grpId="0" animBg="1"/>
      <p:bldP spid="13" grpId="0" animBg="1"/>
      <p:bldP spid="17" grpId="0" animBg="1"/>
      <p:bldP spid="18" grpId="0" animBg="1"/>
      <p:bldP spid="19" grpId="0" animBg="1"/>
      <p:bldP spid="20" grpId="0" animBg="1"/>
    </p:bldLst>
  </p:timing>
</p:sld>
</file>

<file path=ppt/slides/slide17.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pic>
        <p:nvPicPr>
          <p:cNvPr id="3074" name="Picture 2"/>
          <p:cNvPicPr>
            <a:picLocks noChangeAspect="1" noChangeArrowheads="1"/>
          </p:cNvPicPr>
          <p:nvPr/>
        </p:nvPicPr>
        <p:blipFill>
          <a:blip r:embed="rId3">
            <a:extLst>
              <a:ext uri="{28A0092B-C50C-407E-A947-70E740481C1C}">
                <a14:useLocalDpi xmlns:a14="http://schemas.microsoft.com/office/drawing/2010/main" val="0"/>
              </a:ext>
            </a:extLst>
          </a:blip>
          <a:srcRect/>
          <a:stretch>
            <a:fillRect/>
          </a:stretch>
        </p:blipFill>
        <p:spPr bwMode="auto">
          <a:xfrm>
            <a:off x="5791200" y="3505200"/>
            <a:ext cx="3352800" cy="1990725"/>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pic>
      <p:sp>
        <p:nvSpPr>
          <p:cNvPr id="2" name="Title 1"/>
          <p:cNvSpPr>
            <a:spLocks noGrp="1"/>
          </p:cNvSpPr>
          <p:nvPr>
            <p:ph type="title"/>
          </p:nvPr>
        </p:nvSpPr>
        <p:spPr/>
        <p:txBody>
          <a:bodyPr>
            <a:normAutofit/>
          </a:bodyPr>
          <a:lstStyle/>
          <a:p>
            <a:r>
              <a:rPr lang="en-GB" dirty="0"/>
              <a:t>LMS (least mean squares)</a:t>
            </a:r>
          </a:p>
        </p:txBody>
      </p:sp>
      <mc:AlternateContent xmlns:mc="http://schemas.openxmlformats.org/markup-compatibility/2006" xmlns:a14="http://schemas.microsoft.com/office/drawing/2010/main">
        <mc:Choice Requires="a14">
          <p:sp>
            <p:nvSpPr>
              <p:cNvPr id="3" name="Content Placeholder 2"/>
              <p:cNvSpPr>
                <a:spLocks noGrp="1"/>
              </p:cNvSpPr>
              <p:nvPr>
                <p:ph idx="1"/>
              </p:nvPr>
            </p:nvSpPr>
            <p:spPr/>
            <p:txBody>
              <a:bodyPr/>
              <a:lstStyle/>
              <a:p>
                <a:r>
                  <a:rPr lang="en-GB" sz="2000" dirty="0"/>
                  <a:t>We want to choose θ so as to minimize J(θ)</a:t>
                </a:r>
              </a:p>
              <a:p>
                <a:r>
                  <a:rPr lang="en-GB" sz="2000" dirty="0"/>
                  <a:t>Gradient Descent algorithm, let’s start with some initial θ, and repeatedly perform the update simultaneously for all θ:</a:t>
                </a:r>
                <a:endParaRPr lang="en-GB" dirty="0"/>
              </a:p>
              <a:p>
                <a:pPr marL="0" indent="0">
                  <a:buNone/>
                </a:pPr>
                <a:r>
                  <a:rPr lang="en-GB" dirty="0"/>
                  <a:t>θ</a:t>
                </a:r>
                <a:r>
                  <a:rPr lang="en-GB" baseline="-25000" dirty="0"/>
                  <a:t>j</a:t>
                </a:r>
                <a:r>
                  <a:rPr lang="en-GB" dirty="0"/>
                  <a:t> := θ</a:t>
                </a:r>
                <a:r>
                  <a:rPr lang="en-GB" baseline="-25000" dirty="0"/>
                  <a:t>j</a:t>
                </a:r>
                <a:r>
                  <a:rPr lang="en-GB" dirty="0"/>
                  <a:t>- </a:t>
                </a:r>
                <a:r>
                  <a:rPr lang="el-GR" dirty="0"/>
                  <a:t>α</a:t>
                </a:r>
                <a14:m>
                  <m:oMath xmlns:m="http://schemas.openxmlformats.org/officeDocument/2006/math">
                    <m:f>
                      <m:fPr>
                        <m:ctrlPr>
                          <a:rPr lang="el-GR" i="1" smtClean="0">
                            <a:latin typeface="Cambria Math" panose="02040503050406030204" pitchFamily="18" charset="0"/>
                          </a:rPr>
                        </m:ctrlPr>
                      </m:fPr>
                      <m:num>
                        <m:r>
                          <m:rPr>
                            <m:nor/>
                          </m:rPr>
                          <a:rPr lang="en-GB"/>
                          <m:t>∂</m:t>
                        </m:r>
                      </m:num>
                      <m:den>
                        <m:r>
                          <m:rPr>
                            <m:nor/>
                          </m:rPr>
                          <a:rPr lang="el-GR"/>
                          <m:t>∂</m:t>
                        </m:r>
                        <m:r>
                          <m:rPr>
                            <m:nor/>
                          </m:rPr>
                          <a:rPr lang="el-GR"/>
                          <m:t>θ</m:t>
                        </m:r>
                        <m:r>
                          <m:rPr>
                            <m:nor/>
                          </m:rPr>
                          <a:rPr lang="en-GB" baseline="-25000"/>
                          <m:t>j</m:t>
                        </m:r>
                      </m:den>
                    </m:f>
                  </m:oMath>
                </a14:m>
                <a:r>
                  <a:rPr lang="en-GB" dirty="0"/>
                  <a:t>J(θ) | j = 0,…,n</a:t>
                </a:r>
              </a:p>
            </p:txBody>
          </p:sp>
        </mc:Choice>
        <mc:Fallback xmlns="">
          <p:sp>
            <p:nvSpPr>
              <p:cNvPr id="3" name="Content Placeholder 2"/>
              <p:cNvSpPr>
                <a:spLocks noGrp="1" noRot="1" noChangeAspect="1" noMove="1" noResize="1" noEditPoints="1" noAdjustHandles="1" noChangeArrowheads="1" noChangeShapeType="1" noTextEdit="1"/>
              </p:cNvSpPr>
              <p:nvPr>
                <p:ph idx="1"/>
              </p:nvPr>
            </p:nvSpPr>
            <p:spPr>
              <a:blipFill rotWithShape="1">
                <a:blip r:embed="rId4"/>
                <a:stretch>
                  <a:fillRect l="-1111" t="-500"/>
                </a:stretch>
              </a:blipFill>
            </p:spPr>
            <p:txBody>
              <a:bodyPr/>
              <a:lstStyle/>
              <a:p>
                <a:r>
                  <a:rPr lang="en-GB">
                    <a:noFill/>
                  </a:rPr>
                  <a:t> </a:t>
                </a:r>
              </a:p>
            </p:txBody>
          </p:sp>
        </mc:Fallback>
      </mc:AlternateContent>
      <p:cxnSp>
        <p:nvCxnSpPr>
          <p:cNvPr id="10" name="Curved Connector 9"/>
          <p:cNvCxnSpPr>
            <a:cxnSpLocks noChangeShapeType="1"/>
          </p:cNvCxnSpPr>
          <p:nvPr/>
        </p:nvCxnSpPr>
        <p:spPr bwMode="auto">
          <a:xfrm rot="5400000" flipH="1" flipV="1">
            <a:off x="2260293" y="3273426"/>
            <a:ext cx="838200" cy="685800"/>
          </a:xfrm>
          <a:prstGeom prst="curvedConnector3">
            <a:avLst>
              <a:gd name="adj1" fmla="val 50000"/>
            </a:avLst>
          </a:prstGeom>
          <a:noFill/>
          <a:ln w="44450">
            <a:solidFill>
              <a:srgbClr val="FF0000"/>
            </a:solidFill>
            <a:round/>
            <a:headEnd/>
            <a:tailEnd type="arrow" w="med" len="med"/>
          </a:ln>
          <a:effectLst>
            <a:outerShdw blurRad="40000" dist="20000" dir="5400000" rotWithShape="0">
              <a:srgbClr val="808080">
                <a:alpha val="37999"/>
              </a:srgbClr>
            </a:outerShdw>
          </a:effectLst>
          <a:extLst>
            <a:ext uri="{909E8E84-426E-40DD-AFC4-6F175D3DCCD1}">
              <a14:hiddenFill xmlns:a14="http://schemas.microsoft.com/office/drawing/2010/main">
                <a:noFill/>
              </a14:hiddenFill>
            </a:ext>
          </a:extLst>
        </p:spPr>
      </p:cxnSp>
      <p:sp>
        <p:nvSpPr>
          <p:cNvPr id="11" name="TextBox 10"/>
          <p:cNvSpPr txBox="1">
            <a:spLocks noChangeArrowheads="1"/>
          </p:cNvSpPr>
          <p:nvPr/>
        </p:nvSpPr>
        <p:spPr bwMode="auto">
          <a:xfrm>
            <a:off x="1925331" y="3978276"/>
            <a:ext cx="1468437" cy="369888"/>
          </a:xfrm>
          <a:prstGeom prst="rect">
            <a:avLst/>
          </a:prstGeom>
          <a:gradFill rotWithShape="1">
            <a:gsLst>
              <a:gs pos="0">
                <a:srgbClr val="FFE5E5"/>
              </a:gs>
              <a:gs pos="64999">
                <a:srgbClr val="FFBEBD"/>
              </a:gs>
              <a:gs pos="100000">
                <a:srgbClr val="FFA2A1"/>
              </a:gs>
            </a:gsLst>
            <a:lin ang="5400000" scaled="1"/>
          </a:gradFill>
          <a:ln w="9525">
            <a:solidFill>
              <a:srgbClr val="BE4B48"/>
            </a:solidFill>
            <a:miter lim="800000"/>
            <a:headEnd/>
            <a:tailEnd/>
          </a:ln>
          <a:effectLst>
            <a:outerShdw blurRad="40000" dist="20000" dir="5400000" rotWithShape="0">
              <a:srgbClr val="808080">
                <a:alpha val="37999"/>
              </a:srgbClr>
            </a:outerShdw>
          </a:effectLst>
        </p:spPr>
        <p:txBody>
          <a:bodyPr wrap="none">
            <a:spAutoFit/>
          </a:bodyPr>
          <a:lstStyle/>
          <a:p>
            <a:pPr>
              <a:defRPr/>
            </a:pPr>
            <a:r>
              <a:rPr lang="en-US" dirty="0">
                <a:solidFill>
                  <a:schemeClr val="dk1"/>
                </a:solidFill>
                <a:latin typeface="+mn-lt"/>
                <a:ea typeface="+mn-ea"/>
              </a:rPr>
              <a:t>learning rate</a:t>
            </a:r>
          </a:p>
        </p:txBody>
      </p:sp>
      <p:cxnSp>
        <p:nvCxnSpPr>
          <p:cNvPr id="12" name="Curved Connector 11"/>
          <p:cNvCxnSpPr>
            <a:cxnSpLocks noChangeShapeType="1"/>
          </p:cNvCxnSpPr>
          <p:nvPr/>
        </p:nvCxnSpPr>
        <p:spPr bwMode="auto">
          <a:xfrm flipV="1">
            <a:off x="5584336" y="3768726"/>
            <a:ext cx="435464" cy="362033"/>
          </a:xfrm>
          <a:prstGeom prst="curvedConnector3">
            <a:avLst>
              <a:gd name="adj1" fmla="val 50000"/>
            </a:avLst>
          </a:prstGeom>
          <a:noFill/>
          <a:ln w="44450">
            <a:solidFill>
              <a:srgbClr val="FF0000"/>
            </a:solidFill>
            <a:round/>
            <a:headEnd/>
            <a:tailEnd type="arrow" w="med" len="med"/>
          </a:ln>
          <a:effectLst>
            <a:outerShdw blurRad="40000" dist="20000" dir="5400000" rotWithShape="0">
              <a:srgbClr val="808080">
                <a:alpha val="37999"/>
              </a:srgbClr>
            </a:outerShdw>
          </a:effectLst>
          <a:extLst>
            <a:ext uri="{909E8E84-426E-40DD-AFC4-6F175D3DCCD1}">
              <a14:hiddenFill xmlns:a14="http://schemas.microsoft.com/office/drawing/2010/main">
                <a:noFill/>
              </a14:hiddenFill>
            </a:ext>
          </a:extLst>
        </p:spPr>
      </p:cxnSp>
      <p:sp>
        <p:nvSpPr>
          <p:cNvPr id="14" name="TextBox 13"/>
          <p:cNvSpPr txBox="1">
            <a:spLocks noChangeArrowheads="1"/>
          </p:cNvSpPr>
          <p:nvPr/>
        </p:nvSpPr>
        <p:spPr bwMode="auto">
          <a:xfrm>
            <a:off x="3631893" y="3978276"/>
            <a:ext cx="1941557" cy="369332"/>
          </a:xfrm>
          <a:prstGeom prst="rect">
            <a:avLst/>
          </a:prstGeom>
          <a:gradFill rotWithShape="1">
            <a:gsLst>
              <a:gs pos="0">
                <a:srgbClr val="FFE5E5"/>
              </a:gs>
              <a:gs pos="64999">
                <a:srgbClr val="FFBEBD"/>
              </a:gs>
              <a:gs pos="100000">
                <a:srgbClr val="FFA2A1"/>
              </a:gs>
            </a:gsLst>
            <a:lin ang="5400000" scaled="1"/>
          </a:gradFill>
          <a:ln w="9525">
            <a:solidFill>
              <a:srgbClr val="BE4B48"/>
            </a:solidFill>
            <a:miter lim="800000"/>
            <a:headEnd/>
            <a:tailEnd/>
          </a:ln>
          <a:effectLst>
            <a:outerShdw blurRad="40000" dist="20000" dir="5400000" rotWithShape="0">
              <a:srgbClr val="808080">
                <a:alpha val="37999"/>
              </a:srgbClr>
            </a:outerShdw>
          </a:effectLst>
        </p:spPr>
        <p:txBody>
          <a:bodyPr wrap="none">
            <a:spAutoFit/>
          </a:bodyPr>
          <a:lstStyle/>
          <a:p>
            <a:pPr>
              <a:defRPr/>
            </a:pPr>
            <a:r>
              <a:rPr lang="en-US" dirty="0">
                <a:solidFill>
                  <a:schemeClr val="dk1"/>
                </a:solidFill>
              </a:rPr>
              <a:t>Partial derivative</a:t>
            </a:r>
            <a:endParaRPr lang="en-US" dirty="0">
              <a:solidFill>
                <a:schemeClr val="dk1"/>
              </a:solidFill>
              <a:latin typeface="+mn-lt"/>
              <a:ea typeface="+mn-ea"/>
            </a:endParaRPr>
          </a:p>
        </p:txBody>
      </p:sp>
      <p:sp>
        <p:nvSpPr>
          <p:cNvPr id="15" name="Rectangle 14"/>
          <p:cNvSpPr/>
          <p:nvPr/>
        </p:nvSpPr>
        <p:spPr>
          <a:xfrm>
            <a:off x="5943600" y="2926195"/>
            <a:ext cx="2954655" cy="369332"/>
          </a:xfrm>
          <a:prstGeom prst="rect">
            <a:avLst/>
          </a:prstGeom>
        </p:spPr>
        <p:txBody>
          <a:bodyPr wrap="none">
            <a:spAutoFit/>
          </a:bodyPr>
          <a:lstStyle/>
          <a:p>
            <a:r>
              <a:rPr lang="en-GB" dirty="0"/>
              <a:t>One training example (x, y)</a:t>
            </a:r>
          </a:p>
        </p:txBody>
      </p:sp>
      <p:cxnSp>
        <p:nvCxnSpPr>
          <p:cNvPr id="17" name="Curved Connector 16"/>
          <p:cNvCxnSpPr>
            <a:cxnSpLocks noChangeShapeType="1"/>
          </p:cNvCxnSpPr>
          <p:nvPr/>
        </p:nvCxnSpPr>
        <p:spPr bwMode="auto">
          <a:xfrm rot="10800000">
            <a:off x="3578825" y="3454401"/>
            <a:ext cx="685800" cy="628650"/>
          </a:xfrm>
          <a:prstGeom prst="curvedConnector3">
            <a:avLst>
              <a:gd name="adj1" fmla="val 50000"/>
            </a:avLst>
          </a:prstGeom>
          <a:noFill/>
          <a:ln w="44450">
            <a:solidFill>
              <a:srgbClr val="FF0000"/>
            </a:solidFill>
            <a:round/>
            <a:headEnd/>
            <a:tailEnd type="arrow" w="med" len="med"/>
          </a:ln>
          <a:effectLst>
            <a:outerShdw blurRad="40000" dist="20000" dir="5400000" rotWithShape="0">
              <a:srgbClr val="808080">
                <a:alpha val="37999"/>
              </a:srgbClr>
            </a:outerShdw>
          </a:effectLst>
          <a:extLst>
            <a:ext uri="{909E8E84-426E-40DD-AFC4-6F175D3DCCD1}">
              <a14:hiddenFill xmlns:a14="http://schemas.microsoft.com/office/drawing/2010/main">
                <a:noFill/>
              </a14:hiddenFill>
            </a:ext>
          </a:extLst>
        </p:spPr>
      </p:cxnSp>
      <p:sp>
        <p:nvSpPr>
          <p:cNvPr id="24" name="TextBox 23"/>
          <p:cNvSpPr txBox="1"/>
          <p:nvPr/>
        </p:nvSpPr>
        <p:spPr>
          <a:xfrm>
            <a:off x="1618570" y="4711658"/>
            <a:ext cx="2154757" cy="307777"/>
          </a:xfrm>
          <a:prstGeom prst="rect">
            <a:avLst/>
          </a:prstGeom>
          <a:noFill/>
        </p:spPr>
        <p:txBody>
          <a:bodyPr wrap="none" rtlCol="0">
            <a:spAutoFit/>
          </a:bodyPr>
          <a:lstStyle/>
          <a:p>
            <a:r>
              <a:rPr lang="en-GB" sz="1400" b="1" dirty="0"/>
              <a:t>Derivatives power rule:</a:t>
            </a:r>
          </a:p>
        </p:txBody>
      </p:sp>
      <p:pic>
        <p:nvPicPr>
          <p:cNvPr id="3075" name="Picture 3"/>
          <p:cNvPicPr>
            <a:picLocks noChangeAspect="1" noChangeArrowheads="1"/>
          </p:cNvPicPr>
          <p:nvPr/>
        </p:nvPicPr>
        <p:blipFill>
          <a:blip r:embed="rId5">
            <a:extLst>
              <a:ext uri="{28A0092B-C50C-407E-A947-70E740481C1C}">
                <a14:useLocalDpi xmlns:a14="http://schemas.microsoft.com/office/drawing/2010/main" val="0"/>
              </a:ext>
            </a:extLst>
          </a:blip>
          <a:srcRect/>
          <a:stretch>
            <a:fillRect/>
          </a:stretch>
        </p:blipFill>
        <p:spPr bwMode="auto">
          <a:xfrm>
            <a:off x="3751556" y="4533680"/>
            <a:ext cx="1461063" cy="571720"/>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pic>
      <p:sp>
        <p:nvSpPr>
          <p:cNvPr id="26" name="TextBox 25"/>
          <p:cNvSpPr txBox="1"/>
          <p:nvPr/>
        </p:nvSpPr>
        <p:spPr>
          <a:xfrm>
            <a:off x="1618570" y="5305695"/>
            <a:ext cx="5221301" cy="307777"/>
          </a:xfrm>
          <a:prstGeom prst="rect">
            <a:avLst/>
          </a:prstGeom>
          <a:noFill/>
        </p:spPr>
        <p:txBody>
          <a:bodyPr wrap="none" rtlCol="0">
            <a:spAutoFit/>
          </a:bodyPr>
          <a:lstStyle/>
          <a:p>
            <a:r>
              <a:rPr lang="en-GB" sz="1400" b="1" dirty="0"/>
              <a:t>Derivatives chain rule: </a:t>
            </a:r>
            <a:r>
              <a:rPr lang="en-GB" sz="1400" b="1" dirty="0">
                <a:solidFill>
                  <a:srgbClr val="0070C0"/>
                </a:solidFill>
              </a:rPr>
              <a:t>the derivative of f(g(x)) = f'(g(x))g'(x)</a:t>
            </a:r>
          </a:p>
        </p:txBody>
      </p:sp>
      <p:sp>
        <p:nvSpPr>
          <p:cNvPr id="27" name="Rectangle 26"/>
          <p:cNvSpPr/>
          <p:nvPr/>
        </p:nvSpPr>
        <p:spPr>
          <a:xfrm>
            <a:off x="411210" y="5638800"/>
            <a:ext cx="8402375" cy="923330"/>
          </a:xfrm>
          <a:prstGeom prst="rect">
            <a:avLst/>
          </a:prstGeom>
        </p:spPr>
        <p:txBody>
          <a:bodyPr wrap="square">
            <a:spAutoFit/>
          </a:bodyPr>
          <a:lstStyle/>
          <a:p>
            <a:pPr algn="ctr"/>
            <a:r>
              <a:rPr lang="en-GB" dirty="0">
                <a:solidFill>
                  <a:srgbClr val="FF0000"/>
                </a:solidFill>
              </a:rPr>
              <a:t>For a single training example, this gives the update rule</a:t>
            </a:r>
          </a:p>
          <a:p>
            <a:pPr algn="ctr"/>
            <a:endParaRPr lang="en-GB" dirty="0"/>
          </a:p>
          <a:p>
            <a:endParaRPr lang="en-GB" dirty="0"/>
          </a:p>
        </p:txBody>
      </p:sp>
      <p:pic>
        <p:nvPicPr>
          <p:cNvPr id="3076" name="Picture 4"/>
          <p:cNvPicPr>
            <a:picLocks noChangeAspect="1" noChangeArrowheads="1"/>
          </p:cNvPicPr>
          <p:nvPr/>
        </p:nvPicPr>
        <p:blipFill>
          <a:blip r:embed="rId6">
            <a:extLst>
              <a:ext uri="{28A0092B-C50C-407E-A947-70E740481C1C}">
                <a14:useLocalDpi xmlns:a14="http://schemas.microsoft.com/office/drawing/2010/main" val="0"/>
              </a:ext>
            </a:extLst>
          </a:blip>
          <a:srcRect/>
          <a:stretch>
            <a:fillRect/>
          </a:stretch>
        </p:blipFill>
        <p:spPr bwMode="auto">
          <a:xfrm>
            <a:off x="4295775" y="6040141"/>
            <a:ext cx="2638425" cy="485775"/>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pic>
    </p:spTree>
    <p:extLst>
      <p:ext uri="{BB962C8B-B14F-4D97-AF65-F5344CB8AC3E}">
        <p14:creationId xmlns:p14="http://schemas.microsoft.com/office/powerpoint/2010/main" val="1506344055"/>
      </p:ext>
    </p:extLst>
  </p:cSld>
  <p:clrMapOvr>
    <a:masterClrMapping/>
  </p:clrMapOvr>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1" presetClass="entr" presetSubtype="0" fill="hold" grpId="0" nodeType="clickEffect">
                                  <p:stCondLst>
                                    <p:cond delay="0"/>
                                  </p:stCondLst>
                                  <p:childTnLst>
                                    <p:set>
                                      <p:cBhvr>
                                        <p:cTn id="6" dur="1" fill="hold">
                                          <p:stCondLst>
                                            <p:cond delay="0"/>
                                          </p:stCondLst>
                                        </p:cTn>
                                        <p:tgtEl>
                                          <p:spTgt spid="11"/>
                                        </p:tgtEl>
                                        <p:attrNameLst>
                                          <p:attrName>style.visibility</p:attrName>
                                        </p:attrNameLst>
                                      </p:cBhvr>
                                      <p:to>
                                        <p:strVal val="visible"/>
                                      </p:to>
                                    </p:set>
                                  </p:childTnLst>
                                </p:cTn>
                              </p:par>
                              <p:par>
                                <p:cTn id="7" presetID="1" presetClass="entr" presetSubtype="0" fill="hold" nodeType="withEffect">
                                  <p:stCondLst>
                                    <p:cond delay="0"/>
                                  </p:stCondLst>
                                  <p:childTnLst>
                                    <p:set>
                                      <p:cBhvr>
                                        <p:cTn id="8" dur="1" fill="hold">
                                          <p:stCondLst>
                                            <p:cond delay="0"/>
                                          </p:stCondLst>
                                        </p:cTn>
                                        <p:tgtEl>
                                          <p:spTgt spid="10"/>
                                        </p:tgtEl>
                                        <p:attrNameLst>
                                          <p:attrName>style.visibility</p:attrName>
                                        </p:attrNameLst>
                                      </p:cBhvr>
                                      <p:to>
                                        <p:strVal val="visible"/>
                                      </p:to>
                                    </p:set>
                                  </p:childTnLst>
                                </p:cTn>
                              </p:par>
                              <p:par>
                                <p:cTn id="9" presetID="1" presetClass="entr" presetSubtype="0" fill="hold" grpId="0" nodeType="withEffect">
                                  <p:stCondLst>
                                    <p:cond delay="0"/>
                                  </p:stCondLst>
                                  <p:childTnLst>
                                    <p:set>
                                      <p:cBhvr>
                                        <p:cTn id="10" dur="1" fill="hold">
                                          <p:stCondLst>
                                            <p:cond delay="0"/>
                                          </p:stCondLst>
                                        </p:cTn>
                                        <p:tgtEl>
                                          <p:spTgt spid="14"/>
                                        </p:tgtEl>
                                        <p:attrNameLst>
                                          <p:attrName>style.visibility</p:attrName>
                                        </p:attrNameLst>
                                      </p:cBhvr>
                                      <p:to>
                                        <p:strVal val="visible"/>
                                      </p:to>
                                    </p:set>
                                  </p:childTnLst>
                                </p:cTn>
                              </p:par>
                            </p:childTnLst>
                          </p:cTn>
                        </p:par>
                      </p:childTnLst>
                    </p:cTn>
                  </p:par>
                  <p:par>
                    <p:cTn id="11" fill="hold">
                      <p:stCondLst>
                        <p:cond delay="indefinite"/>
                      </p:stCondLst>
                      <p:childTnLst>
                        <p:par>
                          <p:cTn id="12" fill="hold">
                            <p:stCondLst>
                              <p:cond delay="0"/>
                            </p:stCondLst>
                            <p:childTnLst>
                              <p:par>
                                <p:cTn id="13" presetID="1" presetClass="entr" presetSubtype="0" fill="hold" nodeType="clickEffect">
                                  <p:stCondLst>
                                    <p:cond delay="0"/>
                                  </p:stCondLst>
                                  <p:childTnLst>
                                    <p:set>
                                      <p:cBhvr>
                                        <p:cTn id="14" dur="1" fill="hold">
                                          <p:stCondLst>
                                            <p:cond delay="0"/>
                                          </p:stCondLst>
                                        </p:cTn>
                                        <p:tgtEl>
                                          <p:spTgt spid="12"/>
                                        </p:tgtEl>
                                        <p:attrNameLst>
                                          <p:attrName>style.visibility</p:attrName>
                                        </p:attrNameLst>
                                      </p:cBhvr>
                                      <p:to>
                                        <p:strVal val="visible"/>
                                      </p:to>
                                    </p:set>
                                  </p:childTnLst>
                                </p:cTn>
                              </p:par>
                              <p:par>
                                <p:cTn id="15" presetID="1" presetClass="entr" presetSubtype="0" fill="hold" nodeType="withEffect">
                                  <p:stCondLst>
                                    <p:cond delay="0"/>
                                  </p:stCondLst>
                                  <p:childTnLst>
                                    <p:set>
                                      <p:cBhvr>
                                        <p:cTn id="16" dur="1" fill="hold">
                                          <p:stCondLst>
                                            <p:cond delay="0"/>
                                          </p:stCondLst>
                                        </p:cTn>
                                        <p:tgtEl>
                                          <p:spTgt spid="17"/>
                                        </p:tgtEl>
                                        <p:attrNameLst>
                                          <p:attrName>style.visibility</p:attrName>
                                        </p:attrNameLst>
                                      </p:cBhvr>
                                      <p:to>
                                        <p:strVal val="visible"/>
                                      </p:to>
                                    </p:set>
                                  </p:childTnLst>
                                </p:cTn>
                              </p:par>
                            </p:childTnLst>
                          </p:cTn>
                        </p:par>
                      </p:childTnLst>
                    </p:cTn>
                  </p:par>
                  <p:par>
                    <p:cTn id="17" fill="hold">
                      <p:stCondLst>
                        <p:cond delay="indefinite"/>
                      </p:stCondLst>
                      <p:childTnLst>
                        <p:par>
                          <p:cTn id="18" fill="hold">
                            <p:stCondLst>
                              <p:cond delay="0"/>
                            </p:stCondLst>
                            <p:childTnLst>
                              <p:par>
                                <p:cTn id="19" presetID="1" presetClass="entr" presetSubtype="0" fill="hold" grpId="0" nodeType="clickEffect">
                                  <p:stCondLst>
                                    <p:cond delay="0"/>
                                  </p:stCondLst>
                                  <p:childTnLst>
                                    <p:set>
                                      <p:cBhvr>
                                        <p:cTn id="20" dur="1" fill="hold">
                                          <p:stCondLst>
                                            <p:cond delay="0"/>
                                          </p:stCondLst>
                                        </p:cTn>
                                        <p:tgtEl>
                                          <p:spTgt spid="15"/>
                                        </p:tgtEl>
                                        <p:attrNameLst>
                                          <p:attrName>style.visibility</p:attrName>
                                        </p:attrNameLst>
                                      </p:cBhvr>
                                      <p:to>
                                        <p:strVal val="visible"/>
                                      </p:to>
                                    </p:set>
                                  </p:childTnLst>
                                </p:cTn>
                              </p:par>
                              <p:par>
                                <p:cTn id="21" presetID="1" presetClass="entr" presetSubtype="0" fill="hold" nodeType="withEffect">
                                  <p:stCondLst>
                                    <p:cond delay="0"/>
                                  </p:stCondLst>
                                  <p:childTnLst>
                                    <p:set>
                                      <p:cBhvr>
                                        <p:cTn id="22" dur="1" fill="hold">
                                          <p:stCondLst>
                                            <p:cond delay="0"/>
                                          </p:stCondLst>
                                        </p:cTn>
                                        <p:tgtEl>
                                          <p:spTgt spid="3074"/>
                                        </p:tgtEl>
                                        <p:attrNameLst>
                                          <p:attrName>style.visibility</p:attrName>
                                        </p:attrNameLst>
                                      </p:cBhvr>
                                      <p:to>
                                        <p:strVal val="visible"/>
                                      </p:to>
                                    </p:set>
                                  </p:childTnLst>
                                </p:cTn>
                              </p:par>
                            </p:childTnLst>
                          </p:cTn>
                        </p:par>
                      </p:childTnLst>
                    </p:cTn>
                  </p:par>
                  <p:par>
                    <p:cTn id="23" fill="hold">
                      <p:stCondLst>
                        <p:cond delay="indefinite"/>
                      </p:stCondLst>
                      <p:childTnLst>
                        <p:par>
                          <p:cTn id="24" fill="hold">
                            <p:stCondLst>
                              <p:cond delay="0"/>
                            </p:stCondLst>
                            <p:childTnLst>
                              <p:par>
                                <p:cTn id="25" presetID="1" presetClass="entr" presetSubtype="0" fill="hold" grpId="0" nodeType="clickEffect">
                                  <p:stCondLst>
                                    <p:cond delay="0"/>
                                  </p:stCondLst>
                                  <p:childTnLst>
                                    <p:set>
                                      <p:cBhvr>
                                        <p:cTn id="26" dur="1" fill="hold">
                                          <p:stCondLst>
                                            <p:cond delay="0"/>
                                          </p:stCondLst>
                                        </p:cTn>
                                        <p:tgtEl>
                                          <p:spTgt spid="24"/>
                                        </p:tgtEl>
                                        <p:attrNameLst>
                                          <p:attrName>style.visibility</p:attrName>
                                        </p:attrNameLst>
                                      </p:cBhvr>
                                      <p:to>
                                        <p:strVal val="visible"/>
                                      </p:to>
                                    </p:set>
                                  </p:childTnLst>
                                </p:cTn>
                              </p:par>
                              <p:par>
                                <p:cTn id="27" presetID="1" presetClass="entr" presetSubtype="0" fill="hold" nodeType="withEffect">
                                  <p:stCondLst>
                                    <p:cond delay="0"/>
                                  </p:stCondLst>
                                  <p:childTnLst>
                                    <p:set>
                                      <p:cBhvr>
                                        <p:cTn id="28" dur="1" fill="hold">
                                          <p:stCondLst>
                                            <p:cond delay="0"/>
                                          </p:stCondLst>
                                        </p:cTn>
                                        <p:tgtEl>
                                          <p:spTgt spid="3075"/>
                                        </p:tgtEl>
                                        <p:attrNameLst>
                                          <p:attrName>style.visibility</p:attrName>
                                        </p:attrNameLst>
                                      </p:cBhvr>
                                      <p:to>
                                        <p:strVal val="visible"/>
                                      </p:to>
                                    </p:set>
                                  </p:childTnLst>
                                </p:cTn>
                              </p:par>
                              <p:par>
                                <p:cTn id="29" presetID="1" presetClass="entr" presetSubtype="0" fill="hold" grpId="0" nodeType="withEffect">
                                  <p:stCondLst>
                                    <p:cond delay="0"/>
                                  </p:stCondLst>
                                  <p:childTnLst>
                                    <p:set>
                                      <p:cBhvr>
                                        <p:cTn id="30" dur="1" fill="hold">
                                          <p:stCondLst>
                                            <p:cond delay="0"/>
                                          </p:stCondLst>
                                        </p:cTn>
                                        <p:tgtEl>
                                          <p:spTgt spid="26"/>
                                        </p:tgtEl>
                                        <p:attrNameLst>
                                          <p:attrName>style.visibility</p:attrName>
                                        </p:attrNameLst>
                                      </p:cBhvr>
                                      <p:to>
                                        <p:strVal val="visible"/>
                                      </p:to>
                                    </p:set>
                                  </p:childTnLst>
                                </p:cTn>
                              </p:par>
                            </p:childTnLst>
                          </p:cTn>
                        </p:par>
                      </p:childTnLst>
                    </p:cTn>
                  </p:par>
                  <p:par>
                    <p:cTn id="31" fill="hold">
                      <p:stCondLst>
                        <p:cond delay="indefinite"/>
                      </p:stCondLst>
                      <p:childTnLst>
                        <p:par>
                          <p:cTn id="32" fill="hold">
                            <p:stCondLst>
                              <p:cond delay="0"/>
                            </p:stCondLst>
                            <p:childTnLst>
                              <p:par>
                                <p:cTn id="33" presetID="1" presetClass="entr" presetSubtype="0" fill="hold" grpId="0" nodeType="clickEffect">
                                  <p:stCondLst>
                                    <p:cond delay="0"/>
                                  </p:stCondLst>
                                  <p:childTnLst>
                                    <p:set>
                                      <p:cBhvr>
                                        <p:cTn id="34" dur="1" fill="hold">
                                          <p:stCondLst>
                                            <p:cond delay="0"/>
                                          </p:stCondLst>
                                        </p:cTn>
                                        <p:tgtEl>
                                          <p:spTgt spid="27"/>
                                        </p:tgtEl>
                                        <p:attrNameLst>
                                          <p:attrName>style.visibility</p:attrName>
                                        </p:attrNameLst>
                                      </p:cBhvr>
                                      <p:to>
                                        <p:strVal val="visible"/>
                                      </p:to>
                                    </p:set>
                                  </p:childTnLst>
                                </p:cTn>
                              </p:par>
                              <p:par>
                                <p:cTn id="35" presetID="1" presetClass="entr" presetSubtype="0" fill="hold" nodeType="withEffect">
                                  <p:stCondLst>
                                    <p:cond delay="0"/>
                                  </p:stCondLst>
                                  <p:childTnLst>
                                    <p:set>
                                      <p:cBhvr>
                                        <p:cTn id="36" dur="1" fill="hold">
                                          <p:stCondLst>
                                            <p:cond delay="0"/>
                                          </p:stCondLst>
                                        </p:cTn>
                                        <p:tgtEl>
                                          <p:spTgt spid="3076"/>
                                        </p:tgtEl>
                                        <p:attrNameLst>
                                          <p:attrName>style.visibility</p:attrName>
                                        </p:attrNameLst>
                                      </p:cBhvr>
                                      <p:to>
                                        <p:strVal val="visible"/>
                                      </p:to>
                                    </p:set>
                                  </p:childTnLst>
                                </p:cTn>
                              </p:par>
                            </p:childTnLst>
                          </p:cTn>
                        </p:par>
                      </p:childTnLst>
                    </p:cTn>
                  </p:par>
                </p:childTnLst>
              </p:cTn>
              <p:prevCondLst>
                <p:cond evt="onPrev" delay="0">
                  <p:tgtEl>
                    <p:sldTgt/>
                  </p:tgtEl>
                </p:cond>
              </p:prevCondLst>
              <p:nextCondLst>
                <p:cond evt="onNext" delay="0">
                  <p:tgtEl>
                    <p:sldTgt/>
                  </p:tgtEl>
                </p:cond>
              </p:nextCondLst>
            </p:seq>
          </p:childTnLst>
        </p:cTn>
      </p:par>
    </p:tnLst>
    <p:bldLst>
      <p:bldP spid="11" grpId="0" animBg="1"/>
      <p:bldP spid="14" grpId="0" animBg="1"/>
      <p:bldP spid="15" grpId="0"/>
      <p:bldP spid="24" grpId="0"/>
      <p:bldP spid="26" grpId="0"/>
      <p:bldP spid="27" grpId="0"/>
    </p:bldLst>
  </p:timing>
</p:sld>
</file>

<file path=ppt/slides/slide18.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p:txBody>
          <a:bodyPr>
            <a:normAutofit fontScale="90000"/>
          </a:bodyPr>
          <a:lstStyle/>
          <a:p>
            <a:r>
              <a:rPr lang="en-US" altLang="en-US" b="1" dirty="0"/>
              <a:t>Gradient descent algorithm in example</a:t>
            </a:r>
            <a:endParaRPr lang="en-GB" dirty="0"/>
          </a:p>
        </p:txBody>
      </p:sp>
      <p:sp>
        <p:nvSpPr>
          <p:cNvPr id="3" name="Content Placeholder 2"/>
          <p:cNvSpPr>
            <a:spLocks noGrp="1"/>
          </p:cNvSpPr>
          <p:nvPr>
            <p:ph idx="1"/>
          </p:nvPr>
        </p:nvSpPr>
        <p:spPr/>
        <p:txBody>
          <a:bodyPr/>
          <a:lstStyle/>
          <a:p>
            <a:r>
              <a:rPr lang="en-GB" dirty="0"/>
              <a:t>To simplify the explanation and visualisation, we delete the #room feature from the training dataset.</a:t>
            </a:r>
          </a:p>
          <a:p>
            <a:endParaRPr lang="en-GB" dirty="0"/>
          </a:p>
        </p:txBody>
      </p:sp>
      <p:graphicFrame>
        <p:nvGraphicFramePr>
          <p:cNvPr id="4" name="Table 3"/>
          <p:cNvGraphicFramePr>
            <a:graphicFrameLocks noGrp="1"/>
          </p:cNvGraphicFramePr>
          <p:nvPr>
            <p:extLst>
              <p:ext uri="{D42A27DB-BD31-4B8C-83A1-F6EECF244321}">
                <p14:modId xmlns:p14="http://schemas.microsoft.com/office/powerpoint/2010/main" val="165090351"/>
              </p:ext>
            </p:extLst>
          </p:nvPr>
        </p:nvGraphicFramePr>
        <p:xfrm>
          <a:off x="1713593" y="2620341"/>
          <a:ext cx="2934607" cy="1842315"/>
        </p:xfrm>
        <a:graphic>
          <a:graphicData uri="http://schemas.openxmlformats.org/drawingml/2006/table">
            <a:tbl>
              <a:tblPr/>
              <a:tblGrid>
                <a:gridCol w="1389786">
                  <a:extLst>
                    <a:ext uri="{9D8B030D-6E8A-4147-A177-3AD203B41FA5}">
                      <a16:colId xmlns:a16="http://schemas.microsoft.com/office/drawing/2014/main" val="20000"/>
                    </a:ext>
                  </a:extLst>
                </a:gridCol>
                <a:gridCol w="1544821">
                  <a:extLst>
                    <a:ext uri="{9D8B030D-6E8A-4147-A177-3AD203B41FA5}">
                      <a16:colId xmlns:a16="http://schemas.microsoft.com/office/drawing/2014/main" val="20001"/>
                    </a:ext>
                  </a:extLst>
                </a:gridCol>
              </a:tblGrid>
              <a:tr h="444815">
                <a:tc>
                  <a:txBody>
                    <a:bodyPr/>
                    <a:lstStyle>
                      <a:lvl1pPr eaLnBrk="0" hangingPunct="0">
                        <a:spcBef>
                          <a:spcPct val="20000"/>
                        </a:spcBef>
                        <a:buFont typeface="Arial" charset="0"/>
                        <a:defRPr sz="2800">
                          <a:solidFill>
                            <a:schemeClr val="tx1"/>
                          </a:solidFill>
                          <a:latin typeface="Calibri" charset="0"/>
                          <a:ea typeface="ＭＳ Ｐゴシック" charset="-128"/>
                        </a:defRPr>
                      </a:lvl1pPr>
                      <a:lvl2pPr marL="37931725" indent="-37474525" eaLnBrk="0" hangingPunct="0">
                        <a:spcBef>
                          <a:spcPct val="20000"/>
                        </a:spcBef>
                        <a:buFont typeface="Arial" charset="0"/>
                        <a:defRPr sz="2400">
                          <a:solidFill>
                            <a:schemeClr val="tx1"/>
                          </a:solidFill>
                          <a:latin typeface="Calibri" charset="0"/>
                          <a:ea typeface="ＭＳ Ｐゴシック" charset="-128"/>
                        </a:defRPr>
                      </a:lvl2pPr>
                      <a:lvl3pPr eaLnBrk="0" hangingPunct="0">
                        <a:spcBef>
                          <a:spcPct val="20000"/>
                        </a:spcBef>
                        <a:defRPr sz="2000">
                          <a:solidFill>
                            <a:schemeClr val="tx1"/>
                          </a:solidFill>
                          <a:latin typeface="Calibri" charset="0"/>
                          <a:ea typeface="ＭＳ Ｐゴシック" charset="-128"/>
                        </a:defRPr>
                      </a:lvl3pPr>
                      <a:lvl4pPr eaLnBrk="0" hangingPunct="0">
                        <a:spcBef>
                          <a:spcPct val="20000"/>
                        </a:spcBef>
                        <a:defRPr>
                          <a:solidFill>
                            <a:schemeClr val="tx1"/>
                          </a:solidFill>
                          <a:latin typeface="Calibri" charset="0"/>
                          <a:ea typeface="ＭＳ Ｐゴシック" charset="-128"/>
                        </a:defRPr>
                      </a:lvl4pPr>
                      <a:lvl5pPr eaLnBrk="0" hangingPunct="0">
                        <a:spcBef>
                          <a:spcPct val="20000"/>
                        </a:spcBef>
                        <a:defRPr>
                          <a:solidFill>
                            <a:schemeClr val="tx1"/>
                          </a:solidFill>
                          <a:latin typeface="Calibri" charset="0"/>
                          <a:ea typeface="ＭＳ Ｐゴシック" charset="-128"/>
                        </a:defRPr>
                      </a:lvl5pPr>
                      <a:lvl6pPr marL="457200" eaLnBrk="0" fontAlgn="base" hangingPunct="0">
                        <a:spcBef>
                          <a:spcPct val="20000"/>
                        </a:spcBef>
                        <a:spcAft>
                          <a:spcPct val="0"/>
                        </a:spcAft>
                        <a:defRPr>
                          <a:solidFill>
                            <a:schemeClr val="tx1"/>
                          </a:solidFill>
                          <a:latin typeface="Calibri" charset="0"/>
                          <a:ea typeface="ＭＳ Ｐゴシック" charset="-128"/>
                        </a:defRPr>
                      </a:lvl6pPr>
                      <a:lvl7pPr marL="914400" eaLnBrk="0" fontAlgn="base" hangingPunct="0">
                        <a:spcBef>
                          <a:spcPct val="20000"/>
                        </a:spcBef>
                        <a:spcAft>
                          <a:spcPct val="0"/>
                        </a:spcAft>
                        <a:defRPr>
                          <a:solidFill>
                            <a:schemeClr val="tx1"/>
                          </a:solidFill>
                          <a:latin typeface="Calibri" charset="0"/>
                          <a:ea typeface="ＭＳ Ｐゴシック" charset="-128"/>
                        </a:defRPr>
                      </a:lvl7pPr>
                      <a:lvl8pPr marL="1371600" eaLnBrk="0" fontAlgn="base" hangingPunct="0">
                        <a:spcBef>
                          <a:spcPct val="20000"/>
                        </a:spcBef>
                        <a:spcAft>
                          <a:spcPct val="0"/>
                        </a:spcAft>
                        <a:defRPr>
                          <a:solidFill>
                            <a:schemeClr val="tx1"/>
                          </a:solidFill>
                          <a:latin typeface="Calibri" charset="0"/>
                          <a:ea typeface="ＭＳ Ｐゴシック" charset="-128"/>
                        </a:defRPr>
                      </a:lvl8pPr>
                      <a:lvl9pPr marL="1828800" eaLnBrk="0" fontAlgn="base" hangingPunct="0">
                        <a:spcBef>
                          <a:spcPct val="20000"/>
                        </a:spcBef>
                        <a:spcAft>
                          <a:spcPct val="0"/>
                        </a:spcAft>
                        <a:defRPr>
                          <a:solidFill>
                            <a:schemeClr val="tx1"/>
                          </a:solidFill>
                          <a:latin typeface="Calibri" charset="0"/>
                          <a:ea typeface="ＭＳ Ｐゴシック" charset="-128"/>
                        </a:defRPr>
                      </a:lvl9pPr>
                    </a:lstStyle>
                    <a:p>
                      <a:pPr marL="0" marR="0" lvl="0" indent="0" algn="ctr" defTabSz="457200" rtl="0" eaLnBrk="1" fontAlgn="b" latinLnBrk="0" hangingPunct="1">
                        <a:lnSpc>
                          <a:spcPct val="100000"/>
                        </a:lnSpc>
                        <a:spcBef>
                          <a:spcPct val="0"/>
                        </a:spcBef>
                        <a:spcAft>
                          <a:spcPct val="0"/>
                        </a:spcAft>
                        <a:buClrTx/>
                        <a:buSzTx/>
                        <a:buFontTx/>
                        <a:buNone/>
                        <a:tabLst/>
                      </a:pPr>
                      <a:r>
                        <a:rPr kumimoji="0" lang="en-US" altLang="en-US" sz="1200" b="1" i="0" u="none" strike="noStrike" cap="none" normalizeH="0" baseline="0" dirty="0">
                          <a:ln>
                            <a:noFill/>
                          </a:ln>
                          <a:solidFill>
                            <a:schemeClr val="tx1"/>
                          </a:solidFill>
                          <a:effectLst/>
                          <a:latin typeface="Calibri" charset="0"/>
                          <a:ea typeface="ＭＳ Ｐゴシック" charset="-128"/>
                        </a:rPr>
                        <a:t>Size in feet</a:t>
                      </a:r>
                      <a:r>
                        <a:rPr kumimoji="0" lang="en-US" altLang="en-US" sz="1200" b="1" i="0" u="none" strike="noStrike" cap="none" normalizeH="0" baseline="30000" dirty="0">
                          <a:ln>
                            <a:noFill/>
                          </a:ln>
                          <a:solidFill>
                            <a:schemeClr val="tx1"/>
                          </a:solidFill>
                          <a:effectLst/>
                          <a:latin typeface="Calibri" charset="0"/>
                          <a:ea typeface="ＭＳ Ｐゴシック" charset="-128"/>
                        </a:rPr>
                        <a:t>2</a:t>
                      </a:r>
                      <a:r>
                        <a:rPr kumimoji="0" lang="en-US" altLang="en-US" sz="1200" b="1" i="0" u="none" strike="noStrike" cap="none" normalizeH="0" baseline="0" dirty="0">
                          <a:ln>
                            <a:noFill/>
                          </a:ln>
                          <a:solidFill>
                            <a:schemeClr val="tx1"/>
                          </a:solidFill>
                          <a:effectLst/>
                          <a:latin typeface="Calibri" charset="0"/>
                          <a:ea typeface="ＭＳ Ｐゴシック" charset="-128"/>
                        </a:rPr>
                        <a:t> (</a:t>
                      </a:r>
                      <a:r>
                        <a:rPr kumimoji="0" lang="en-US" altLang="en-US" sz="1200" b="0" i="0" u="none" strike="noStrike" cap="none" normalizeH="0" baseline="0" dirty="0">
                          <a:ln>
                            <a:noFill/>
                          </a:ln>
                          <a:solidFill>
                            <a:schemeClr val="tx1"/>
                          </a:solidFill>
                          <a:effectLst/>
                          <a:latin typeface="Calibri" charset="0"/>
                          <a:ea typeface="ＭＳ Ｐゴシック" charset="-128"/>
                        </a:rPr>
                        <a:t>x</a:t>
                      </a:r>
                      <a:r>
                        <a:rPr kumimoji="0" lang="en-US" altLang="en-US" sz="1200" b="1" i="0" u="none" strike="noStrike" cap="none" normalizeH="0" baseline="0" dirty="0">
                          <a:ln>
                            <a:noFill/>
                          </a:ln>
                          <a:solidFill>
                            <a:schemeClr val="tx1"/>
                          </a:solidFill>
                          <a:effectLst/>
                          <a:latin typeface="Calibri" charset="0"/>
                          <a:ea typeface="ＭＳ Ｐゴシック" charset="-128"/>
                        </a:rPr>
                        <a:t>)</a:t>
                      </a:r>
                      <a:endParaRPr kumimoji="0" lang="en-US" altLang="en-US" sz="1200" b="1" i="0" u="none" strike="noStrike" cap="none" normalizeH="0" baseline="0" dirty="0">
                        <a:ln>
                          <a:noFill/>
                        </a:ln>
                        <a:solidFill>
                          <a:srgbClr val="000000"/>
                        </a:solidFill>
                        <a:effectLst/>
                        <a:latin typeface="Calibri" charset="0"/>
                        <a:ea typeface="ＭＳ Ｐゴシック" charset="-128"/>
                      </a:endParaRPr>
                    </a:p>
                  </a:txBody>
                  <a:tcPr marL="7620" marR="7620" marT="10160" marB="0" anchor="ctr" horzOverflow="overflow">
                    <a:lnL>
                      <a:noFill/>
                    </a:lnL>
                    <a:lnR w="12700" cap="flat" cmpd="sng" algn="ctr">
                      <a:solidFill>
                        <a:schemeClr val="tx1"/>
                      </a:solidFill>
                      <a:prstDash val="solid"/>
                      <a:round/>
                      <a:headEnd type="none" w="med" len="med"/>
                      <a:tailEnd type="none" w="med" len="med"/>
                    </a:lnR>
                    <a:lnT>
                      <a:noFill/>
                    </a:lnT>
                    <a:lnB w="12700" cap="flat" cmpd="sng" algn="ctr">
                      <a:solidFill>
                        <a:schemeClr val="tx1"/>
                      </a:solidFill>
                      <a:prstDash val="solid"/>
                      <a:round/>
                      <a:headEnd type="none" w="med" len="med"/>
                      <a:tailEnd type="none" w="med" len="med"/>
                    </a:lnB>
                    <a:lnTlToBr>
                      <a:noFill/>
                    </a:lnTlToBr>
                    <a:lnBlToTr>
                      <a:noFill/>
                    </a:lnBlToTr>
                    <a:noFill/>
                  </a:tcPr>
                </a:tc>
                <a:tc>
                  <a:txBody>
                    <a:bodyPr/>
                    <a:lstStyle>
                      <a:lvl1pPr eaLnBrk="0" hangingPunct="0">
                        <a:spcBef>
                          <a:spcPct val="20000"/>
                        </a:spcBef>
                        <a:buFont typeface="Arial" charset="0"/>
                        <a:defRPr sz="2800">
                          <a:solidFill>
                            <a:schemeClr val="tx1"/>
                          </a:solidFill>
                          <a:latin typeface="Calibri" charset="0"/>
                          <a:ea typeface="ＭＳ Ｐゴシック" charset="-128"/>
                        </a:defRPr>
                      </a:lvl1pPr>
                      <a:lvl2pPr marL="37931725" indent="-37474525" eaLnBrk="0" hangingPunct="0">
                        <a:spcBef>
                          <a:spcPct val="20000"/>
                        </a:spcBef>
                        <a:buFont typeface="Arial" charset="0"/>
                        <a:defRPr sz="2400">
                          <a:solidFill>
                            <a:schemeClr val="tx1"/>
                          </a:solidFill>
                          <a:latin typeface="Calibri" charset="0"/>
                          <a:ea typeface="ＭＳ Ｐゴシック" charset="-128"/>
                        </a:defRPr>
                      </a:lvl2pPr>
                      <a:lvl3pPr eaLnBrk="0" hangingPunct="0">
                        <a:spcBef>
                          <a:spcPct val="20000"/>
                        </a:spcBef>
                        <a:defRPr sz="2000">
                          <a:solidFill>
                            <a:schemeClr val="tx1"/>
                          </a:solidFill>
                          <a:latin typeface="Calibri" charset="0"/>
                          <a:ea typeface="ＭＳ Ｐゴシック" charset="-128"/>
                        </a:defRPr>
                      </a:lvl3pPr>
                      <a:lvl4pPr eaLnBrk="0" hangingPunct="0">
                        <a:spcBef>
                          <a:spcPct val="20000"/>
                        </a:spcBef>
                        <a:defRPr>
                          <a:solidFill>
                            <a:schemeClr val="tx1"/>
                          </a:solidFill>
                          <a:latin typeface="Calibri" charset="0"/>
                          <a:ea typeface="ＭＳ Ｐゴシック" charset="-128"/>
                        </a:defRPr>
                      </a:lvl4pPr>
                      <a:lvl5pPr eaLnBrk="0" hangingPunct="0">
                        <a:spcBef>
                          <a:spcPct val="20000"/>
                        </a:spcBef>
                        <a:defRPr>
                          <a:solidFill>
                            <a:schemeClr val="tx1"/>
                          </a:solidFill>
                          <a:latin typeface="Calibri" charset="0"/>
                          <a:ea typeface="ＭＳ Ｐゴシック" charset="-128"/>
                        </a:defRPr>
                      </a:lvl5pPr>
                      <a:lvl6pPr marL="457200" eaLnBrk="0" fontAlgn="base" hangingPunct="0">
                        <a:spcBef>
                          <a:spcPct val="20000"/>
                        </a:spcBef>
                        <a:spcAft>
                          <a:spcPct val="0"/>
                        </a:spcAft>
                        <a:defRPr>
                          <a:solidFill>
                            <a:schemeClr val="tx1"/>
                          </a:solidFill>
                          <a:latin typeface="Calibri" charset="0"/>
                          <a:ea typeface="ＭＳ Ｐゴシック" charset="-128"/>
                        </a:defRPr>
                      </a:lvl6pPr>
                      <a:lvl7pPr marL="914400" eaLnBrk="0" fontAlgn="base" hangingPunct="0">
                        <a:spcBef>
                          <a:spcPct val="20000"/>
                        </a:spcBef>
                        <a:spcAft>
                          <a:spcPct val="0"/>
                        </a:spcAft>
                        <a:defRPr>
                          <a:solidFill>
                            <a:schemeClr val="tx1"/>
                          </a:solidFill>
                          <a:latin typeface="Calibri" charset="0"/>
                          <a:ea typeface="ＭＳ Ｐゴシック" charset="-128"/>
                        </a:defRPr>
                      </a:lvl7pPr>
                      <a:lvl8pPr marL="1371600" eaLnBrk="0" fontAlgn="base" hangingPunct="0">
                        <a:spcBef>
                          <a:spcPct val="20000"/>
                        </a:spcBef>
                        <a:spcAft>
                          <a:spcPct val="0"/>
                        </a:spcAft>
                        <a:defRPr>
                          <a:solidFill>
                            <a:schemeClr val="tx1"/>
                          </a:solidFill>
                          <a:latin typeface="Calibri" charset="0"/>
                          <a:ea typeface="ＭＳ Ｐゴシック" charset="-128"/>
                        </a:defRPr>
                      </a:lvl8pPr>
                      <a:lvl9pPr marL="1828800" eaLnBrk="0" fontAlgn="base" hangingPunct="0">
                        <a:spcBef>
                          <a:spcPct val="20000"/>
                        </a:spcBef>
                        <a:spcAft>
                          <a:spcPct val="0"/>
                        </a:spcAft>
                        <a:defRPr>
                          <a:solidFill>
                            <a:schemeClr val="tx1"/>
                          </a:solidFill>
                          <a:latin typeface="Calibri" charset="0"/>
                          <a:ea typeface="ＭＳ Ｐゴシック" charset="-128"/>
                        </a:defRPr>
                      </a:lvl9pPr>
                    </a:lstStyle>
                    <a:p>
                      <a:pPr marL="0" marR="0" lvl="0" indent="0" algn="ctr" defTabSz="457200" rtl="0" eaLnBrk="1" fontAlgn="b" latinLnBrk="0" hangingPunct="1">
                        <a:lnSpc>
                          <a:spcPct val="100000"/>
                        </a:lnSpc>
                        <a:spcBef>
                          <a:spcPct val="0"/>
                        </a:spcBef>
                        <a:spcAft>
                          <a:spcPct val="0"/>
                        </a:spcAft>
                        <a:buClrTx/>
                        <a:buSzTx/>
                        <a:buFontTx/>
                        <a:buNone/>
                        <a:tabLst/>
                      </a:pPr>
                      <a:r>
                        <a:rPr kumimoji="0" lang="en-US" altLang="en-US" sz="1200" b="1" i="0" u="none" strike="noStrike" cap="none" normalizeH="0" baseline="0">
                          <a:ln>
                            <a:noFill/>
                          </a:ln>
                          <a:solidFill>
                            <a:schemeClr val="tx1"/>
                          </a:solidFill>
                          <a:effectLst/>
                          <a:latin typeface="Calibri" charset="0"/>
                          <a:ea typeface="ＭＳ Ｐゴシック" charset="-128"/>
                        </a:rPr>
                        <a:t>Price ($) in 1000's (</a:t>
                      </a:r>
                      <a:r>
                        <a:rPr kumimoji="0" lang="en-US" altLang="en-US" sz="1200" b="0" i="0" u="none" strike="noStrike" cap="none" normalizeH="0" baseline="0">
                          <a:ln>
                            <a:noFill/>
                          </a:ln>
                          <a:solidFill>
                            <a:schemeClr val="tx1"/>
                          </a:solidFill>
                          <a:effectLst/>
                          <a:latin typeface="Calibri" charset="0"/>
                          <a:ea typeface="ＭＳ Ｐゴシック" charset="-128"/>
                        </a:rPr>
                        <a:t>y</a:t>
                      </a:r>
                      <a:r>
                        <a:rPr kumimoji="0" lang="en-US" altLang="en-US" sz="1200" b="1" i="0" u="none" strike="noStrike" cap="none" normalizeH="0" baseline="0">
                          <a:ln>
                            <a:noFill/>
                          </a:ln>
                          <a:solidFill>
                            <a:schemeClr val="tx1"/>
                          </a:solidFill>
                          <a:effectLst/>
                          <a:latin typeface="Calibri" charset="0"/>
                          <a:ea typeface="ＭＳ Ｐゴシック" charset="-128"/>
                        </a:rPr>
                        <a:t>)</a:t>
                      </a:r>
                      <a:endParaRPr kumimoji="0" lang="en-US" altLang="en-US" sz="1200" b="1" i="0" u="none" strike="noStrike" cap="none" normalizeH="0" baseline="0">
                        <a:ln>
                          <a:noFill/>
                        </a:ln>
                        <a:solidFill>
                          <a:srgbClr val="000000"/>
                        </a:solidFill>
                        <a:effectLst/>
                        <a:latin typeface="Calibri" charset="0"/>
                        <a:ea typeface="ＭＳ Ｐゴシック" charset="-128"/>
                      </a:endParaRPr>
                    </a:p>
                  </a:txBody>
                  <a:tcPr marL="7620" marR="7620" marT="10160" marB="0" anchor="ctr" horzOverflow="overflow">
                    <a:lnL w="12700" cap="flat" cmpd="sng" algn="ctr">
                      <a:solidFill>
                        <a:schemeClr val="tx1"/>
                      </a:solidFill>
                      <a:prstDash val="solid"/>
                      <a:round/>
                      <a:headEnd type="none" w="med" len="med"/>
                      <a:tailEnd type="none" w="med" len="med"/>
                    </a:lnL>
                    <a:lnR>
                      <a:noFill/>
                    </a:lnR>
                    <a:lnT>
                      <a:noFill/>
                    </a:lnT>
                    <a:lnB w="12700" cap="flat" cmpd="sng" algn="ctr">
                      <a:solidFill>
                        <a:schemeClr val="tx1"/>
                      </a:solidFill>
                      <a:prstDash val="solid"/>
                      <a:round/>
                      <a:headEnd type="none" w="med" len="med"/>
                      <a:tailEnd type="none" w="med" len="med"/>
                    </a:lnB>
                    <a:lnTlToBr>
                      <a:noFill/>
                    </a:lnTlToBr>
                    <a:lnBlToTr>
                      <a:noFill/>
                    </a:lnBlToTr>
                    <a:noFill/>
                  </a:tcPr>
                </a:tc>
                <a:extLst>
                  <a:ext uri="{0D108BD9-81ED-4DB2-BD59-A6C34878D82A}">
                    <a16:rowId xmlns:a16="http://schemas.microsoft.com/office/drawing/2014/main" val="10000"/>
                  </a:ext>
                </a:extLst>
              </a:tr>
              <a:tr h="224915">
                <a:tc>
                  <a:txBody>
                    <a:bodyPr/>
                    <a:lstStyle>
                      <a:lvl1pPr eaLnBrk="0" hangingPunct="0">
                        <a:spcBef>
                          <a:spcPct val="20000"/>
                        </a:spcBef>
                        <a:buFont typeface="Arial" charset="0"/>
                        <a:defRPr sz="2800">
                          <a:solidFill>
                            <a:schemeClr val="tx1"/>
                          </a:solidFill>
                          <a:latin typeface="Calibri" charset="0"/>
                          <a:ea typeface="ＭＳ Ｐゴシック" charset="-128"/>
                        </a:defRPr>
                      </a:lvl1pPr>
                      <a:lvl2pPr marL="37931725" indent="-37474525" eaLnBrk="0" hangingPunct="0">
                        <a:spcBef>
                          <a:spcPct val="20000"/>
                        </a:spcBef>
                        <a:buFont typeface="Arial" charset="0"/>
                        <a:defRPr sz="2400">
                          <a:solidFill>
                            <a:schemeClr val="tx1"/>
                          </a:solidFill>
                          <a:latin typeface="Calibri" charset="0"/>
                          <a:ea typeface="ＭＳ Ｐゴシック" charset="-128"/>
                        </a:defRPr>
                      </a:lvl2pPr>
                      <a:lvl3pPr eaLnBrk="0" hangingPunct="0">
                        <a:spcBef>
                          <a:spcPct val="20000"/>
                        </a:spcBef>
                        <a:defRPr sz="2000">
                          <a:solidFill>
                            <a:schemeClr val="tx1"/>
                          </a:solidFill>
                          <a:latin typeface="Calibri" charset="0"/>
                          <a:ea typeface="ＭＳ Ｐゴシック" charset="-128"/>
                        </a:defRPr>
                      </a:lvl3pPr>
                      <a:lvl4pPr eaLnBrk="0" hangingPunct="0">
                        <a:spcBef>
                          <a:spcPct val="20000"/>
                        </a:spcBef>
                        <a:defRPr>
                          <a:solidFill>
                            <a:schemeClr val="tx1"/>
                          </a:solidFill>
                          <a:latin typeface="Calibri" charset="0"/>
                          <a:ea typeface="ＭＳ Ｐゴシック" charset="-128"/>
                        </a:defRPr>
                      </a:lvl4pPr>
                      <a:lvl5pPr eaLnBrk="0" hangingPunct="0">
                        <a:spcBef>
                          <a:spcPct val="20000"/>
                        </a:spcBef>
                        <a:defRPr>
                          <a:solidFill>
                            <a:schemeClr val="tx1"/>
                          </a:solidFill>
                          <a:latin typeface="Calibri" charset="0"/>
                          <a:ea typeface="ＭＳ Ｐゴシック" charset="-128"/>
                        </a:defRPr>
                      </a:lvl5pPr>
                      <a:lvl6pPr marL="457200" eaLnBrk="0" fontAlgn="base" hangingPunct="0">
                        <a:spcBef>
                          <a:spcPct val="20000"/>
                        </a:spcBef>
                        <a:spcAft>
                          <a:spcPct val="0"/>
                        </a:spcAft>
                        <a:defRPr>
                          <a:solidFill>
                            <a:schemeClr val="tx1"/>
                          </a:solidFill>
                          <a:latin typeface="Calibri" charset="0"/>
                          <a:ea typeface="ＭＳ Ｐゴシック" charset="-128"/>
                        </a:defRPr>
                      </a:lvl6pPr>
                      <a:lvl7pPr marL="914400" eaLnBrk="0" fontAlgn="base" hangingPunct="0">
                        <a:spcBef>
                          <a:spcPct val="20000"/>
                        </a:spcBef>
                        <a:spcAft>
                          <a:spcPct val="0"/>
                        </a:spcAft>
                        <a:defRPr>
                          <a:solidFill>
                            <a:schemeClr val="tx1"/>
                          </a:solidFill>
                          <a:latin typeface="Calibri" charset="0"/>
                          <a:ea typeface="ＭＳ Ｐゴシック" charset="-128"/>
                        </a:defRPr>
                      </a:lvl7pPr>
                      <a:lvl8pPr marL="1371600" eaLnBrk="0" fontAlgn="base" hangingPunct="0">
                        <a:spcBef>
                          <a:spcPct val="20000"/>
                        </a:spcBef>
                        <a:spcAft>
                          <a:spcPct val="0"/>
                        </a:spcAft>
                        <a:defRPr>
                          <a:solidFill>
                            <a:schemeClr val="tx1"/>
                          </a:solidFill>
                          <a:latin typeface="Calibri" charset="0"/>
                          <a:ea typeface="ＭＳ Ｐゴシック" charset="-128"/>
                        </a:defRPr>
                      </a:lvl8pPr>
                      <a:lvl9pPr marL="1828800" eaLnBrk="0" fontAlgn="base" hangingPunct="0">
                        <a:spcBef>
                          <a:spcPct val="20000"/>
                        </a:spcBef>
                        <a:spcAft>
                          <a:spcPct val="0"/>
                        </a:spcAft>
                        <a:defRPr>
                          <a:solidFill>
                            <a:schemeClr val="tx1"/>
                          </a:solidFill>
                          <a:latin typeface="Calibri" charset="0"/>
                          <a:ea typeface="ＭＳ Ｐゴシック" charset="-128"/>
                        </a:defRPr>
                      </a:lvl9pPr>
                    </a:lstStyle>
                    <a:p>
                      <a:pPr marL="0" marR="0" lvl="0" indent="0" algn="ctr" defTabSz="457200" rtl="0" eaLnBrk="1" fontAlgn="b" latinLnBrk="0" hangingPunct="1">
                        <a:lnSpc>
                          <a:spcPct val="100000"/>
                        </a:lnSpc>
                        <a:spcBef>
                          <a:spcPct val="0"/>
                        </a:spcBef>
                        <a:spcAft>
                          <a:spcPct val="0"/>
                        </a:spcAft>
                        <a:buClrTx/>
                        <a:buSzTx/>
                        <a:buFontTx/>
                        <a:buNone/>
                        <a:tabLst/>
                      </a:pPr>
                      <a:r>
                        <a:rPr kumimoji="0" lang="en-US" altLang="en-US" sz="1200" b="0" i="0" u="none" strike="noStrike" cap="none" normalizeH="0" baseline="0" dirty="0">
                          <a:ln>
                            <a:noFill/>
                          </a:ln>
                          <a:solidFill>
                            <a:schemeClr val="tx1"/>
                          </a:solidFill>
                          <a:effectLst/>
                          <a:latin typeface="Calibri" charset="0"/>
                          <a:ea typeface="ＭＳ Ｐゴシック" charset="-128"/>
                        </a:rPr>
                        <a:t>2104</a:t>
                      </a:r>
                      <a:endParaRPr kumimoji="0" lang="en-US" altLang="en-US" sz="1200" b="0" i="0" u="none" strike="noStrike" cap="none" normalizeH="0" baseline="0" dirty="0">
                        <a:ln>
                          <a:noFill/>
                        </a:ln>
                        <a:solidFill>
                          <a:srgbClr val="000000"/>
                        </a:solidFill>
                        <a:effectLst/>
                        <a:latin typeface="Calibri" charset="0"/>
                        <a:ea typeface="ＭＳ Ｐゴシック" charset="-128"/>
                      </a:endParaRPr>
                    </a:p>
                  </a:txBody>
                  <a:tcPr marL="7620" marR="7620" marT="10160" marB="0" anchor="b" horzOverflow="overflow">
                    <a:lnL>
                      <a:noFill/>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a:noFill/>
                    </a:lnB>
                    <a:lnTlToBr>
                      <a:noFill/>
                    </a:lnTlToBr>
                    <a:lnBlToTr>
                      <a:noFill/>
                    </a:lnBlToTr>
                    <a:noFill/>
                  </a:tcPr>
                </a:tc>
                <a:tc>
                  <a:txBody>
                    <a:bodyPr/>
                    <a:lstStyle>
                      <a:lvl1pPr eaLnBrk="0" hangingPunct="0">
                        <a:spcBef>
                          <a:spcPct val="20000"/>
                        </a:spcBef>
                        <a:buFont typeface="Arial" charset="0"/>
                        <a:defRPr sz="2800">
                          <a:solidFill>
                            <a:schemeClr val="tx1"/>
                          </a:solidFill>
                          <a:latin typeface="Calibri" charset="0"/>
                          <a:ea typeface="ＭＳ Ｐゴシック" charset="-128"/>
                        </a:defRPr>
                      </a:lvl1pPr>
                      <a:lvl2pPr marL="37931725" indent="-37474525" eaLnBrk="0" hangingPunct="0">
                        <a:spcBef>
                          <a:spcPct val="20000"/>
                        </a:spcBef>
                        <a:buFont typeface="Arial" charset="0"/>
                        <a:defRPr sz="2400">
                          <a:solidFill>
                            <a:schemeClr val="tx1"/>
                          </a:solidFill>
                          <a:latin typeface="Calibri" charset="0"/>
                          <a:ea typeface="ＭＳ Ｐゴシック" charset="-128"/>
                        </a:defRPr>
                      </a:lvl2pPr>
                      <a:lvl3pPr eaLnBrk="0" hangingPunct="0">
                        <a:spcBef>
                          <a:spcPct val="20000"/>
                        </a:spcBef>
                        <a:defRPr sz="2000">
                          <a:solidFill>
                            <a:schemeClr val="tx1"/>
                          </a:solidFill>
                          <a:latin typeface="Calibri" charset="0"/>
                          <a:ea typeface="ＭＳ Ｐゴシック" charset="-128"/>
                        </a:defRPr>
                      </a:lvl3pPr>
                      <a:lvl4pPr eaLnBrk="0" hangingPunct="0">
                        <a:spcBef>
                          <a:spcPct val="20000"/>
                        </a:spcBef>
                        <a:defRPr>
                          <a:solidFill>
                            <a:schemeClr val="tx1"/>
                          </a:solidFill>
                          <a:latin typeface="Calibri" charset="0"/>
                          <a:ea typeface="ＭＳ Ｐゴシック" charset="-128"/>
                        </a:defRPr>
                      </a:lvl4pPr>
                      <a:lvl5pPr eaLnBrk="0" hangingPunct="0">
                        <a:spcBef>
                          <a:spcPct val="20000"/>
                        </a:spcBef>
                        <a:defRPr>
                          <a:solidFill>
                            <a:schemeClr val="tx1"/>
                          </a:solidFill>
                          <a:latin typeface="Calibri" charset="0"/>
                          <a:ea typeface="ＭＳ Ｐゴシック" charset="-128"/>
                        </a:defRPr>
                      </a:lvl5pPr>
                      <a:lvl6pPr marL="457200" eaLnBrk="0" fontAlgn="base" hangingPunct="0">
                        <a:spcBef>
                          <a:spcPct val="20000"/>
                        </a:spcBef>
                        <a:spcAft>
                          <a:spcPct val="0"/>
                        </a:spcAft>
                        <a:defRPr>
                          <a:solidFill>
                            <a:schemeClr val="tx1"/>
                          </a:solidFill>
                          <a:latin typeface="Calibri" charset="0"/>
                          <a:ea typeface="ＭＳ Ｐゴシック" charset="-128"/>
                        </a:defRPr>
                      </a:lvl6pPr>
                      <a:lvl7pPr marL="914400" eaLnBrk="0" fontAlgn="base" hangingPunct="0">
                        <a:spcBef>
                          <a:spcPct val="20000"/>
                        </a:spcBef>
                        <a:spcAft>
                          <a:spcPct val="0"/>
                        </a:spcAft>
                        <a:defRPr>
                          <a:solidFill>
                            <a:schemeClr val="tx1"/>
                          </a:solidFill>
                          <a:latin typeface="Calibri" charset="0"/>
                          <a:ea typeface="ＭＳ Ｐゴシック" charset="-128"/>
                        </a:defRPr>
                      </a:lvl7pPr>
                      <a:lvl8pPr marL="1371600" eaLnBrk="0" fontAlgn="base" hangingPunct="0">
                        <a:spcBef>
                          <a:spcPct val="20000"/>
                        </a:spcBef>
                        <a:spcAft>
                          <a:spcPct val="0"/>
                        </a:spcAft>
                        <a:defRPr>
                          <a:solidFill>
                            <a:schemeClr val="tx1"/>
                          </a:solidFill>
                          <a:latin typeface="Calibri" charset="0"/>
                          <a:ea typeface="ＭＳ Ｐゴシック" charset="-128"/>
                        </a:defRPr>
                      </a:lvl8pPr>
                      <a:lvl9pPr marL="1828800" eaLnBrk="0" fontAlgn="base" hangingPunct="0">
                        <a:spcBef>
                          <a:spcPct val="20000"/>
                        </a:spcBef>
                        <a:spcAft>
                          <a:spcPct val="0"/>
                        </a:spcAft>
                        <a:defRPr>
                          <a:solidFill>
                            <a:schemeClr val="tx1"/>
                          </a:solidFill>
                          <a:latin typeface="Calibri" charset="0"/>
                          <a:ea typeface="ＭＳ Ｐゴシック" charset="-128"/>
                        </a:defRPr>
                      </a:lvl9pPr>
                    </a:lstStyle>
                    <a:p>
                      <a:pPr marL="0" marR="0" lvl="0" indent="0" algn="ctr" defTabSz="457200" rtl="0" eaLnBrk="1" fontAlgn="b" latinLnBrk="0" hangingPunct="1">
                        <a:lnSpc>
                          <a:spcPct val="100000"/>
                        </a:lnSpc>
                        <a:spcBef>
                          <a:spcPct val="0"/>
                        </a:spcBef>
                        <a:spcAft>
                          <a:spcPct val="0"/>
                        </a:spcAft>
                        <a:buClrTx/>
                        <a:buSzTx/>
                        <a:buFontTx/>
                        <a:buNone/>
                        <a:tabLst/>
                      </a:pPr>
                      <a:r>
                        <a:rPr kumimoji="0" lang="en-US" altLang="en-US" sz="1200" b="0" i="0" u="none" strike="noStrike" cap="none" normalizeH="0" baseline="0">
                          <a:ln>
                            <a:noFill/>
                          </a:ln>
                          <a:solidFill>
                            <a:schemeClr val="tx1"/>
                          </a:solidFill>
                          <a:effectLst/>
                          <a:latin typeface="Calibri" charset="0"/>
                          <a:ea typeface="ＭＳ Ｐゴシック" charset="-128"/>
                        </a:rPr>
                        <a:t>460</a:t>
                      </a:r>
                      <a:endParaRPr kumimoji="0" lang="en-US" altLang="en-US" sz="1200" b="0" i="0" u="none" strike="noStrike" cap="none" normalizeH="0" baseline="0">
                        <a:ln>
                          <a:noFill/>
                        </a:ln>
                        <a:solidFill>
                          <a:srgbClr val="000000"/>
                        </a:solidFill>
                        <a:effectLst/>
                        <a:latin typeface="Calibri" charset="0"/>
                        <a:ea typeface="ＭＳ Ｐゴシック" charset="-128"/>
                      </a:endParaRPr>
                    </a:p>
                  </a:txBody>
                  <a:tcPr marL="7620" marR="7620" marT="10160" marB="0" anchor="b" horzOverflow="overflow">
                    <a:lnL w="12700" cap="flat" cmpd="sng" algn="ctr">
                      <a:solidFill>
                        <a:schemeClr val="tx1"/>
                      </a:solidFill>
                      <a:prstDash val="solid"/>
                      <a:round/>
                      <a:headEnd type="none" w="med" len="med"/>
                      <a:tailEnd type="none" w="med" len="med"/>
                    </a:lnL>
                    <a:lnR>
                      <a:noFill/>
                    </a:lnR>
                    <a:lnT w="12700" cap="flat" cmpd="sng" algn="ctr">
                      <a:solidFill>
                        <a:schemeClr val="tx1"/>
                      </a:solidFill>
                      <a:prstDash val="solid"/>
                      <a:round/>
                      <a:headEnd type="none" w="med" len="med"/>
                      <a:tailEnd type="none" w="med" len="med"/>
                    </a:lnT>
                    <a:lnB>
                      <a:noFill/>
                    </a:lnB>
                    <a:lnTlToBr>
                      <a:noFill/>
                    </a:lnTlToBr>
                    <a:lnBlToTr>
                      <a:noFill/>
                    </a:lnBlToTr>
                    <a:noFill/>
                  </a:tcPr>
                </a:tc>
                <a:extLst>
                  <a:ext uri="{0D108BD9-81ED-4DB2-BD59-A6C34878D82A}">
                    <a16:rowId xmlns:a16="http://schemas.microsoft.com/office/drawing/2014/main" val="10001"/>
                  </a:ext>
                </a:extLst>
              </a:tr>
              <a:tr h="224915">
                <a:tc>
                  <a:txBody>
                    <a:bodyPr/>
                    <a:lstStyle>
                      <a:lvl1pPr eaLnBrk="0" hangingPunct="0">
                        <a:spcBef>
                          <a:spcPct val="20000"/>
                        </a:spcBef>
                        <a:buFont typeface="Arial" charset="0"/>
                        <a:defRPr sz="2800">
                          <a:solidFill>
                            <a:schemeClr val="tx1"/>
                          </a:solidFill>
                          <a:latin typeface="Calibri" charset="0"/>
                          <a:ea typeface="ＭＳ Ｐゴシック" charset="-128"/>
                        </a:defRPr>
                      </a:lvl1pPr>
                      <a:lvl2pPr marL="37931725" indent="-37474525" eaLnBrk="0" hangingPunct="0">
                        <a:spcBef>
                          <a:spcPct val="20000"/>
                        </a:spcBef>
                        <a:buFont typeface="Arial" charset="0"/>
                        <a:defRPr sz="2400">
                          <a:solidFill>
                            <a:schemeClr val="tx1"/>
                          </a:solidFill>
                          <a:latin typeface="Calibri" charset="0"/>
                          <a:ea typeface="ＭＳ Ｐゴシック" charset="-128"/>
                        </a:defRPr>
                      </a:lvl2pPr>
                      <a:lvl3pPr eaLnBrk="0" hangingPunct="0">
                        <a:spcBef>
                          <a:spcPct val="20000"/>
                        </a:spcBef>
                        <a:defRPr sz="2000">
                          <a:solidFill>
                            <a:schemeClr val="tx1"/>
                          </a:solidFill>
                          <a:latin typeface="Calibri" charset="0"/>
                          <a:ea typeface="ＭＳ Ｐゴシック" charset="-128"/>
                        </a:defRPr>
                      </a:lvl3pPr>
                      <a:lvl4pPr eaLnBrk="0" hangingPunct="0">
                        <a:spcBef>
                          <a:spcPct val="20000"/>
                        </a:spcBef>
                        <a:defRPr>
                          <a:solidFill>
                            <a:schemeClr val="tx1"/>
                          </a:solidFill>
                          <a:latin typeface="Calibri" charset="0"/>
                          <a:ea typeface="ＭＳ Ｐゴシック" charset="-128"/>
                        </a:defRPr>
                      </a:lvl4pPr>
                      <a:lvl5pPr eaLnBrk="0" hangingPunct="0">
                        <a:spcBef>
                          <a:spcPct val="20000"/>
                        </a:spcBef>
                        <a:defRPr>
                          <a:solidFill>
                            <a:schemeClr val="tx1"/>
                          </a:solidFill>
                          <a:latin typeface="Calibri" charset="0"/>
                          <a:ea typeface="ＭＳ Ｐゴシック" charset="-128"/>
                        </a:defRPr>
                      </a:lvl5pPr>
                      <a:lvl6pPr marL="457200" eaLnBrk="0" fontAlgn="base" hangingPunct="0">
                        <a:spcBef>
                          <a:spcPct val="20000"/>
                        </a:spcBef>
                        <a:spcAft>
                          <a:spcPct val="0"/>
                        </a:spcAft>
                        <a:defRPr>
                          <a:solidFill>
                            <a:schemeClr val="tx1"/>
                          </a:solidFill>
                          <a:latin typeface="Calibri" charset="0"/>
                          <a:ea typeface="ＭＳ Ｐゴシック" charset="-128"/>
                        </a:defRPr>
                      </a:lvl6pPr>
                      <a:lvl7pPr marL="914400" eaLnBrk="0" fontAlgn="base" hangingPunct="0">
                        <a:spcBef>
                          <a:spcPct val="20000"/>
                        </a:spcBef>
                        <a:spcAft>
                          <a:spcPct val="0"/>
                        </a:spcAft>
                        <a:defRPr>
                          <a:solidFill>
                            <a:schemeClr val="tx1"/>
                          </a:solidFill>
                          <a:latin typeface="Calibri" charset="0"/>
                          <a:ea typeface="ＭＳ Ｐゴシック" charset="-128"/>
                        </a:defRPr>
                      </a:lvl7pPr>
                      <a:lvl8pPr marL="1371600" eaLnBrk="0" fontAlgn="base" hangingPunct="0">
                        <a:spcBef>
                          <a:spcPct val="20000"/>
                        </a:spcBef>
                        <a:spcAft>
                          <a:spcPct val="0"/>
                        </a:spcAft>
                        <a:defRPr>
                          <a:solidFill>
                            <a:schemeClr val="tx1"/>
                          </a:solidFill>
                          <a:latin typeface="Calibri" charset="0"/>
                          <a:ea typeface="ＭＳ Ｐゴシック" charset="-128"/>
                        </a:defRPr>
                      </a:lvl8pPr>
                      <a:lvl9pPr marL="1828800" eaLnBrk="0" fontAlgn="base" hangingPunct="0">
                        <a:spcBef>
                          <a:spcPct val="20000"/>
                        </a:spcBef>
                        <a:spcAft>
                          <a:spcPct val="0"/>
                        </a:spcAft>
                        <a:defRPr>
                          <a:solidFill>
                            <a:schemeClr val="tx1"/>
                          </a:solidFill>
                          <a:latin typeface="Calibri" charset="0"/>
                          <a:ea typeface="ＭＳ Ｐゴシック" charset="-128"/>
                        </a:defRPr>
                      </a:lvl9pPr>
                    </a:lstStyle>
                    <a:p>
                      <a:pPr marL="0" marR="0" lvl="0" indent="0" algn="ctr" defTabSz="457200" rtl="0" eaLnBrk="1" fontAlgn="b" latinLnBrk="0" hangingPunct="1">
                        <a:lnSpc>
                          <a:spcPct val="100000"/>
                        </a:lnSpc>
                        <a:spcBef>
                          <a:spcPct val="0"/>
                        </a:spcBef>
                        <a:spcAft>
                          <a:spcPct val="0"/>
                        </a:spcAft>
                        <a:buClrTx/>
                        <a:buSzTx/>
                        <a:buFontTx/>
                        <a:buNone/>
                        <a:tabLst/>
                      </a:pPr>
                      <a:r>
                        <a:rPr kumimoji="0" lang="en-US" altLang="en-US" sz="1200" b="0" i="0" u="none" strike="noStrike" cap="none" normalizeH="0" baseline="0" dirty="0">
                          <a:ln>
                            <a:noFill/>
                          </a:ln>
                          <a:solidFill>
                            <a:schemeClr val="tx1"/>
                          </a:solidFill>
                          <a:effectLst/>
                          <a:latin typeface="Calibri" charset="0"/>
                          <a:ea typeface="ＭＳ Ｐゴシック" charset="-128"/>
                        </a:rPr>
                        <a:t>1416</a:t>
                      </a:r>
                      <a:endParaRPr kumimoji="0" lang="en-US" altLang="en-US" sz="1200" b="0" i="0" u="none" strike="noStrike" cap="none" normalizeH="0" baseline="0" dirty="0">
                        <a:ln>
                          <a:noFill/>
                        </a:ln>
                        <a:solidFill>
                          <a:srgbClr val="000000"/>
                        </a:solidFill>
                        <a:effectLst/>
                        <a:latin typeface="Calibri" charset="0"/>
                        <a:ea typeface="ＭＳ Ｐゴシック" charset="-128"/>
                      </a:endParaRPr>
                    </a:p>
                  </a:txBody>
                  <a:tcPr marL="7620" marR="7620" marT="10160" marB="0" anchor="b" horzOverflow="overflow">
                    <a:lnL>
                      <a:noFill/>
                    </a:lnL>
                    <a:lnR w="12700" cap="flat" cmpd="sng" algn="ctr">
                      <a:solidFill>
                        <a:schemeClr val="tx1"/>
                      </a:solidFill>
                      <a:prstDash val="solid"/>
                      <a:round/>
                      <a:headEnd type="none" w="med" len="med"/>
                      <a:tailEnd type="none" w="med" len="med"/>
                    </a:lnR>
                    <a:lnT>
                      <a:noFill/>
                    </a:lnT>
                    <a:lnB>
                      <a:noFill/>
                    </a:lnB>
                    <a:lnTlToBr>
                      <a:noFill/>
                    </a:lnTlToBr>
                    <a:lnBlToTr>
                      <a:noFill/>
                    </a:lnBlToTr>
                    <a:noFill/>
                  </a:tcPr>
                </a:tc>
                <a:tc>
                  <a:txBody>
                    <a:bodyPr/>
                    <a:lstStyle>
                      <a:lvl1pPr eaLnBrk="0" hangingPunct="0">
                        <a:spcBef>
                          <a:spcPct val="20000"/>
                        </a:spcBef>
                        <a:buFont typeface="Arial" charset="0"/>
                        <a:defRPr sz="2800">
                          <a:solidFill>
                            <a:schemeClr val="tx1"/>
                          </a:solidFill>
                          <a:latin typeface="Calibri" charset="0"/>
                          <a:ea typeface="ＭＳ Ｐゴシック" charset="-128"/>
                        </a:defRPr>
                      </a:lvl1pPr>
                      <a:lvl2pPr marL="37931725" indent="-37474525" eaLnBrk="0" hangingPunct="0">
                        <a:spcBef>
                          <a:spcPct val="20000"/>
                        </a:spcBef>
                        <a:buFont typeface="Arial" charset="0"/>
                        <a:defRPr sz="2400">
                          <a:solidFill>
                            <a:schemeClr val="tx1"/>
                          </a:solidFill>
                          <a:latin typeface="Calibri" charset="0"/>
                          <a:ea typeface="ＭＳ Ｐゴシック" charset="-128"/>
                        </a:defRPr>
                      </a:lvl2pPr>
                      <a:lvl3pPr eaLnBrk="0" hangingPunct="0">
                        <a:spcBef>
                          <a:spcPct val="20000"/>
                        </a:spcBef>
                        <a:defRPr sz="2000">
                          <a:solidFill>
                            <a:schemeClr val="tx1"/>
                          </a:solidFill>
                          <a:latin typeface="Calibri" charset="0"/>
                          <a:ea typeface="ＭＳ Ｐゴシック" charset="-128"/>
                        </a:defRPr>
                      </a:lvl3pPr>
                      <a:lvl4pPr eaLnBrk="0" hangingPunct="0">
                        <a:spcBef>
                          <a:spcPct val="20000"/>
                        </a:spcBef>
                        <a:defRPr>
                          <a:solidFill>
                            <a:schemeClr val="tx1"/>
                          </a:solidFill>
                          <a:latin typeface="Calibri" charset="0"/>
                          <a:ea typeface="ＭＳ Ｐゴシック" charset="-128"/>
                        </a:defRPr>
                      </a:lvl4pPr>
                      <a:lvl5pPr eaLnBrk="0" hangingPunct="0">
                        <a:spcBef>
                          <a:spcPct val="20000"/>
                        </a:spcBef>
                        <a:defRPr>
                          <a:solidFill>
                            <a:schemeClr val="tx1"/>
                          </a:solidFill>
                          <a:latin typeface="Calibri" charset="0"/>
                          <a:ea typeface="ＭＳ Ｐゴシック" charset="-128"/>
                        </a:defRPr>
                      </a:lvl5pPr>
                      <a:lvl6pPr marL="457200" eaLnBrk="0" fontAlgn="base" hangingPunct="0">
                        <a:spcBef>
                          <a:spcPct val="20000"/>
                        </a:spcBef>
                        <a:spcAft>
                          <a:spcPct val="0"/>
                        </a:spcAft>
                        <a:defRPr>
                          <a:solidFill>
                            <a:schemeClr val="tx1"/>
                          </a:solidFill>
                          <a:latin typeface="Calibri" charset="0"/>
                          <a:ea typeface="ＭＳ Ｐゴシック" charset="-128"/>
                        </a:defRPr>
                      </a:lvl6pPr>
                      <a:lvl7pPr marL="914400" eaLnBrk="0" fontAlgn="base" hangingPunct="0">
                        <a:spcBef>
                          <a:spcPct val="20000"/>
                        </a:spcBef>
                        <a:spcAft>
                          <a:spcPct val="0"/>
                        </a:spcAft>
                        <a:defRPr>
                          <a:solidFill>
                            <a:schemeClr val="tx1"/>
                          </a:solidFill>
                          <a:latin typeface="Calibri" charset="0"/>
                          <a:ea typeface="ＭＳ Ｐゴシック" charset="-128"/>
                        </a:defRPr>
                      </a:lvl7pPr>
                      <a:lvl8pPr marL="1371600" eaLnBrk="0" fontAlgn="base" hangingPunct="0">
                        <a:spcBef>
                          <a:spcPct val="20000"/>
                        </a:spcBef>
                        <a:spcAft>
                          <a:spcPct val="0"/>
                        </a:spcAft>
                        <a:defRPr>
                          <a:solidFill>
                            <a:schemeClr val="tx1"/>
                          </a:solidFill>
                          <a:latin typeface="Calibri" charset="0"/>
                          <a:ea typeface="ＭＳ Ｐゴシック" charset="-128"/>
                        </a:defRPr>
                      </a:lvl8pPr>
                      <a:lvl9pPr marL="1828800" eaLnBrk="0" fontAlgn="base" hangingPunct="0">
                        <a:spcBef>
                          <a:spcPct val="20000"/>
                        </a:spcBef>
                        <a:spcAft>
                          <a:spcPct val="0"/>
                        </a:spcAft>
                        <a:defRPr>
                          <a:solidFill>
                            <a:schemeClr val="tx1"/>
                          </a:solidFill>
                          <a:latin typeface="Calibri" charset="0"/>
                          <a:ea typeface="ＭＳ Ｐゴシック" charset="-128"/>
                        </a:defRPr>
                      </a:lvl9pPr>
                    </a:lstStyle>
                    <a:p>
                      <a:pPr marL="0" marR="0" lvl="0" indent="0" algn="ctr" defTabSz="457200" rtl="0" eaLnBrk="1" fontAlgn="b" latinLnBrk="0" hangingPunct="1">
                        <a:lnSpc>
                          <a:spcPct val="100000"/>
                        </a:lnSpc>
                        <a:spcBef>
                          <a:spcPct val="0"/>
                        </a:spcBef>
                        <a:spcAft>
                          <a:spcPct val="0"/>
                        </a:spcAft>
                        <a:buClrTx/>
                        <a:buSzTx/>
                        <a:buFontTx/>
                        <a:buNone/>
                        <a:tabLst/>
                      </a:pPr>
                      <a:r>
                        <a:rPr kumimoji="0" lang="en-US" altLang="en-US" sz="1200" b="0" i="0" u="none" strike="noStrike" cap="none" normalizeH="0" baseline="0">
                          <a:ln>
                            <a:noFill/>
                          </a:ln>
                          <a:solidFill>
                            <a:schemeClr val="tx1"/>
                          </a:solidFill>
                          <a:effectLst/>
                          <a:latin typeface="Calibri" charset="0"/>
                          <a:ea typeface="ＭＳ Ｐゴシック" charset="-128"/>
                        </a:rPr>
                        <a:t>232</a:t>
                      </a:r>
                      <a:endParaRPr kumimoji="0" lang="en-US" altLang="en-US" sz="1200" b="0" i="0" u="none" strike="noStrike" cap="none" normalizeH="0" baseline="0">
                        <a:ln>
                          <a:noFill/>
                        </a:ln>
                        <a:solidFill>
                          <a:srgbClr val="000000"/>
                        </a:solidFill>
                        <a:effectLst/>
                        <a:latin typeface="Calibri" charset="0"/>
                        <a:ea typeface="ＭＳ Ｐゴシック" charset="-128"/>
                      </a:endParaRPr>
                    </a:p>
                  </a:txBody>
                  <a:tcPr marL="7620" marR="7620" marT="10160" marB="0" anchor="b" horzOverflow="overflow">
                    <a:lnL w="12700" cap="flat" cmpd="sng" algn="ctr">
                      <a:solidFill>
                        <a:schemeClr val="tx1"/>
                      </a:solidFill>
                      <a:prstDash val="solid"/>
                      <a:round/>
                      <a:headEnd type="none" w="med" len="med"/>
                      <a:tailEnd type="none" w="med" len="med"/>
                    </a:lnL>
                    <a:lnR>
                      <a:noFill/>
                    </a:lnR>
                    <a:lnT>
                      <a:noFill/>
                    </a:lnT>
                    <a:lnB>
                      <a:noFill/>
                    </a:lnB>
                    <a:lnTlToBr>
                      <a:noFill/>
                    </a:lnTlToBr>
                    <a:lnBlToTr>
                      <a:noFill/>
                    </a:lnBlToTr>
                    <a:noFill/>
                  </a:tcPr>
                </a:tc>
                <a:extLst>
                  <a:ext uri="{0D108BD9-81ED-4DB2-BD59-A6C34878D82A}">
                    <a16:rowId xmlns:a16="http://schemas.microsoft.com/office/drawing/2014/main" val="10002"/>
                  </a:ext>
                </a:extLst>
              </a:tr>
              <a:tr h="224915">
                <a:tc>
                  <a:txBody>
                    <a:bodyPr/>
                    <a:lstStyle>
                      <a:lvl1pPr eaLnBrk="0" hangingPunct="0">
                        <a:spcBef>
                          <a:spcPct val="20000"/>
                        </a:spcBef>
                        <a:buFont typeface="Arial" charset="0"/>
                        <a:defRPr sz="2800">
                          <a:solidFill>
                            <a:schemeClr val="tx1"/>
                          </a:solidFill>
                          <a:latin typeface="Calibri" charset="0"/>
                          <a:ea typeface="ＭＳ Ｐゴシック" charset="-128"/>
                        </a:defRPr>
                      </a:lvl1pPr>
                      <a:lvl2pPr marL="37931725" indent="-37474525" eaLnBrk="0" hangingPunct="0">
                        <a:spcBef>
                          <a:spcPct val="20000"/>
                        </a:spcBef>
                        <a:buFont typeface="Arial" charset="0"/>
                        <a:defRPr sz="2400">
                          <a:solidFill>
                            <a:schemeClr val="tx1"/>
                          </a:solidFill>
                          <a:latin typeface="Calibri" charset="0"/>
                          <a:ea typeface="ＭＳ Ｐゴシック" charset="-128"/>
                        </a:defRPr>
                      </a:lvl2pPr>
                      <a:lvl3pPr eaLnBrk="0" hangingPunct="0">
                        <a:spcBef>
                          <a:spcPct val="20000"/>
                        </a:spcBef>
                        <a:defRPr sz="2000">
                          <a:solidFill>
                            <a:schemeClr val="tx1"/>
                          </a:solidFill>
                          <a:latin typeface="Calibri" charset="0"/>
                          <a:ea typeface="ＭＳ Ｐゴシック" charset="-128"/>
                        </a:defRPr>
                      </a:lvl3pPr>
                      <a:lvl4pPr eaLnBrk="0" hangingPunct="0">
                        <a:spcBef>
                          <a:spcPct val="20000"/>
                        </a:spcBef>
                        <a:defRPr>
                          <a:solidFill>
                            <a:schemeClr val="tx1"/>
                          </a:solidFill>
                          <a:latin typeface="Calibri" charset="0"/>
                          <a:ea typeface="ＭＳ Ｐゴシック" charset="-128"/>
                        </a:defRPr>
                      </a:lvl4pPr>
                      <a:lvl5pPr eaLnBrk="0" hangingPunct="0">
                        <a:spcBef>
                          <a:spcPct val="20000"/>
                        </a:spcBef>
                        <a:defRPr>
                          <a:solidFill>
                            <a:schemeClr val="tx1"/>
                          </a:solidFill>
                          <a:latin typeface="Calibri" charset="0"/>
                          <a:ea typeface="ＭＳ Ｐゴシック" charset="-128"/>
                        </a:defRPr>
                      </a:lvl5pPr>
                      <a:lvl6pPr marL="457200" eaLnBrk="0" fontAlgn="base" hangingPunct="0">
                        <a:spcBef>
                          <a:spcPct val="20000"/>
                        </a:spcBef>
                        <a:spcAft>
                          <a:spcPct val="0"/>
                        </a:spcAft>
                        <a:defRPr>
                          <a:solidFill>
                            <a:schemeClr val="tx1"/>
                          </a:solidFill>
                          <a:latin typeface="Calibri" charset="0"/>
                          <a:ea typeface="ＭＳ Ｐゴシック" charset="-128"/>
                        </a:defRPr>
                      </a:lvl6pPr>
                      <a:lvl7pPr marL="914400" eaLnBrk="0" fontAlgn="base" hangingPunct="0">
                        <a:spcBef>
                          <a:spcPct val="20000"/>
                        </a:spcBef>
                        <a:spcAft>
                          <a:spcPct val="0"/>
                        </a:spcAft>
                        <a:defRPr>
                          <a:solidFill>
                            <a:schemeClr val="tx1"/>
                          </a:solidFill>
                          <a:latin typeface="Calibri" charset="0"/>
                          <a:ea typeface="ＭＳ Ｐゴシック" charset="-128"/>
                        </a:defRPr>
                      </a:lvl7pPr>
                      <a:lvl8pPr marL="1371600" eaLnBrk="0" fontAlgn="base" hangingPunct="0">
                        <a:spcBef>
                          <a:spcPct val="20000"/>
                        </a:spcBef>
                        <a:spcAft>
                          <a:spcPct val="0"/>
                        </a:spcAft>
                        <a:defRPr>
                          <a:solidFill>
                            <a:schemeClr val="tx1"/>
                          </a:solidFill>
                          <a:latin typeface="Calibri" charset="0"/>
                          <a:ea typeface="ＭＳ Ｐゴシック" charset="-128"/>
                        </a:defRPr>
                      </a:lvl8pPr>
                      <a:lvl9pPr marL="1828800" eaLnBrk="0" fontAlgn="base" hangingPunct="0">
                        <a:spcBef>
                          <a:spcPct val="20000"/>
                        </a:spcBef>
                        <a:spcAft>
                          <a:spcPct val="0"/>
                        </a:spcAft>
                        <a:defRPr>
                          <a:solidFill>
                            <a:schemeClr val="tx1"/>
                          </a:solidFill>
                          <a:latin typeface="Calibri" charset="0"/>
                          <a:ea typeface="ＭＳ Ｐゴシック" charset="-128"/>
                        </a:defRPr>
                      </a:lvl9pPr>
                    </a:lstStyle>
                    <a:p>
                      <a:pPr marL="0" marR="0" lvl="0" indent="0" algn="ctr" defTabSz="457200" rtl="0" eaLnBrk="1" fontAlgn="b" latinLnBrk="0" hangingPunct="1">
                        <a:lnSpc>
                          <a:spcPct val="100000"/>
                        </a:lnSpc>
                        <a:spcBef>
                          <a:spcPct val="0"/>
                        </a:spcBef>
                        <a:spcAft>
                          <a:spcPct val="0"/>
                        </a:spcAft>
                        <a:buClrTx/>
                        <a:buSzTx/>
                        <a:buFontTx/>
                        <a:buNone/>
                        <a:tabLst/>
                      </a:pPr>
                      <a:r>
                        <a:rPr kumimoji="0" lang="en-US" altLang="en-US" sz="1200" b="0" i="0" u="none" strike="noStrike" cap="none" normalizeH="0" baseline="0" dirty="0">
                          <a:ln>
                            <a:noFill/>
                          </a:ln>
                          <a:solidFill>
                            <a:schemeClr val="tx1"/>
                          </a:solidFill>
                          <a:effectLst/>
                          <a:latin typeface="Calibri" charset="0"/>
                          <a:ea typeface="ＭＳ Ｐゴシック" charset="-128"/>
                        </a:rPr>
                        <a:t>1534</a:t>
                      </a:r>
                      <a:endParaRPr kumimoji="0" lang="en-US" altLang="en-US" sz="1200" b="0" i="0" u="none" strike="noStrike" cap="none" normalizeH="0" baseline="0" dirty="0">
                        <a:ln>
                          <a:noFill/>
                        </a:ln>
                        <a:solidFill>
                          <a:srgbClr val="000000"/>
                        </a:solidFill>
                        <a:effectLst/>
                        <a:latin typeface="Calibri" charset="0"/>
                        <a:ea typeface="ＭＳ Ｐゴシック" charset="-128"/>
                      </a:endParaRPr>
                    </a:p>
                  </a:txBody>
                  <a:tcPr marL="7620" marR="7620" marT="10160" marB="0" anchor="b" horzOverflow="overflow">
                    <a:lnL>
                      <a:noFill/>
                    </a:lnL>
                    <a:lnR w="12700" cap="flat" cmpd="sng" algn="ctr">
                      <a:solidFill>
                        <a:schemeClr val="tx1"/>
                      </a:solidFill>
                      <a:prstDash val="solid"/>
                      <a:round/>
                      <a:headEnd type="none" w="med" len="med"/>
                      <a:tailEnd type="none" w="med" len="med"/>
                    </a:lnR>
                    <a:lnT>
                      <a:noFill/>
                    </a:lnT>
                    <a:lnB>
                      <a:noFill/>
                    </a:lnB>
                    <a:lnTlToBr>
                      <a:noFill/>
                    </a:lnTlToBr>
                    <a:lnBlToTr>
                      <a:noFill/>
                    </a:lnBlToTr>
                    <a:noFill/>
                  </a:tcPr>
                </a:tc>
                <a:tc>
                  <a:txBody>
                    <a:bodyPr/>
                    <a:lstStyle>
                      <a:lvl1pPr eaLnBrk="0" hangingPunct="0">
                        <a:spcBef>
                          <a:spcPct val="20000"/>
                        </a:spcBef>
                        <a:buFont typeface="Arial" charset="0"/>
                        <a:defRPr sz="2800">
                          <a:solidFill>
                            <a:schemeClr val="tx1"/>
                          </a:solidFill>
                          <a:latin typeface="Calibri" charset="0"/>
                          <a:ea typeface="ＭＳ Ｐゴシック" charset="-128"/>
                        </a:defRPr>
                      </a:lvl1pPr>
                      <a:lvl2pPr marL="37931725" indent="-37474525" eaLnBrk="0" hangingPunct="0">
                        <a:spcBef>
                          <a:spcPct val="20000"/>
                        </a:spcBef>
                        <a:buFont typeface="Arial" charset="0"/>
                        <a:defRPr sz="2400">
                          <a:solidFill>
                            <a:schemeClr val="tx1"/>
                          </a:solidFill>
                          <a:latin typeface="Calibri" charset="0"/>
                          <a:ea typeface="ＭＳ Ｐゴシック" charset="-128"/>
                        </a:defRPr>
                      </a:lvl2pPr>
                      <a:lvl3pPr eaLnBrk="0" hangingPunct="0">
                        <a:spcBef>
                          <a:spcPct val="20000"/>
                        </a:spcBef>
                        <a:defRPr sz="2000">
                          <a:solidFill>
                            <a:schemeClr val="tx1"/>
                          </a:solidFill>
                          <a:latin typeface="Calibri" charset="0"/>
                          <a:ea typeface="ＭＳ Ｐゴシック" charset="-128"/>
                        </a:defRPr>
                      </a:lvl3pPr>
                      <a:lvl4pPr eaLnBrk="0" hangingPunct="0">
                        <a:spcBef>
                          <a:spcPct val="20000"/>
                        </a:spcBef>
                        <a:defRPr>
                          <a:solidFill>
                            <a:schemeClr val="tx1"/>
                          </a:solidFill>
                          <a:latin typeface="Calibri" charset="0"/>
                          <a:ea typeface="ＭＳ Ｐゴシック" charset="-128"/>
                        </a:defRPr>
                      </a:lvl4pPr>
                      <a:lvl5pPr eaLnBrk="0" hangingPunct="0">
                        <a:spcBef>
                          <a:spcPct val="20000"/>
                        </a:spcBef>
                        <a:defRPr>
                          <a:solidFill>
                            <a:schemeClr val="tx1"/>
                          </a:solidFill>
                          <a:latin typeface="Calibri" charset="0"/>
                          <a:ea typeface="ＭＳ Ｐゴシック" charset="-128"/>
                        </a:defRPr>
                      </a:lvl5pPr>
                      <a:lvl6pPr marL="457200" eaLnBrk="0" fontAlgn="base" hangingPunct="0">
                        <a:spcBef>
                          <a:spcPct val="20000"/>
                        </a:spcBef>
                        <a:spcAft>
                          <a:spcPct val="0"/>
                        </a:spcAft>
                        <a:defRPr>
                          <a:solidFill>
                            <a:schemeClr val="tx1"/>
                          </a:solidFill>
                          <a:latin typeface="Calibri" charset="0"/>
                          <a:ea typeface="ＭＳ Ｐゴシック" charset="-128"/>
                        </a:defRPr>
                      </a:lvl6pPr>
                      <a:lvl7pPr marL="914400" eaLnBrk="0" fontAlgn="base" hangingPunct="0">
                        <a:spcBef>
                          <a:spcPct val="20000"/>
                        </a:spcBef>
                        <a:spcAft>
                          <a:spcPct val="0"/>
                        </a:spcAft>
                        <a:defRPr>
                          <a:solidFill>
                            <a:schemeClr val="tx1"/>
                          </a:solidFill>
                          <a:latin typeface="Calibri" charset="0"/>
                          <a:ea typeface="ＭＳ Ｐゴシック" charset="-128"/>
                        </a:defRPr>
                      </a:lvl7pPr>
                      <a:lvl8pPr marL="1371600" eaLnBrk="0" fontAlgn="base" hangingPunct="0">
                        <a:spcBef>
                          <a:spcPct val="20000"/>
                        </a:spcBef>
                        <a:spcAft>
                          <a:spcPct val="0"/>
                        </a:spcAft>
                        <a:defRPr>
                          <a:solidFill>
                            <a:schemeClr val="tx1"/>
                          </a:solidFill>
                          <a:latin typeface="Calibri" charset="0"/>
                          <a:ea typeface="ＭＳ Ｐゴシック" charset="-128"/>
                        </a:defRPr>
                      </a:lvl8pPr>
                      <a:lvl9pPr marL="1828800" eaLnBrk="0" fontAlgn="base" hangingPunct="0">
                        <a:spcBef>
                          <a:spcPct val="20000"/>
                        </a:spcBef>
                        <a:spcAft>
                          <a:spcPct val="0"/>
                        </a:spcAft>
                        <a:defRPr>
                          <a:solidFill>
                            <a:schemeClr val="tx1"/>
                          </a:solidFill>
                          <a:latin typeface="Calibri" charset="0"/>
                          <a:ea typeface="ＭＳ Ｐゴシック" charset="-128"/>
                        </a:defRPr>
                      </a:lvl9pPr>
                    </a:lstStyle>
                    <a:p>
                      <a:pPr marL="0" marR="0" lvl="0" indent="0" algn="ctr" defTabSz="457200" rtl="0" eaLnBrk="1" fontAlgn="b" latinLnBrk="0" hangingPunct="1">
                        <a:lnSpc>
                          <a:spcPct val="100000"/>
                        </a:lnSpc>
                        <a:spcBef>
                          <a:spcPct val="0"/>
                        </a:spcBef>
                        <a:spcAft>
                          <a:spcPct val="0"/>
                        </a:spcAft>
                        <a:buClrTx/>
                        <a:buSzTx/>
                        <a:buFontTx/>
                        <a:buNone/>
                        <a:tabLst/>
                      </a:pPr>
                      <a:r>
                        <a:rPr kumimoji="0" lang="en-US" altLang="en-US" sz="1200" b="0" i="0" u="none" strike="noStrike" cap="none" normalizeH="0" baseline="0">
                          <a:ln>
                            <a:noFill/>
                          </a:ln>
                          <a:solidFill>
                            <a:schemeClr val="tx1"/>
                          </a:solidFill>
                          <a:effectLst/>
                          <a:latin typeface="Calibri" charset="0"/>
                          <a:ea typeface="ＭＳ Ｐゴシック" charset="-128"/>
                        </a:rPr>
                        <a:t>315</a:t>
                      </a:r>
                      <a:endParaRPr kumimoji="0" lang="en-US" altLang="en-US" sz="1200" b="0" i="0" u="none" strike="noStrike" cap="none" normalizeH="0" baseline="0">
                        <a:ln>
                          <a:noFill/>
                        </a:ln>
                        <a:solidFill>
                          <a:srgbClr val="000000"/>
                        </a:solidFill>
                        <a:effectLst/>
                        <a:latin typeface="Calibri" charset="0"/>
                        <a:ea typeface="ＭＳ Ｐゴシック" charset="-128"/>
                      </a:endParaRPr>
                    </a:p>
                  </a:txBody>
                  <a:tcPr marL="7620" marR="7620" marT="10160" marB="0" anchor="b" horzOverflow="overflow">
                    <a:lnL w="12700" cap="flat" cmpd="sng" algn="ctr">
                      <a:solidFill>
                        <a:schemeClr val="tx1"/>
                      </a:solidFill>
                      <a:prstDash val="solid"/>
                      <a:round/>
                      <a:headEnd type="none" w="med" len="med"/>
                      <a:tailEnd type="none" w="med" len="med"/>
                    </a:lnL>
                    <a:lnR>
                      <a:noFill/>
                    </a:lnR>
                    <a:lnT>
                      <a:noFill/>
                    </a:lnT>
                    <a:lnB>
                      <a:noFill/>
                    </a:lnB>
                    <a:lnTlToBr>
                      <a:noFill/>
                    </a:lnTlToBr>
                    <a:lnBlToTr>
                      <a:noFill/>
                    </a:lnBlToTr>
                    <a:noFill/>
                  </a:tcPr>
                </a:tc>
                <a:extLst>
                  <a:ext uri="{0D108BD9-81ED-4DB2-BD59-A6C34878D82A}">
                    <a16:rowId xmlns:a16="http://schemas.microsoft.com/office/drawing/2014/main" val="10003"/>
                  </a:ext>
                </a:extLst>
              </a:tr>
              <a:tr h="224915">
                <a:tc>
                  <a:txBody>
                    <a:bodyPr/>
                    <a:lstStyle>
                      <a:lvl1pPr eaLnBrk="0" hangingPunct="0">
                        <a:spcBef>
                          <a:spcPct val="20000"/>
                        </a:spcBef>
                        <a:buFont typeface="Arial" charset="0"/>
                        <a:defRPr sz="2800">
                          <a:solidFill>
                            <a:schemeClr val="tx1"/>
                          </a:solidFill>
                          <a:latin typeface="Calibri" charset="0"/>
                          <a:ea typeface="ＭＳ Ｐゴシック" charset="-128"/>
                        </a:defRPr>
                      </a:lvl1pPr>
                      <a:lvl2pPr marL="37931725" indent="-37474525" eaLnBrk="0" hangingPunct="0">
                        <a:spcBef>
                          <a:spcPct val="20000"/>
                        </a:spcBef>
                        <a:buFont typeface="Arial" charset="0"/>
                        <a:defRPr sz="2400">
                          <a:solidFill>
                            <a:schemeClr val="tx1"/>
                          </a:solidFill>
                          <a:latin typeface="Calibri" charset="0"/>
                          <a:ea typeface="ＭＳ Ｐゴシック" charset="-128"/>
                        </a:defRPr>
                      </a:lvl2pPr>
                      <a:lvl3pPr eaLnBrk="0" hangingPunct="0">
                        <a:spcBef>
                          <a:spcPct val="20000"/>
                        </a:spcBef>
                        <a:defRPr sz="2000">
                          <a:solidFill>
                            <a:schemeClr val="tx1"/>
                          </a:solidFill>
                          <a:latin typeface="Calibri" charset="0"/>
                          <a:ea typeface="ＭＳ Ｐゴシック" charset="-128"/>
                        </a:defRPr>
                      </a:lvl3pPr>
                      <a:lvl4pPr eaLnBrk="0" hangingPunct="0">
                        <a:spcBef>
                          <a:spcPct val="20000"/>
                        </a:spcBef>
                        <a:defRPr>
                          <a:solidFill>
                            <a:schemeClr val="tx1"/>
                          </a:solidFill>
                          <a:latin typeface="Calibri" charset="0"/>
                          <a:ea typeface="ＭＳ Ｐゴシック" charset="-128"/>
                        </a:defRPr>
                      </a:lvl4pPr>
                      <a:lvl5pPr eaLnBrk="0" hangingPunct="0">
                        <a:spcBef>
                          <a:spcPct val="20000"/>
                        </a:spcBef>
                        <a:defRPr>
                          <a:solidFill>
                            <a:schemeClr val="tx1"/>
                          </a:solidFill>
                          <a:latin typeface="Calibri" charset="0"/>
                          <a:ea typeface="ＭＳ Ｐゴシック" charset="-128"/>
                        </a:defRPr>
                      </a:lvl5pPr>
                      <a:lvl6pPr marL="457200" eaLnBrk="0" fontAlgn="base" hangingPunct="0">
                        <a:spcBef>
                          <a:spcPct val="20000"/>
                        </a:spcBef>
                        <a:spcAft>
                          <a:spcPct val="0"/>
                        </a:spcAft>
                        <a:defRPr>
                          <a:solidFill>
                            <a:schemeClr val="tx1"/>
                          </a:solidFill>
                          <a:latin typeface="Calibri" charset="0"/>
                          <a:ea typeface="ＭＳ Ｐゴシック" charset="-128"/>
                        </a:defRPr>
                      </a:lvl6pPr>
                      <a:lvl7pPr marL="914400" eaLnBrk="0" fontAlgn="base" hangingPunct="0">
                        <a:spcBef>
                          <a:spcPct val="20000"/>
                        </a:spcBef>
                        <a:spcAft>
                          <a:spcPct val="0"/>
                        </a:spcAft>
                        <a:defRPr>
                          <a:solidFill>
                            <a:schemeClr val="tx1"/>
                          </a:solidFill>
                          <a:latin typeface="Calibri" charset="0"/>
                          <a:ea typeface="ＭＳ Ｐゴシック" charset="-128"/>
                        </a:defRPr>
                      </a:lvl7pPr>
                      <a:lvl8pPr marL="1371600" eaLnBrk="0" fontAlgn="base" hangingPunct="0">
                        <a:spcBef>
                          <a:spcPct val="20000"/>
                        </a:spcBef>
                        <a:spcAft>
                          <a:spcPct val="0"/>
                        </a:spcAft>
                        <a:defRPr>
                          <a:solidFill>
                            <a:schemeClr val="tx1"/>
                          </a:solidFill>
                          <a:latin typeface="Calibri" charset="0"/>
                          <a:ea typeface="ＭＳ Ｐゴシック" charset="-128"/>
                        </a:defRPr>
                      </a:lvl8pPr>
                      <a:lvl9pPr marL="1828800" eaLnBrk="0" fontAlgn="base" hangingPunct="0">
                        <a:spcBef>
                          <a:spcPct val="20000"/>
                        </a:spcBef>
                        <a:spcAft>
                          <a:spcPct val="0"/>
                        </a:spcAft>
                        <a:defRPr>
                          <a:solidFill>
                            <a:schemeClr val="tx1"/>
                          </a:solidFill>
                          <a:latin typeface="Calibri" charset="0"/>
                          <a:ea typeface="ＭＳ Ｐゴシック" charset="-128"/>
                        </a:defRPr>
                      </a:lvl9pPr>
                    </a:lstStyle>
                    <a:p>
                      <a:pPr marL="0" marR="0" lvl="0" indent="0" algn="ctr" defTabSz="457200" rtl="0" eaLnBrk="1" fontAlgn="b" latinLnBrk="0" hangingPunct="1">
                        <a:lnSpc>
                          <a:spcPct val="100000"/>
                        </a:lnSpc>
                        <a:spcBef>
                          <a:spcPct val="0"/>
                        </a:spcBef>
                        <a:spcAft>
                          <a:spcPct val="0"/>
                        </a:spcAft>
                        <a:buClrTx/>
                        <a:buSzTx/>
                        <a:buFontTx/>
                        <a:buNone/>
                        <a:tabLst/>
                      </a:pPr>
                      <a:r>
                        <a:rPr kumimoji="0" lang="en-US" altLang="en-US" sz="1200" b="0" i="0" u="none" strike="noStrike" cap="none" normalizeH="0" baseline="0" dirty="0">
                          <a:ln>
                            <a:noFill/>
                          </a:ln>
                          <a:solidFill>
                            <a:schemeClr val="tx1"/>
                          </a:solidFill>
                          <a:effectLst/>
                          <a:latin typeface="Calibri" charset="0"/>
                          <a:ea typeface="ＭＳ Ｐゴシック" charset="-128"/>
                        </a:rPr>
                        <a:t>852</a:t>
                      </a:r>
                      <a:endParaRPr kumimoji="0" lang="en-US" altLang="en-US" sz="1200" b="0" i="0" u="none" strike="noStrike" cap="none" normalizeH="0" baseline="0" dirty="0">
                        <a:ln>
                          <a:noFill/>
                        </a:ln>
                        <a:solidFill>
                          <a:srgbClr val="000000"/>
                        </a:solidFill>
                        <a:effectLst/>
                        <a:latin typeface="Calibri" charset="0"/>
                        <a:ea typeface="ＭＳ Ｐゴシック" charset="-128"/>
                      </a:endParaRPr>
                    </a:p>
                  </a:txBody>
                  <a:tcPr marL="7620" marR="7620" marT="10160" marB="0" anchor="b" horzOverflow="overflow">
                    <a:lnL>
                      <a:noFill/>
                    </a:lnL>
                    <a:lnR w="12700" cap="flat" cmpd="sng" algn="ctr">
                      <a:solidFill>
                        <a:schemeClr val="tx1"/>
                      </a:solidFill>
                      <a:prstDash val="solid"/>
                      <a:round/>
                      <a:headEnd type="none" w="med" len="med"/>
                      <a:tailEnd type="none" w="med" len="med"/>
                    </a:lnR>
                    <a:lnT>
                      <a:noFill/>
                    </a:lnT>
                    <a:lnB>
                      <a:noFill/>
                    </a:lnB>
                    <a:lnTlToBr>
                      <a:noFill/>
                    </a:lnTlToBr>
                    <a:lnBlToTr>
                      <a:noFill/>
                    </a:lnBlToTr>
                    <a:noFill/>
                  </a:tcPr>
                </a:tc>
                <a:tc>
                  <a:txBody>
                    <a:bodyPr/>
                    <a:lstStyle>
                      <a:lvl1pPr eaLnBrk="0" hangingPunct="0">
                        <a:spcBef>
                          <a:spcPct val="20000"/>
                        </a:spcBef>
                        <a:buFont typeface="Arial" charset="0"/>
                        <a:defRPr sz="2800">
                          <a:solidFill>
                            <a:schemeClr val="tx1"/>
                          </a:solidFill>
                          <a:latin typeface="Calibri" charset="0"/>
                          <a:ea typeface="ＭＳ Ｐゴシック" charset="-128"/>
                        </a:defRPr>
                      </a:lvl1pPr>
                      <a:lvl2pPr marL="37931725" indent="-37474525" eaLnBrk="0" hangingPunct="0">
                        <a:spcBef>
                          <a:spcPct val="20000"/>
                        </a:spcBef>
                        <a:buFont typeface="Arial" charset="0"/>
                        <a:defRPr sz="2400">
                          <a:solidFill>
                            <a:schemeClr val="tx1"/>
                          </a:solidFill>
                          <a:latin typeface="Calibri" charset="0"/>
                          <a:ea typeface="ＭＳ Ｐゴシック" charset="-128"/>
                        </a:defRPr>
                      </a:lvl2pPr>
                      <a:lvl3pPr eaLnBrk="0" hangingPunct="0">
                        <a:spcBef>
                          <a:spcPct val="20000"/>
                        </a:spcBef>
                        <a:defRPr sz="2000">
                          <a:solidFill>
                            <a:schemeClr val="tx1"/>
                          </a:solidFill>
                          <a:latin typeface="Calibri" charset="0"/>
                          <a:ea typeface="ＭＳ Ｐゴシック" charset="-128"/>
                        </a:defRPr>
                      </a:lvl3pPr>
                      <a:lvl4pPr eaLnBrk="0" hangingPunct="0">
                        <a:spcBef>
                          <a:spcPct val="20000"/>
                        </a:spcBef>
                        <a:defRPr>
                          <a:solidFill>
                            <a:schemeClr val="tx1"/>
                          </a:solidFill>
                          <a:latin typeface="Calibri" charset="0"/>
                          <a:ea typeface="ＭＳ Ｐゴシック" charset="-128"/>
                        </a:defRPr>
                      </a:lvl4pPr>
                      <a:lvl5pPr eaLnBrk="0" hangingPunct="0">
                        <a:spcBef>
                          <a:spcPct val="20000"/>
                        </a:spcBef>
                        <a:defRPr>
                          <a:solidFill>
                            <a:schemeClr val="tx1"/>
                          </a:solidFill>
                          <a:latin typeface="Calibri" charset="0"/>
                          <a:ea typeface="ＭＳ Ｐゴシック" charset="-128"/>
                        </a:defRPr>
                      </a:lvl5pPr>
                      <a:lvl6pPr marL="457200" eaLnBrk="0" fontAlgn="base" hangingPunct="0">
                        <a:spcBef>
                          <a:spcPct val="20000"/>
                        </a:spcBef>
                        <a:spcAft>
                          <a:spcPct val="0"/>
                        </a:spcAft>
                        <a:defRPr>
                          <a:solidFill>
                            <a:schemeClr val="tx1"/>
                          </a:solidFill>
                          <a:latin typeface="Calibri" charset="0"/>
                          <a:ea typeface="ＭＳ Ｐゴシック" charset="-128"/>
                        </a:defRPr>
                      </a:lvl6pPr>
                      <a:lvl7pPr marL="914400" eaLnBrk="0" fontAlgn="base" hangingPunct="0">
                        <a:spcBef>
                          <a:spcPct val="20000"/>
                        </a:spcBef>
                        <a:spcAft>
                          <a:spcPct val="0"/>
                        </a:spcAft>
                        <a:defRPr>
                          <a:solidFill>
                            <a:schemeClr val="tx1"/>
                          </a:solidFill>
                          <a:latin typeface="Calibri" charset="0"/>
                          <a:ea typeface="ＭＳ Ｐゴシック" charset="-128"/>
                        </a:defRPr>
                      </a:lvl7pPr>
                      <a:lvl8pPr marL="1371600" eaLnBrk="0" fontAlgn="base" hangingPunct="0">
                        <a:spcBef>
                          <a:spcPct val="20000"/>
                        </a:spcBef>
                        <a:spcAft>
                          <a:spcPct val="0"/>
                        </a:spcAft>
                        <a:defRPr>
                          <a:solidFill>
                            <a:schemeClr val="tx1"/>
                          </a:solidFill>
                          <a:latin typeface="Calibri" charset="0"/>
                          <a:ea typeface="ＭＳ Ｐゴシック" charset="-128"/>
                        </a:defRPr>
                      </a:lvl8pPr>
                      <a:lvl9pPr marL="1828800" eaLnBrk="0" fontAlgn="base" hangingPunct="0">
                        <a:spcBef>
                          <a:spcPct val="20000"/>
                        </a:spcBef>
                        <a:spcAft>
                          <a:spcPct val="0"/>
                        </a:spcAft>
                        <a:defRPr>
                          <a:solidFill>
                            <a:schemeClr val="tx1"/>
                          </a:solidFill>
                          <a:latin typeface="Calibri" charset="0"/>
                          <a:ea typeface="ＭＳ Ｐゴシック" charset="-128"/>
                        </a:defRPr>
                      </a:lvl9pPr>
                    </a:lstStyle>
                    <a:p>
                      <a:pPr marL="0" marR="0" lvl="0" indent="0" algn="ctr" defTabSz="457200" rtl="0" eaLnBrk="1" fontAlgn="b" latinLnBrk="0" hangingPunct="1">
                        <a:lnSpc>
                          <a:spcPct val="100000"/>
                        </a:lnSpc>
                        <a:spcBef>
                          <a:spcPct val="0"/>
                        </a:spcBef>
                        <a:spcAft>
                          <a:spcPct val="0"/>
                        </a:spcAft>
                        <a:buClrTx/>
                        <a:buSzTx/>
                        <a:buFontTx/>
                        <a:buNone/>
                        <a:tabLst/>
                      </a:pPr>
                      <a:r>
                        <a:rPr kumimoji="0" lang="en-US" altLang="en-US" sz="1200" b="0" i="0" u="none" strike="noStrike" cap="none" normalizeH="0" baseline="0" dirty="0">
                          <a:ln>
                            <a:noFill/>
                          </a:ln>
                          <a:solidFill>
                            <a:schemeClr val="tx1"/>
                          </a:solidFill>
                          <a:effectLst/>
                          <a:latin typeface="Calibri" charset="0"/>
                          <a:ea typeface="ＭＳ Ｐゴシック" charset="-128"/>
                        </a:rPr>
                        <a:t>178</a:t>
                      </a:r>
                      <a:endParaRPr kumimoji="0" lang="en-US" altLang="en-US" sz="1200" b="0" i="0" u="none" strike="noStrike" cap="none" normalizeH="0" baseline="0" dirty="0">
                        <a:ln>
                          <a:noFill/>
                        </a:ln>
                        <a:solidFill>
                          <a:srgbClr val="000000"/>
                        </a:solidFill>
                        <a:effectLst/>
                        <a:latin typeface="Calibri" charset="0"/>
                        <a:ea typeface="ＭＳ Ｐゴシック" charset="-128"/>
                      </a:endParaRPr>
                    </a:p>
                  </a:txBody>
                  <a:tcPr marL="7620" marR="7620" marT="10160" marB="0" anchor="b" horzOverflow="overflow">
                    <a:lnL w="12700" cap="flat" cmpd="sng" algn="ctr">
                      <a:solidFill>
                        <a:schemeClr val="tx1"/>
                      </a:solidFill>
                      <a:prstDash val="solid"/>
                      <a:round/>
                      <a:headEnd type="none" w="med" len="med"/>
                      <a:tailEnd type="none" w="med" len="med"/>
                    </a:lnL>
                    <a:lnR>
                      <a:noFill/>
                    </a:lnR>
                    <a:lnT>
                      <a:noFill/>
                    </a:lnT>
                    <a:lnB>
                      <a:noFill/>
                    </a:lnB>
                    <a:lnTlToBr>
                      <a:noFill/>
                    </a:lnTlToBr>
                    <a:lnBlToTr>
                      <a:noFill/>
                    </a:lnBlToTr>
                    <a:noFill/>
                  </a:tcPr>
                </a:tc>
                <a:extLst>
                  <a:ext uri="{0D108BD9-81ED-4DB2-BD59-A6C34878D82A}">
                    <a16:rowId xmlns:a16="http://schemas.microsoft.com/office/drawing/2014/main" val="10004"/>
                  </a:ext>
                </a:extLst>
              </a:tr>
              <a:tr h="466061">
                <a:tc>
                  <a:txBody>
                    <a:bodyPr/>
                    <a:lstStyle>
                      <a:lvl1pPr eaLnBrk="0" hangingPunct="0">
                        <a:spcBef>
                          <a:spcPct val="20000"/>
                        </a:spcBef>
                        <a:buFont typeface="Arial" charset="0"/>
                        <a:defRPr sz="2800">
                          <a:solidFill>
                            <a:schemeClr val="tx1"/>
                          </a:solidFill>
                          <a:latin typeface="Calibri" charset="0"/>
                          <a:ea typeface="ＭＳ Ｐゴシック" charset="-128"/>
                        </a:defRPr>
                      </a:lvl1pPr>
                      <a:lvl2pPr marL="37931725" indent="-37474525" eaLnBrk="0" hangingPunct="0">
                        <a:spcBef>
                          <a:spcPct val="20000"/>
                        </a:spcBef>
                        <a:buFont typeface="Arial" charset="0"/>
                        <a:defRPr sz="2400">
                          <a:solidFill>
                            <a:schemeClr val="tx1"/>
                          </a:solidFill>
                          <a:latin typeface="Calibri" charset="0"/>
                          <a:ea typeface="ＭＳ Ｐゴシック" charset="-128"/>
                        </a:defRPr>
                      </a:lvl2pPr>
                      <a:lvl3pPr eaLnBrk="0" hangingPunct="0">
                        <a:spcBef>
                          <a:spcPct val="20000"/>
                        </a:spcBef>
                        <a:defRPr sz="2000">
                          <a:solidFill>
                            <a:schemeClr val="tx1"/>
                          </a:solidFill>
                          <a:latin typeface="Calibri" charset="0"/>
                          <a:ea typeface="ＭＳ Ｐゴシック" charset="-128"/>
                        </a:defRPr>
                      </a:lvl3pPr>
                      <a:lvl4pPr eaLnBrk="0" hangingPunct="0">
                        <a:spcBef>
                          <a:spcPct val="20000"/>
                        </a:spcBef>
                        <a:defRPr>
                          <a:solidFill>
                            <a:schemeClr val="tx1"/>
                          </a:solidFill>
                          <a:latin typeface="Calibri" charset="0"/>
                          <a:ea typeface="ＭＳ Ｐゴシック" charset="-128"/>
                        </a:defRPr>
                      </a:lvl4pPr>
                      <a:lvl5pPr eaLnBrk="0" hangingPunct="0">
                        <a:spcBef>
                          <a:spcPct val="20000"/>
                        </a:spcBef>
                        <a:defRPr>
                          <a:solidFill>
                            <a:schemeClr val="tx1"/>
                          </a:solidFill>
                          <a:latin typeface="Calibri" charset="0"/>
                          <a:ea typeface="ＭＳ Ｐゴシック" charset="-128"/>
                        </a:defRPr>
                      </a:lvl5pPr>
                      <a:lvl6pPr marL="457200" eaLnBrk="0" fontAlgn="base" hangingPunct="0">
                        <a:spcBef>
                          <a:spcPct val="20000"/>
                        </a:spcBef>
                        <a:spcAft>
                          <a:spcPct val="0"/>
                        </a:spcAft>
                        <a:defRPr>
                          <a:solidFill>
                            <a:schemeClr val="tx1"/>
                          </a:solidFill>
                          <a:latin typeface="Calibri" charset="0"/>
                          <a:ea typeface="ＭＳ Ｐゴシック" charset="-128"/>
                        </a:defRPr>
                      </a:lvl6pPr>
                      <a:lvl7pPr marL="914400" eaLnBrk="0" fontAlgn="base" hangingPunct="0">
                        <a:spcBef>
                          <a:spcPct val="20000"/>
                        </a:spcBef>
                        <a:spcAft>
                          <a:spcPct val="0"/>
                        </a:spcAft>
                        <a:defRPr>
                          <a:solidFill>
                            <a:schemeClr val="tx1"/>
                          </a:solidFill>
                          <a:latin typeface="Calibri" charset="0"/>
                          <a:ea typeface="ＭＳ Ｐゴシック" charset="-128"/>
                        </a:defRPr>
                      </a:lvl7pPr>
                      <a:lvl8pPr marL="1371600" eaLnBrk="0" fontAlgn="base" hangingPunct="0">
                        <a:spcBef>
                          <a:spcPct val="20000"/>
                        </a:spcBef>
                        <a:spcAft>
                          <a:spcPct val="0"/>
                        </a:spcAft>
                        <a:defRPr>
                          <a:solidFill>
                            <a:schemeClr val="tx1"/>
                          </a:solidFill>
                          <a:latin typeface="Calibri" charset="0"/>
                          <a:ea typeface="ＭＳ Ｐゴシック" charset="-128"/>
                        </a:defRPr>
                      </a:lvl8pPr>
                      <a:lvl9pPr marL="1828800" eaLnBrk="0" fontAlgn="base" hangingPunct="0">
                        <a:spcBef>
                          <a:spcPct val="20000"/>
                        </a:spcBef>
                        <a:spcAft>
                          <a:spcPct val="0"/>
                        </a:spcAft>
                        <a:defRPr>
                          <a:solidFill>
                            <a:schemeClr val="tx1"/>
                          </a:solidFill>
                          <a:latin typeface="Calibri" charset="0"/>
                          <a:ea typeface="ＭＳ Ｐゴシック" charset="-128"/>
                        </a:defRPr>
                      </a:lvl9pPr>
                    </a:lstStyle>
                    <a:p>
                      <a:pPr marL="0" marR="0" lvl="0" indent="0" algn="ctr" defTabSz="457200" rtl="0" eaLnBrk="1" fontAlgn="b" latinLnBrk="0" hangingPunct="1">
                        <a:lnSpc>
                          <a:spcPct val="100000"/>
                        </a:lnSpc>
                        <a:spcBef>
                          <a:spcPct val="0"/>
                        </a:spcBef>
                        <a:spcAft>
                          <a:spcPct val="0"/>
                        </a:spcAft>
                        <a:buClrTx/>
                        <a:buSzTx/>
                        <a:buFontTx/>
                        <a:buNone/>
                        <a:tabLst/>
                      </a:pPr>
                      <a:r>
                        <a:rPr kumimoji="0" lang="en-US" altLang="en-US" sz="3200" b="0" i="0" u="none" strike="noStrike" cap="none" normalizeH="0" baseline="0" dirty="0">
                          <a:ln>
                            <a:noFill/>
                          </a:ln>
                          <a:solidFill>
                            <a:schemeClr val="tx1"/>
                          </a:solidFill>
                          <a:effectLst/>
                          <a:latin typeface="Calibri" charset="0"/>
                          <a:ea typeface="ＭＳ Ｐゴシック" charset="-128"/>
                        </a:rPr>
                        <a:t>…</a:t>
                      </a:r>
                      <a:endParaRPr kumimoji="0" lang="en-US" altLang="en-US" sz="3200" b="0" i="0" u="none" strike="noStrike" cap="none" normalizeH="0" baseline="0" dirty="0">
                        <a:ln>
                          <a:noFill/>
                        </a:ln>
                        <a:solidFill>
                          <a:srgbClr val="000000"/>
                        </a:solidFill>
                        <a:effectLst/>
                        <a:latin typeface="Calibri" charset="0"/>
                        <a:ea typeface="ＭＳ Ｐゴシック" charset="-128"/>
                      </a:endParaRPr>
                    </a:p>
                  </a:txBody>
                  <a:tcPr marL="7620" marR="7620" marT="10160" marB="0" anchor="b" horzOverflow="overflow">
                    <a:lnL>
                      <a:noFill/>
                    </a:lnL>
                    <a:lnR w="12700" cap="flat" cmpd="sng" algn="ctr">
                      <a:solidFill>
                        <a:schemeClr val="tx1"/>
                      </a:solidFill>
                      <a:prstDash val="solid"/>
                      <a:round/>
                      <a:headEnd type="none" w="med" len="med"/>
                      <a:tailEnd type="none" w="med" len="med"/>
                    </a:lnR>
                    <a:lnT>
                      <a:noFill/>
                    </a:lnT>
                    <a:lnB>
                      <a:noFill/>
                    </a:lnB>
                    <a:lnTlToBr>
                      <a:noFill/>
                    </a:lnTlToBr>
                    <a:lnBlToTr>
                      <a:noFill/>
                    </a:lnBlToTr>
                    <a:noFill/>
                  </a:tcPr>
                </a:tc>
                <a:tc>
                  <a:txBody>
                    <a:bodyPr/>
                    <a:lstStyle>
                      <a:lvl1pPr eaLnBrk="0" hangingPunct="0">
                        <a:spcBef>
                          <a:spcPct val="20000"/>
                        </a:spcBef>
                        <a:buFont typeface="Arial" charset="0"/>
                        <a:defRPr sz="2800">
                          <a:solidFill>
                            <a:schemeClr val="tx1"/>
                          </a:solidFill>
                          <a:latin typeface="Calibri" charset="0"/>
                          <a:ea typeface="ＭＳ Ｐゴシック" charset="-128"/>
                        </a:defRPr>
                      </a:lvl1pPr>
                      <a:lvl2pPr marL="37931725" indent="-37474525" eaLnBrk="0" hangingPunct="0">
                        <a:spcBef>
                          <a:spcPct val="20000"/>
                        </a:spcBef>
                        <a:buFont typeface="Arial" charset="0"/>
                        <a:defRPr sz="2400">
                          <a:solidFill>
                            <a:schemeClr val="tx1"/>
                          </a:solidFill>
                          <a:latin typeface="Calibri" charset="0"/>
                          <a:ea typeface="ＭＳ Ｐゴシック" charset="-128"/>
                        </a:defRPr>
                      </a:lvl2pPr>
                      <a:lvl3pPr eaLnBrk="0" hangingPunct="0">
                        <a:spcBef>
                          <a:spcPct val="20000"/>
                        </a:spcBef>
                        <a:defRPr sz="2000">
                          <a:solidFill>
                            <a:schemeClr val="tx1"/>
                          </a:solidFill>
                          <a:latin typeface="Calibri" charset="0"/>
                          <a:ea typeface="ＭＳ Ｐゴシック" charset="-128"/>
                        </a:defRPr>
                      </a:lvl3pPr>
                      <a:lvl4pPr eaLnBrk="0" hangingPunct="0">
                        <a:spcBef>
                          <a:spcPct val="20000"/>
                        </a:spcBef>
                        <a:defRPr>
                          <a:solidFill>
                            <a:schemeClr val="tx1"/>
                          </a:solidFill>
                          <a:latin typeface="Calibri" charset="0"/>
                          <a:ea typeface="ＭＳ Ｐゴシック" charset="-128"/>
                        </a:defRPr>
                      </a:lvl4pPr>
                      <a:lvl5pPr eaLnBrk="0" hangingPunct="0">
                        <a:spcBef>
                          <a:spcPct val="20000"/>
                        </a:spcBef>
                        <a:defRPr>
                          <a:solidFill>
                            <a:schemeClr val="tx1"/>
                          </a:solidFill>
                          <a:latin typeface="Calibri" charset="0"/>
                          <a:ea typeface="ＭＳ Ｐゴシック" charset="-128"/>
                        </a:defRPr>
                      </a:lvl5pPr>
                      <a:lvl6pPr marL="457200" eaLnBrk="0" fontAlgn="base" hangingPunct="0">
                        <a:spcBef>
                          <a:spcPct val="20000"/>
                        </a:spcBef>
                        <a:spcAft>
                          <a:spcPct val="0"/>
                        </a:spcAft>
                        <a:defRPr>
                          <a:solidFill>
                            <a:schemeClr val="tx1"/>
                          </a:solidFill>
                          <a:latin typeface="Calibri" charset="0"/>
                          <a:ea typeface="ＭＳ Ｐゴシック" charset="-128"/>
                        </a:defRPr>
                      </a:lvl6pPr>
                      <a:lvl7pPr marL="914400" eaLnBrk="0" fontAlgn="base" hangingPunct="0">
                        <a:spcBef>
                          <a:spcPct val="20000"/>
                        </a:spcBef>
                        <a:spcAft>
                          <a:spcPct val="0"/>
                        </a:spcAft>
                        <a:defRPr>
                          <a:solidFill>
                            <a:schemeClr val="tx1"/>
                          </a:solidFill>
                          <a:latin typeface="Calibri" charset="0"/>
                          <a:ea typeface="ＭＳ Ｐゴシック" charset="-128"/>
                        </a:defRPr>
                      </a:lvl7pPr>
                      <a:lvl8pPr marL="1371600" eaLnBrk="0" fontAlgn="base" hangingPunct="0">
                        <a:spcBef>
                          <a:spcPct val="20000"/>
                        </a:spcBef>
                        <a:spcAft>
                          <a:spcPct val="0"/>
                        </a:spcAft>
                        <a:defRPr>
                          <a:solidFill>
                            <a:schemeClr val="tx1"/>
                          </a:solidFill>
                          <a:latin typeface="Calibri" charset="0"/>
                          <a:ea typeface="ＭＳ Ｐゴシック" charset="-128"/>
                        </a:defRPr>
                      </a:lvl8pPr>
                      <a:lvl9pPr marL="1828800" eaLnBrk="0" fontAlgn="base" hangingPunct="0">
                        <a:spcBef>
                          <a:spcPct val="20000"/>
                        </a:spcBef>
                        <a:spcAft>
                          <a:spcPct val="0"/>
                        </a:spcAft>
                        <a:defRPr>
                          <a:solidFill>
                            <a:schemeClr val="tx1"/>
                          </a:solidFill>
                          <a:latin typeface="Calibri" charset="0"/>
                          <a:ea typeface="ＭＳ Ｐゴシック" charset="-128"/>
                        </a:defRPr>
                      </a:lvl9pPr>
                    </a:lstStyle>
                    <a:p>
                      <a:pPr marL="0" marR="0" lvl="0" indent="0" algn="ctr" defTabSz="457200" rtl="0" eaLnBrk="1" fontAlgn="b" latinLnBrk="0" hangingPunct="1">
                        <a:lnSpc>
                          <a:spcPct val="100000"/>
                        </a:lnSpc>
                        <a:spcBef>
                          <a:spcPct val="0"/>
                        </a:spcBef>
                        <a:spcAft>
                          <a:spcPct val="0"/>
                        </a:spcAft>
                        <a:buClrTx/>
                        <a:buSzTx/>
                        <a:buFontTx/>
                        <a:buNone/>
                        <a:tabLst/>
                      </a:pPr>
                      <a:r>
                        <a:rPr kumimoji="0" lang="en-US" altLang="en-US" sz="3200" b="0" i="0" u="none" strike="noStrike" cap="none" normalizeH="0" baseline="0" dirty="0">
                          <a:ln>
                            <a:noFill/>
                          </a:ln>
                          <a:solidFill>
                            <a:schemeClr val="tx1"/>
                          </a:solidFill>
                          <a:effectLst/>
                          <a:latin typeface="Calibri" charset="0"/>
                          <a:ea typeface="ＭＳ Ｐゴシック" charset="-128"/>
                        </a:rPr>
                        <a:t>…</a:t>
                      </a:r>
                      <a:endParaRPr kumimoji="0" lang="en-US" altLang="en-US" sz="3200" b="0" i="0" u="none" strike="noStrike" cap="none" normalizeH="0" baseline="0" dirty="0">
                        <a:ln>
                          <a:noFill/>
                        </a:ln>
                        <a:solidFill>
                          <a:srgbClr val="000000"/>
                        </a:solidFill>
                        <a:effectLst/>
                        <a:latin typeface="Calibri" charset="0"/>
                        <a:ea typeface="ＭＳ Ｐゴシック" charset="-128"/>
                      </a:endParaRPr>
                    </a:p>
                  </a:txBody>
                  <a:tcPr marL="7620" marR="7620" marT="10160" marB="0" anchor="b" horzOverflow="overflow">
                    <a:lnL w="12700" cap="flat" cmpd="sng" algn="ctr">
                      <a:solidFill>
                        <a:schemeClr val="tx1"/>
                      </a:solidFill>
                      <a:prstDash val="solid"/>
                      <a:round/>
                      <a:headEnd type="none" w="med" len="med"/>
                      <a:tailEnd type="none" w="med" len="med"/>
                    </a:lnL>
                    <a:lnR>
                      <a:noFill/>
                    </a:lnR>
                    <a:lnT>
                      <a:noFill/>
                    </a:lnT>
                    <a:lnB>
                      <a:noFill/>
                    </a:lnB>
                    <a:lnTlToBr>
                      <a:noFill/>
                    </a:lnTlToBr>
                    <a:lnBlToTr>
                      <a:noFill/>
                    </a:lnBlToTr>
                    <a:noFill/>
                  </a:tcPr>
                </a:tc>
                <a:extLst>
                  <a:ext uri="{0D108BD9-81ED-4DB2-BD59-A6C34878D82A}">
                    <a16:rowId xmlns:a16="http://schemas.microsoft.com/office/drawing/2014/main" val="10005"/>
                  </a:ext>
                </a:extLst>
              </a:tr>
            </a:tbl>
          </a:graphicData>
        </a:graphic>
      </p:graphicFrame>
      <p:cxnSp>
        <p:nvCxnSpPr>
          <p:cNvPr id="5" name="Straight Arrow Connector 4"/>
          <p:cNvCxnSpPr>
            <a:stCxn id="6" idx="2"/>
          </p:cNvCxnSpPr>
          <p:nvPr/>
        </p:nvCxnSpPr>
        <p:spPr>
          <a:xfrm>
            <a:off x="1909053" y="3487812"/>
            <a:ext cx="0" cy="474588"/>
          </a:xfrm>
          <a:prstGeom prst="straightConnector1">
            <a:avLst/>
          </a:prstGeom>
          <a:ln>
            <a:tailEnd type="arrow"/>
          </a:ln>
        </p:spPr>
        <p:style>
          <a:lnRef idx="1">
            <a:schemeClr val="accent1"/>
          </a:lnRef>
          <a:fillRef idx="0">
            <a:schemeClr val="accent1"/>
          </a:fillRef>
          <a:effectRef idx="0">
            <a:schemeClr val="accent1"/>
          </a:effectRef>
          <a:fontRef idx="minor">
            <a:schemeClr val="tx1"/>
          </a:fontRef>
        </p:style>
      </p:cxnSp>
      <p:sp>
        <p:nvSpPr>
          <p:cNvPr id="6" name="TextBox 5"/>
          <p:cNvSpPr txBox="1"/>
          <p:nvPr/>
        </p:nvSpPr>
        <p:spPr>
          <a:xfrm>
            <a:off x="1752600" y="3118480"/>
            <a:ext cx="312906" cy="369332"/>
          </a:xfrm>
          <a:prstGeom prst="rect">
            <a:avLst/>
          </a:prstGeom>
          <a:noFill/>
        </p:spPr>
        <p:txBody>
          <a:bodyPr wrap="none" rtlCol="0">
            <a:spAutoFit/>
          </a:bodyPr>
          <a:lstStyle/>
          <a:p>
            <a:r>
              <a:rPr lang="en-GB" dirty="0"/>
              <a:t>1</a:t>
            </a:r>
          </a:p>
        </p:txBody>
      </p:sp>
      <p:sp>
        <p:nvSpPr>
          <p:cNvPr id="7" name="TextBox 6"/>
          <p:cNvSpPr txBox="1"/>
          <p:nvPr/>
        </p:nvSpPr>
        <p:spPr>
          <a:xfrm>
            <a:off x="1720461" y="4050268"/>
            <a:ext cx="389850" cy="369332"/>
          </a:xfrm>
          <a:prstGeom prst="rect">
            <a:avLst/>
          </a:prstGeom>
          <a:noFill/>
        </p:spPr>
        <p:txBody>
          <a:bodyPr wrap="none" rtlCol="0">
            <a:spAutoFit/>
          </a:bodyPr>
          <a:lstStyle/>
          <a:p>
            <a:r>
              <a:rPr lang="en-GB" b="1" dirty="0"/>
              <a:t>m</a:t>
            </a:r>
          </a:p>
        </p:txBody>
      </p:sp>
      <p:pic>
        <p:nvPicPr>
          <p:cNvPr id="8" name="Picture 7"/>
          <p:cNvPicPr>
            <a:picLocks noChangeAspect="1"/>
          </p:cNvPicPr>
          <p:nvPr>
            <p:custDataLst>
              <p:tags r:id="rId1"/>
            </p:custDataLst>
          </p:nvPr>
        </p:nvPicPr>
        <p:blipFill>
          <a:blip r:embed="rId6" cstate="print">
            <a:extLst>
              <a:ext uri="{28A0092B-C50C-407E-A947-70E740481C1C}">
                <a14:useLocalDpi xmlns:a14="http://schemas.microsoft.com/office/drawing/2010/main" val="0"/>
              </a:ext>
            </a:extLst>
          </a:blip>
          <a:srcRect/>
          <a:stretch>
            <a:fillRect/>
          </a:stretch>
        </p:blipFill>
        <p:spPr bwMode="auto">
          <a:xfrm>
            <a:off x="6729412" y="2598569"/>
            <a:ext cx="2262188" cy="297031"/>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pic>
      <p:sp>
        <p:nvSpPr>
          <p:cNvPr id="9" name="TextBox 9"/>
          <p:cNvSpPr txBox="1">
            <a:spLocks noChangeArrowheads="1"/>
          </p:cNvSpPr>
          <p:nvPr/>
        </p:nvSpPr>
        <p:spPr bwMode="auto">
          <a:xfrm>
            <a:off x="4803094" y="2526906"/>
            <a:ext cx="1792288" cy="461963"/>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wrap="none">
            <a:spAutoFit/>
          </a:bodyPr>
          <a:lstStyle>
            <a:lvl1pPr eaLnBrk="0" hangingPunct="0">
              <a:defRPr sz="2400">
                <a:solidFill>
                  <a:schemeClr val="tx1"/>
                </a:solidFill>
                <a:latin typeface="Arial" pitchFamily="34" charset="0"/>
                <a:ea typeface="ＭＳ Ｐゴシック" pitchFamily="34" charset="-128"/>
              </a:defRPr>
            </a:lvl1pPr>
            <a:lvl2pPr marL="742950" indent="-285750" eaLnBrk="0" hangingPunct="0">
              <a:defRPr sz="2400">
                <a:solidFill>
                  <a:schemeClr val="tx1"/>
                </a:solidFill>
                <a:latin typeface="Arial" pitchFamily="34" charset="0"/>
                <a:ea typeface="ＭＳ Ｐゴシック" pitchFamily="34" charset="-128"/>
              </a:defRPr>
            </a:lvl2pPr>
            <a:lvl3pPr marL="1143000" indent="-228600" eaLnBrk="0" hangingPunct="0">
              <a:defRPr sz="2400">
                <a:solidFill>
                  <a:schemeClr val="tx1"/>
                </a:solidFill>
                <a:latin typeface="Arial" pitchFamily="34" charset="0"/>
                <a:ea typeface="ＭＳ Ｐゴシック" pitchFamily="34" charset="-128"/>
              </a:defRPr>
            </a:lvl3pPr>
            <a:lvl4pPr marL="1600200" indent="-228600" eaLnBrk="0" hangingPunct="0">
              <a:defRPr sz="2400">
                <a:solidFill>
                  <a:schemeClr val="tx1"/>
                </a:solidFill>
                <a:latin typeface="Arial" pitchFamily="34" charset="0"/>
                <a:ea typeface="ＭＳ Ｐゴシック" pitchFamily="34" charset="-128"/>
              </a:defRPr>
            </a:lvl4pPr>
            <a:lvl5pPr marL="2057400" indent="-228600" eaLnBrk="0" hangingPunct="0">
              <a:defRPr sz="2400">
                <a:solidFill>
                  <a:schemeClr val="tx1"/>
                </a:solidFill>
                <a:latin typeface="Arial" pitchFamily="34" charset="0"/>
                <a:ea typeface="ＭＳ Ｐゴシック" pitchFamily="34" charset="-128"/>
              </a:defRPr>
            </a:lvl5pPr>
            <a:lvl6pPr marL="2514600" indent="-228600" defTabSz="457200" eaLnBrk="0" fontAlgn="base" hangingPunct="0">
              <a:spcBef>
                <a:spcPct val="0"/>
              </a:spcBef>
              <a:spcAft>
                <a:spcPct val="0"/>
              </a:spcAft>
              <a:defRPr sz="2400">
                <a:solidFill>
                  <a:schemeClr val="tx1"/>
                </a:solidFill>
                <a:latin typeface="Arial" pitchFamily="34" charset="0"/>
                <a:ea typeface="ＭＳ Ｐゴシック" pitchFamily="34" charset="-128"/>
              </a:defRPr>
            </a:lvl6pPr>
            <a:lvl7pPr marL="2971800" indent="-228600" defTabSz="457200" eaLnBrk="0" fontAlgn="base" hangingPunct="0">
              <a:spcBef>
                <a:spcPct val="0"/>
              </a:spcBef>
              <a:spcAft>
                <a:spcPct val="0"/>
              </a:spcAft>
              <a:defRPr sz="2400">
                <a:solidFill>
                  <a:schemeClr val="tx1"/>
                </a:solidFill>
                <a:latin typeface="Arial" pitchFamily="34" charset="0"/>
                <a:ea typeface="ＭＳ Ｐゴシック" pitchFamily="34" charset="-128"/>
              </a:defRPr>
            </a:lvl7pPr>
            <a:lvl8pPr marL="3429000" indent="-228600" defTabSz="457200" eaLnBrk="0" fontAlgn="base" hangingPunct="0">
              <a:spcBef>
                <a:spcPct val="0"/>
              </a:spcBef>
              <a:spcAft>
                <a:spcPct val="0"/>
              </a:spcAft>
              <a:defRPr sz="2400">
                <a:solidFill>
                  <a:schemeClr val="tx1"/>
                </a:solidFill>
                <a:latin typeface="Arial" pitchFamily="34" charset="0"/>
                <a:ea typeface="ＭＳ Ｐゴシック" pitchFamily="34" charset="-128"/>
              </a:defRPr>
            </a:lvl8pPr>
            <a:lvl9pPr marL="3886200" indent="-228600" defTabSz="457200" eaLnBrk="0" fontAlgn="base" hangingPunct="0">
              <a:spcBef>
                <a:spcPct val="0"/>
              </a:spcBef>
              <a:spcAft>
                <a:spcPct val="0"/>
              </a:spcAft>
              <a:defRPr sz="2400">
                <a:solidFill>
                  <a:schemeClr val="tx1"/>
                </a:solidFill>
                <a:latin typeface="Arial" pitchFamily="34" charset="0"/>
                <a:ea typeface="ＭＳ Ｐゴシック" pitchFamily="34" charset="-128"/>
              </a:defRPr>
            </a:lvl9pPr>
          </a:lstStyle>
          <a:p>
            <a:pPr eaLnBrk="1" hangingPunct="1"/>
            <a:r>
              <a:rPr lang="en-US" altLang="en-US" dirty="0"/>
              <a:t>Hypothesis:</a:t>
            </a:r>
          </a:p>
        </p:txBody>
      </p:sp>
      <p:pic>
        <p:nvPicPr>
          <p:cNvPr id="10" name="Picture 19"/>
          <p:cNvPicPr>
            <a:picLocks noChangeAspect="1"/>
          </p:cNvPicPr>
          <p:nvPr>
            <p:custDataLst>
              <p:tags r:id="rId2"/>
            </p:custDataLst>
          </p:nvPr>
        </p:nvPicPr>
        <p:blipFill>
          <a:blip r:embed="rId7" cstate="print">
            <a:extLst>
              <a:ext uri="{28A0092B-C50C-407E-A947-70E740481C1C}">
                <a14:useLocalDpi xmlns:a14="http://schemas.microsoft.com/office/drawing/2010/main" val="0"/>
              </a:ext>
            </a:extLst>
          </a:blip>
          <a:srcRect/>
          <a:stretch>
            <a:fillRect/>
          </a:stretch>
        </p:blipFill>
        <p:spPr bwMode="auto">
          <a:xfrm>
            <a:off x="6911068" y="3269252"/>
            <a:ext cx="661987" cy="312147"/>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pic>
      <p:sp>
        <p:nvSpPr>
          <p:cNvPr id="11" name="TextBox 14"/>
          <p:cNvSpPr txBox="1">
            <a:spLocks noChangeArrowheads="1"/>
          </p:cNvSpPr>
          <p:nvPr/>
        </p:nvSpPr>
        <p:spPr bwMode="auto">
          <a:xfrm>
            <a:off x="4821918" y="3200915"/>
            <a:ext cx="1860550" cy="461962"/>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wrap="none">
            <a:spAutoFit/>
          </a:bodyPr>
          <a:lstStyle>
            <a:lvl1pPr eaLnBrk="0" hangingPunct="0">
              <a:defRPr sz="2400">
                <a:solidFill>
                  <a:schemeClr val="tx1"/>
                </a:solidFill>
                <a:latin typeface="Arial" pitchFamily="34" charset="0"/>
                <a:ea typeface="ＭＳ Ｐゴシック" pitchFamily="34" charset="-128"/>
              </a:defRPr>
            </a:lvl1pPr>
            <a:lvl2pPr marL="742950" indent="-285750" eaLnBrk="0" hangingPunct="0">
              <a:defRPr sz="2400">
                <a:solidFill>
                  <a:schemeClr val="tx1"/>
                </a:solidFill>
                <a:latin typeface="Arial" pitchFamily="34" charset="0"/>
                <a:ea typeface="ＭＳ Ｐゴシック" pitchFamily="34" charset="-128"/>
              </a:defRPr>
            </a:lvl2pPr>
            <a:lvl3pPr marL="1143000" indent="-228600" eaLnBrk="0" hangingPunct="0">
              <a:defRPr sz="2400">
                <a:solidFill>
                  <a:schemeClr val="tx1"/>
                </a:solidFill>
                <a:latin typeface="Arial" pitchFamily="34" charset="0"/>
                <a:ea typeface="ＭＳ Ｐゴシック" pitchFamily="34" charset="-128"/>
              </a:defRPr>
            </a:lvl3pPr>
            <a:lvl4pPr marL="1600200" indent="-228600" eaLnBrk="0" hangingPunct="0">
              <a:defRPr sz="2400">
                <a:solidFill>
                  <a:schemeClr val="tx1"/>
                </a:solidFill>
                <a:latin typeface="Arial" pitchFamily="34" charset="0"/>
                <a:ea typeface="ＭＳ Ｐゴシック" pitchFamily="34" charset="-128"/>
              </a:defRPr>
            </a:lvl4pPr>
            <a:lvl5pPr marL="2057400" indent="-228600" eaLnBrk="0" hangingPunct="0">
              <a:defRPr sz="2400">
                <a:solidFill>
                  <a:schemeClr val="tx1"/>
                </a:solidFill>
                <a:latin typeface="Arial" pitchFamily="34" charset="0"/>
                <a:ea typeface="ＭＳ Ｐゴシック" pitchFamily="34" charset="-128"/>
              </a:defRPr>
            </a:lvl5pPr>
            <a:lvl6pPr marL="2514600" indent="-228600" defTabSz="457200" eaLnBrk="0" fontAlgn="base" hangingPunct="0">
              <a:spcBef>
                <a:spcPct val="0"/>
              </a:spcBef>
              <a:spcAft>
                <a:spcPct val="0"/>
              </a:spcAft>
              <a:defRPr sz="2400">
                <a:solidFill>
                  <a:schemeClr val="tx1"/>
                </a:solidFill>
                <a:latin typeface="Arial" pitchFamily="34" charset="0"/>
                <a:ea typeface="ＭＳ Ｐゴシック" pitchFamily="34" charset="-128"/>
              </a:defRPr>
            </a:lvl6pPr>
            <a:lvl7pPr marL="2971800" indent="-228600" defTabSz="457200" eaLnBrk="0" fontAlgn="base" hangingPunct="0">
              <a:spcBef>
                <a:spcPct val="0"/>
              </a:spcBef>
              <a:spcAft>
                <a:spcPct val="0"/>
              </a:spcAft>
              <a:defRPr sz="2400">
                <a:solidFill>
                  <a:schemeClr val="tx1"/>
                </a:solidFill>
                <a:latin typeface="Arial" pitchFamily="34" charset="0"/>
                <a:ea typeface="ＭＳ Ｐゴシック" pitchFamily="34" charset="-128"/>
              </a:defRPr>
            </a:lvl7pPr>
            <a:lvl8pPr marL="3429000" indent="-228600" defTabSz="457200" eaLnBrk="0" fontAlgn="base" hangingPunct="0">
              <a:spcBef>
                <a:spcPct val="0"/>
              </a:spcBef>
              <a:spcAft>
                <a:spcPct val="0"/>
              </a:spcAft>
              <a:defRPr sz="2400">
                <a:solidFill>
                  <a:schemeClr val="tx1"/>
                </a:solidFill>
                <a:latin typeface="Arial" pitchFamily="34" charset="0"/>
                <a:ea typeface="ＭＳ Ｐゴシック" pitchFamily="34" charset="-128"/>
              </a:defRPr>
            </a:lvl8pPr>
            <a:lvl9pPr marL="3886200" indent="-228600" defTabSz="457200" eaLnBrk="0" fontAlgn="base" hangingPunct="0">
              <a:spcBef>
                <a:spcPct val="0"/>
              </a:spcBef>
              <a:spcAft>
                <a:spcPct val="0"/>
              </a:spcAft>
              <a:defRPr sz="2400">
                <a:solidFill>
                  <a:schemeClr val="tx1"/>
                </a:solidFill>
                <a:latin typeface="Arial" pitchFamily="34" charset="0"/>
                <a:ea typeface="ＭＳ Ｐゴシック" pitchFamily="34" charset="-128"/>
              </a:defRPr>
            </a:lvl9pPr>
          </a:lstStyle>
          <a:p>
            <a:pPr eaLnBrk="1" hangingPunct="1"/>
            <a:r>
              <a:rPr lang="en-US" altLang="en-US" dirty="0"/>
              <a:t>Parameters:</a:t>
            </a:r>
          </a:p>
        </p:txBody>
      </p:sp>
      <p:pic>
        <p:nvPicPr>
          <p:cNvPr id="12" name="Picture 12"/>
          <p:cNvPicPr>
            <a:picLocks noChangeAspect="1"/>
          </p:cNvPicPr>
          <p:nvPr>
            <p:custDataLst>
              <p:tags r:id="rId3"/>
            </p:custDataLst>
          </p:nvPr>
        </p:nvPicPr>
        <p:blipFill>
          <a:blip r:embed="rId8">
            <a:extLst>
              <a:ext uri="{28A0092B-C50C-407E-A947-70E740481C1C}">
                <a14:useLocalDpi xmlns:a14="http://schemas.microsoft.com/office/drawing/2010/main" val="0"/>
              </a:ext>
            </a:extLst>
          </a:blip>
          <a:srcRect/>
          <a:stretch>
            <a:fillRect/>
          </a:stretch>
        </p:blipFill>
        <p:spPr bwMode="auto">
          <a:xfrm>
            <a:off x="5153364" y="4419600"/>
            <a:ext cx="3810000" cy="583463"/>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pic>
      <p:sp>
        <p:nvSpPr>
          <p:cNvPr id="13" name="TextBox 16"/>
          <p:cNvSpPr txBox="1">
            <a:spLocks noChangeArrowheads="1"/>
          </p:cNvSpPr>
          <p:nvPr/>
        </p:nvSpPr>
        <p:spPr bwMode="auto">
          <a:xfrm>
            <a:off x="4853668" y="3831375"/>
            <a:ext cx="2168525" cy="461962"/>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wrap="none">
            <a:spAutoFit/>
          </a:bodyPr>
          <a:lstStyle>
            <a:lvl1pPr eaLnBrk="0" hangingPunct="0">
              <a:defRPr sz="2400">
                <a:solidFill>
                  <a:schemeClr val="tx1"/>
                </a:solidFill>
                <a:latin typeface="Arial" pitchFamily="34" charset="0"/>
                <a:ea typeface="ＭＳ Ｐゴシック" pitchFamily="34" charset="-128"/>
              </a:defRPr>
            </a:lvl1pPr>
            <a:lvl2pPr marL="742950" indent="-285750" eaLnBrk="0" hangingPunct="0">
              <a:defRPr sz="2400">
                <a:solidFill>
                  <a:schemeClr val="tx1"/>
                </a:solidFill>
                <a:latin typeface="Arial" pitchFamily="34" charset="0"/>
                <a:ea typeface="ＭＳ Ｐゴシック" pitchFamily="34" charset="-128"/>
              </a:defRPr>
            </a:lvl2pPr>
            <a:lvl3pPr marL="1143000" indent="-228600" eaLnBrk="0" hangingPunct="0">
              <a:defRPr sz="2400">
                <a:solidFill>
                  <a:schemeClr val="tx1"/>
                </a:solidFill>
                <a:latin typeface="Arial" pitchFamily="34" charset="0"/>
                <a:ea typeface="ＭＳ Ｐゴシック" pitchFamily="34" charset="-128"/>
              </a:defRPr>
            </a:lvl3pPr>
            <a:lvl4pPr marL="1600200" indent="-228600" eaLnBrk="0" hangingPunct="0">
              <a:defRPr sz="2400">
                <a:solidFill>
                  <a:schemeClr val="tx1"/>
                </a:solidFill>
                <a:latin typeface="Arial" pitchFamily="34" charset="0"/>
                <a:ea typeface="ＭＳ Ｐゴシック" pitchFamily="34" charset="-128"/>
              </a:defRPr>
            </a:lvl4pPr>
            <a:lvl5pPr marL="2057400" indent="-228600" eaLnBrk="0" hangingPunct="0">
              <a:defRPr sz="2400">
                <a:solidFill>
                  <a:schemeClr val="tx1"/>
                </a:solidFill>
                <a:latin typeface="Arial" pitchFamily="34" charset="0"/>
                <a:ea typeface="ＭＳ Ｐゴシック" pitchFamily="34" charset="-128"/>
              </a:defRPr>
            </a:lvl5pPr>
            <a:lvl6pPr marL="2514600" indent="-228600" defTabSz="457200" eaLnBrk="0" fontAlgn="base" hangingPunct="0">
              <a:spcBef>
                <a:spcPct val="0"/>
              </a:spcBef>
              <a:spcAft>
                <a:spcPct val="0"/>
              </a:spcAft>
              <a:defRPr sz="2400">
                <a:solidFill>
                  <a:schemeClr val="tx1"/>
                </a:solidFill>
                <a:latin typeface="Arial" pitchFamily="34" charset="0"/>
                <a:ea typeface="ＭＳ Ｐゴシック" pitchFamily="34" charset="-128"/>
              </a:defRPr>
            </a:lvl6pPr>
            <a:lvl7pPr marL="2971800" indent="-228600" defTabSz="457200" eaLnBrk="0" fontAlgn="base" hangingPunct="0">
              <a:spcBef>
                <a:spcPct val="0"/>
              </a:spcBef>
              <a:spcAft>
                <a:spcPct val="0"/>
              </a:spcAft>
              <a:defRPr sz="2400">
                <a:solidFill>
                  <a:schemeClr val="tx1"/>
                </a:solidFill>
                <a:latin typeface="Arial" pitchFamily="34" charset="0"/>
                <a:ea typeface="ＭＳ Ｐゴシック" pitchFamily="34" charset="-128"/>
              </a:defRPr>
            </a:lvl7pPr>
            <a:lvl8pPr marL="3429000" indent="-228600" defTabSz="457200" eaLnBrk="0" fontAlgn="base" hangingPunct="0">
              <a:spcBef>
                <a:spcPct val="0"/>
              </a:spcBef>
              <a:spcAft>
                <a:spcPct val="0"/>
              </a:spcAft>
              <a:defRPr sz="2400">
                <a:solidFill>
                  <a:schemeClr val="tx1"/>
                </a:solidFill>
                <a:latin typeface="Arial" pitchFamily="34" charset="0"/>
                <a:ea typeface="ＭＳ Ｐゴシック" pitchFamily="34" charset="-128"/>
              </a:defRPr>
            </a:lvl8pPr>
            <a:lvl9pPr marL="3886200" indent="-228600" defTabSz="457200" eaLnBrk="0" fontAlgn="base" hangingPunct="0">
              <a:spcBef>
                <a:spcPct val="0"/>
              </a:spcBef>
              <a:spcAft>
                <a:spcPct val="0"/>
              </a:spcAft>
              <a:defRPr sz="2400">
                <a:solidFill>
                  <a:schemeClr val="tx1"/>
                </a:solidFill>
                <a:latin typeface="Arial" pitchFamily="34" charset="0"/>
                <a:ea typeface="ＭＳ Ｐゴシック" pitchFamily="34" charset="-128"/>
              </a:defRPr>
            </a:lvl9pPr>
          </a:lstStyle>
          <a:p>
            <a:pPr eaLnBrk="1" hangingPunct="1"/>
            <a:r>
              <a:rPr lang="en-US" altLang="en-US" dirty="0"/>
              <a:t>Cost Function:</a:t>
            </a:r>
          </a:p>
        </p:txBody>
      </p:sp>
      <p:pic>
        <p:nvPicPr>
          <p:cNvPr id="14" name="Picture 6"/>
          <p:cNvPicPr>
            <a:picLocks noChangeAspect="1"/>
          </p:cNvPicPr>
          <p:nvPr>
            <p:custDataLst>
              <p:tags r:id="rId4"/>
            </p:custDataLst>
          </p:nvPr>
        </p:nvPicPr>
        <p:blipFill>
          <a:blip r:embed="rId9" cstate="print">
            <a:extLst>
              <a:ext uri="{28A0092B-C50C-407E-A947-70E740481C1C}">
                <a14:useLocalDpi xmlns:a14="http://schemas.microsoft.com/office/drawing/2010/main" val="0"/>
              </a:ext>
            </a:extLst>
          </a:blip>
          <a:srcRect/>
          <a:stretch>
            <a:fillRect/>
          </a:stretch>
        </p:blipFill>
        <p:spPr bwMode="auto">
          <a:xfrm>
            <a:off x="6149066" y="5390330"/>
            <a:ext cx="2435225" cy="473843"/>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pic>
      <p:sp>
        <p:nvSpPr>
          <p:cNvPr id="15" name="TextBox 18"/>
          <p:cNvSpPr txBox="1">
            <a:spLocks noChangeArrowheads="1"/>
          </p:cNvSpPr>
          <p:nvPr/>
        </p:nvSpPr>
        <p:spPr bwMode="auto">
          <a:xfrm>
            <a:off x="4929868" y="5390330"/>
            <a:ext cx="920750" cy="461963"/>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wrap="none">
            <a:spAutoFit/>
          </a:bodyPr>
          <a:lstStyle>
            <a:lvl1pPr eaLnBrk="0" hangingPunct="0">
              <a:defRPr sz="2400">
                <a:solidFill>
                  <a:schemeClr val="tx1"/>
                </a:solidFill>
                <a:latin typeface="Arial" pitchFamily="34" charset="0"/>
                <a:ea typeface="ＭＳ Ｐゴシック" pitchFamily="34" charset="-128"/>
              </a:defRPr>
            </a:lvl1pPr>
            <a:lvl2pPr marL="742950" indent="-285750" eaLnBrk="0" hangingPunct="0">
              <a:defRPr sz="2400">
                <a:solidFill>
                  <a:schemeClr val="tx1"/>
                </a:solidFill>
                <a:latin typeface="Arial" pitchFamily="34" charset="0"/>
                <a:ea typeface="ＭＳ Ｐゴシック" pitchFamily="34" charset="-128"/>
              </a:defRPr>
            </a:lvl2pPr>
            <a:lvl3pPr marL="1143000" indent="-228600" eaLnBrk="0" hangingPunct="0">
              <a:defRPr sz="2400">
                <a:solidFill>
                  <a:schemeClr val="tx1"/>
                </a:solidFill>
                <a:latin typeface="Arial" pitchFamily="34" charset="0"/>
                <a:ea typeface="ＭＳ Ｐゴシック" pitchFamily="34" charset="-128"/>
              </a:defRPr>
            </a:lvl3pPr>
            <a:lvl4pPr marL="1600200" indent="-228600" eaLnBrk="0" hangingPunct="0">
              <a:defRPr sz="2400">
                <a:solidFill>
                  <a:schemeClr val="tx1"/>
                </a:solidFill>
                <a:latin typeface="Arial" pitchFamily="34" charset="0"/>
                <a:ea typeface="ＭＳ Ｐゴシック" pitchFamily="34" charset="-128"/>
              </a:defRPr>
            </a:lvl4pPr>
            <a:lvl5pPr marL="2057400" indent="-228600" eaLnBrk="0" hangingPunct="0">
              <a:defRPr sz="2400">
                <a:solidFill>
                  <a:schemeClr val="tx1"/>
                </a:solidFill>
                <a:latin typeface="Arial" pitchFamily="34" charset="0"/>
                <a:ea typeface="ＭＳ Ｐゴシック" pitchFamily="34" charset="-128"/>
              </a:defRPr>
            </a:lvl5pPr>
            <a:lvl6pPr marL="2514600" indent="-228600" defTabSz="457200" eaLnBrk="0" fontAlgn="base" hangingPunct="0">
              <a:spcBef>
                <a:spcPct val="0"/>
              </a:spcBef>
              <a:spcAft>
                <a:spcPct val="0"/>
              </a:spcAft>
              <a:defRPr sz="2400">
                <a:solidFill>
                  <a:schemeClr val="tx1"/>
                </a:solidFill>
                <a:latin typeface="Arial" pitchFamily="34" charset="0"/>
                <a:ea typeface="ＭＳ Ｐゴシック" pitchFamily="34" charset="-128"/>
              </a:defRPr>
            </a:lvl6pPr>
            <a:lvl7pPr marL="2971800" indent="-228600" defTabSz="457200" eaLnBrk="0" fontAlgn="base" hangingPunct="0">
              <a:spcBef>
                <a:spcPct val="0"/>
              </a:spcBef>
              <a:spcAft>
                <a:spcPct val="0"/>
              </a:spcAft>
              <a:defRPr sz="2400">
                <a:solidFill>
                  <a:schemeClr val="tx1"/>
                </a:solidFill>
                <a:latin typeface="Arial" pitchFamily="34" charset="0"/>
                <a:ea typeface="ＭＳ Ｐゴシック" pitchFamily="34" charset="-128"/>
              </a:defRPr>
            </a:lvl7pPr>
            <a:lvl8pPr marL="3429000" indent="-228600" defTabSz="457200" eaLnBrk="0" fontAlgn="base" hangingPunct="0">
              <a:spcBef>
                <a:spcPct val="0"/>
              </a:spcBef>
              <a:spcAft>
                <a:spcPct val="0"/>
              </a:spcAft>
              <a:defRPr sz="2400">
                <a:solidFill>
                  <a:schemeClr val="tx1"/>
                </a:solidFill>
                <a:latin typeface="Arial" pitchFamily="34" charset="0"/>
                <a:ea typeface="ＭＳ Ｐゴシック" pitchFamily="34" charset="-128"/>
              </a:defRPr>
            </a:lvl8pPr>
            <a:lvl9pPr marL="3886200" indent="-228600" defTabSz="457200" eaLnBrk="0" fontAlgn="base" hangingPunct="0">
              <a:spcBef>
                <a:spcPct val="0"/>
              </a:spcBef>
              <a:spcAft>
                <a:spcPct val="0"/>
              </a:spcAft>
              <a:defRPr sz="2400">
                <a:solidFill>
                  <a:schemeClr val="tx1"/>
                </a:solidFill>
                <a:latin typeface="Arial" pitchFamily="34" charset="0"/>
                <a:ea typeface="ＭＳ Ｐゴシック" pitchFamily="34" charset="-128"/>
              </a:defRPr>
            </a:lvl9pPr>
          </a:lstStyle>
          <a:p>
            <a:pPr eaLnBrk="1" hangingPunct="1"/>
            <a:r>
              <a:rPr lang="en-US" altLang="en-US" dirty="0"/>
              <a:t>Goal:</a:t>
            </a:r>
          </a:p>
        </p:txBody>
      </p:sp>
    </p:spTree>
    <p:extLst>
      <p:ext uri="{BB962C8B-B14F-4D97-AF65-F5344CB8AC3E}">
        <p14:creationId xmlns:p14="http://schemas.microsoft.com/office/powerpoint/2010/main" val="376832543"/>
      </p:ext>
    </p:extLst>
  </p:cSld>
  <p:clrMapOvr>
    <a:masterClrMapping/>
  </p:clrMapOvr>
</p:sld>
</file>

<file path=ppt/slides/slide19.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GB" dirty="0"/>
              <a:t>Gradient descent algorithm in code (stochastic version)</a:t>
            </a:r>
          </a:p>
        </p:txBody>
      </p:sp>
      <p:pic>
        <p:nvPicPr>
          <p:cNvPr id="4098" name="Picture 2"/>
          <p:cNvPicPr>
            <a:picLocks noChangeAspect="1" noChangeArrowheads="1"/>
          </p:cNvPicPr>
          <p:nvPr/>
        </p:nvPicPr>
        <p:blipFill>
          <a:blip r:embed="rId2">
            <a:extLst>
              <a:ext uri="{28A0092B-C50C-407E-A947-70E740481C1C}">
                <a14:useLocalDpi xmlns:a14="http://schemas.microsoft.com/office/drawing/2010/main" val="0"/>
              </a:ext>
            </a:extLst>
          </a:blip>
          <a:srcRect/>
          <a:stretch>
            <a:fillRect/>
          </a:stretch>
        </p:blipFill>
        <p:spPr bwMode="auto">
          <a:xfrm>
            <a:off x="2514600" y="1676400"/>
            <a:ext cx="5353050" cy="2438400"/>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pic>
    </p:spTree>
    <p:extLst>
      <p:ext uri="{BB962C8B-B14F-4D97-AF65-F5344CB8AC3E}">
        <p14:creationId xmlns:p14="http://schemas.microsoft.com/office/powerpoint/2010/main" val="644909154"/>
      </p:ext>
    </p:extLst>
  </p:cSld>
  <p:clrMapOvr>
    <a:masterClrMapping/>
  </p:clrMapOvr>
</p:sld>
</file>

<file path=ppt/slides/slide20.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GB" dirty="0"/>
              <a:t>An alternative way to minimise J</a:t>
            </a:r>
          </a:p>
        </p:txBody>
      </p:sp>
      <p:sp>
        <p:nvSpPr>
          <p:cNvPr id="3" name="Content Placeholder 2"/>
          <p:cNvSpPr>
            <a:spLocks noGrp="1"/>
          </p:cNvSpPr>
          <p:nvPr>
            <p:ph idx="1"/>
          </p:nvPr>
        </p:nvSpPr>
        <p:spPr/>
        <p:txBody>
          <a:bodyPr/>
          <a:lstStyle/>
          <a:p>
            <a:r>
              <a:rPr lang="en-GB" dirty="0"/>
              <a:t>Matrix derivatives + Least squares revisited</a:t>
            </a:r>
          </a:p>
        </p:txBody>
      </p:sp>
      <p:pic>
        <p:nvPicPr>
          <p:cNvPr id="5122" name="Picture 2"/>
          <p:cNvPicPr>
            <a:picLocks noChangeAspect="1" noChangeArrowheads="1"/>
          </p:cNvPicPr>
          <p:nvPr/>
        </p:nvPicPr>
        <p:blipFill>
          <a:blip r:embed="rId2">
            <a:extLst>
              <a:ext uri="{28A0092B-C50C-407E-A947-70E740481C1C}">
                <a14:useLocalDpi xmlns:a14="http://schemas.microsoft.com/office/drawing/2010/main" val="0"/>
              </a:ext>
            </a:extLst>
          </a:blip>
          <a:srcRect/>
          <a:stretch>
            <a:fillRect/>
          </a:stretch>
        </p:blipFill>
        <p:spPr bwMode="auto">
          <a:xfrm>
            <a:off x="1981200" y="2759531"/>
            <a:ext cx="3479381" cy="1295400"/>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pic>
      <p:pic>
        <p:nvPicPr>
          <p:cNvPr id="5123" name="Picture 3"/>
          <p:cNvPicPr>
            <a:picLocks noChangeAspect="1" noChangeArrowheads="1"/>
          </p:cNvPicPr>
          <p:nvPr/>
        </p:nvPicPr>
        <p:blipFill>
          <a:blip r:embed="rId3">
            <a:extLst>
              <a:ext uri="{28A0092B-C50C-407E-A947-70E740481C1C}">
                <a14:useLocalDpi xmlns:a14="http://schemas.microsoft.com/office/drawing/2010/main" val="0"/>
              </a:ext>
            </a:extLst>
          </a:blip>
          <a:srcRect/>
          <a:stretch>
            <a:fillRect/>
          </a:stretch>
        </p:blipFill>
        <p:spPr bwMode="auto">
          <a:xfrm>
            <a:off x="5163904" y="2355679"/>
            <a:ext cx="3951521" cy="2216322"/>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pic>
      <p:sp>
        <p:nvSpPr>
          <p:cNvPr id="4" name="Rectangle 3"/>
          <p:cNvSpPr/>
          <p:nvPr/>
        </p:nvSpPr>
        <p:spPr>
          <a:xfrm>
            <a:off x="1600200" y="5257800"/>
            <a:ext cx="7315200" cy="646331"/>
          </a:xfrm>
          <a:prstGeom prst="rect">
            <a:avLst/>
          </a:prstGeom>
        </p:spPr>
        <p:txBody>
          <a:bodyPr wrap="square">
            <a:spAutoFit/>
          </a:bodyPr>
          <a:lstStyle/>
          <a:p>
            <a:r>
              <a:rPr lang="en-GB" dirty="0"/>
              <a:t>Minimize J by explicitly taking its derivatives with respect to the </a:t>
            </a:r>
            <a:r>
              <a:rPr lang="en-GB" dirty="0" err="1"/>
              <a:t>θj’s</a:t>
            </a:r>
            <a:r>
              <a:rPr lang="en-GB" dirty="0"/>
              <a:t>, and setting them to zero</a:t>
            </a:r>
          </a:p>
          <a:p>
            <a:r>
              <a:rPr lang="en-GB" dirty="0"/>
              <a:t>→ θ = (XᵀX)⁻¹Xᵀy (normal equation)</a:t>
            </a:r>
          </a:p>
        </p:txBody>
      </p:sp>
    </p:spTree>
    <p:extLst>
      <p:ext uri="{BB962C8B-B14F-4D97-AF65-F5344CB8AC3E}">
        <p14:creationId xmlns:p14="http://schemas.microsoft.com/office/powerpoint/2010/main" val="3849343314"/>
      </p:ext>
    </p:extLst>
  </p:cSld>
  <p:clrMapOvr>
    <a:masterClrMapping/>
  </p:clrMapOvr>
</p:sld>
</file>

<file path=ppt/slides/slide21.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altLang="en-US" b="1" dirty="0"/>
              <a:t>Gradient descent </a:t>
            </a:r>
            <a:r>
              <a:rPr lang="en-US" altLang="en-US" b="1" dirty="0" err="1"/>
              <a:t>visualisation</a:t>
            </a:r>
            <a:endParaRPr lang="en-GB" dirty="0"/>
          </a:p>
        </p:txBody>
      </p:sp>
      <p:pic>
        <p:nvPicPr>
          <p:cNvPr id="4" name="Picture 2"/>
          <p:cNvPicPr>
            <a:picLocks noChangeAspect="1" noChangeArrowheads="1"/>
          </p:cNvPicPr>
          <p:nvPr/>
        </p:nvPicPr>
        <p:blipFill>
          <a:blip r:embed="rId6" cstate="print">
            <a:extLst>
              <a:ext uri="{28A0092B-C50C-407E-A947-70E740481C1C}">
                <a14:useLocalDpi xmlns:a14="http://schemas.microsoft.com/office/drawing/2010/main" val="0"/>
              </a:ext>
            </a:extLst>
          </a:blip>
          <a:srcRect/>
          <a:stretch>
            <a:fillRect/>
          </a:stretch>
        </p:blipFill>
        <p:spPr bwMode="auto">
          <a:xfrm>
            <a:off x="5541963" y="2239963"/>
            <a:ext cx="3551237" cy="3551237"/>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pic>
      <p:pic>
        <p:nvPicPr>
          <p:cNvPr id="5" name="Picture 3"/>
          <p:cNvPicPr>
            <a:picLocks noChangeAspect="1" noChangeArrowheads="1"/>
          </p:cNvPicPr>
          <p:nvPr/>
        </p:nvPicPr>
        <p:blipFill>
          <a:blip r:embed="rId7" cstate="print">
            <a:extLst>
              <a:ext uri="{28A0092B-C50C-407E-A947-70E740481C1C}">
                <a14:useLocalDpi xmlns:a14="http://schemas.microsoft.com/office/drawing/2010/main" val="0"/>
              </a:ext>
            </a:extLst>
          </a:blip>
          <a:srcRect/>
          <a:stretch>
            <a:fillRect/>
          </a:stretch>
        </p:blipFill>
        <p:spPr bwMode="auto">
          <a:xfrm>
            <a:off x="1625600" y="2239963"/>
            <a:ext cx="3551238" cy="3551237"/>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pic>
      <p:pic>
        <p:nvPicPr>
          <p:cNvPr id="6" name="Picture 3"/>
          <p:cNvPicPr>
            <a:picLocks noChangeAspect="1"/>
          </p:cNvPicPr>
          <p:nvPr>
            <p:custDataLst>
              <p:tags r:id="rId1"/>
            </p:custDataLst>
          </p:nvPr>
        </p:nvPicPr>
        <p:blipFill>
          <a:blip r:embed="rId8">
            <a:extLst>
              <a:ext uri="{28A0092B-C50C-407E-A947-70E740481C1C}">
                <a14:useLocalDpi xmlns:a14="http://schemas.microsoft.com/office/drawing/2010/main" val="0"/>
              </a:ext>
            </a:extLst>
          </a:blip>
          <a:srcRect/>
          <a:stretch>
            <a:fillRect/>
          </a:stretch>
        </p:blipFill>
        <p:spPr bwMode="auto">
          <a:xfrm>
            <a:off x="2166938" y="1346200"/>
            <a:ext cx="679450" cy="407988"/>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pic>
      <p:sp>
        <p:nvSpPr>
          <p:cNvPr id="7" name="TextBox 4"/>
          <p:cNvSpPr txBox="1">
            <a:spLocks noChangeArrowheads="1"/>
          </p:cNvSpPr>
          <p:nvPr/>
        </p:nvSpPr>
        <p:spPr bwMode="auto">
          <a:xfrm>
            <a:off x="1477962" y="1838325"/>
            <a:ext cx="4084638" cy="369888"/>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wrap="none">
            <a:spAutoFit/>
          </a:bodyPr>
          <a:lstStyle>
            <a:lvl1pPr eaLnBrk="0" hangingPunct="0">
              <a:defRPr sz="2400">
                <a:solidFill>
                  <a:schemeClr val="tx1"/>
                </a:solidFill>
                <a:latin typeface="Arial" pitchFamily="34" charset="0"/>
                <a:ea typeface="ＭＳ Ｐゴシック" pitchFamily="34" charset="-128"/>
              </a:defRPr>
            </a:lvl1pPr>
            <a:lvl2pPr marL="742950" indent="-285750" eaLnBrk="0" hangingPunct="0">
              <a:defRPr sz="2400">
                <a:solidFill>
                  <a:schemeClr val="tx1"/>
                </a:solidFill>
                <a:latin typeface="Arial" pitchFamily="34" charset="0"/>
                <a:ea typeface="ＭＳ Ｐゴシック" pitchFamily="34" charset="-128"/>
              </a:defRPr>
            </a:lvl2pPr>
            <a:lvl3pPr marL="1143000" indent="-228600" eaLnBrk="0" hangingPunct="0">
              <a:defRPr sz="2400">
                <a:solidFill>
                  <a:schemeClr val="tx1"/>
                </a:solidFill>
                <a:latin typeface="Arial" pitchFamily="34" charset="0"/>
                <a:ea typeface="ＭＳ Ｐゴシック" pitchFamily="34" charset="-128"/>
              </a:defRPr>
            </a:lvl3pPr>
            <a:lvl4pPr marL="1600200" indent="-228600" eaLnBrk="0" hangingPunct="0">
              <a:defRPr sz="2400">
                <a:solidFill>
                  <a:schemeClr val="tx1"/>
                </a:solidFill>
                <a:latin typeface="Arial" pitchFamily="34" charset="0"/>
                <a:ea typeface="ＭＳ Ｐゴシック" pitchFamily="34" charset="-128"/>
              </a:defRPr>
            </a:lvl4pPr>
            <a:lvl5pPr marL="2057400" indent="-228600" eaLnBrk="0" hangingPunct="0">
              <a:defRPr sz="2400">
                <a:solidFill>
                  <a:schemeClr val="tx1"/>
                </a:solidFill>
                <a:latin typeface="Arial" pitchFamily="34" charset="0"/>
                <a:ea typeface="ＭＳ Ｐゴシック" pitchFamily="34" charset="-128"/>
              </a:defRPr>
            </a:lvl5pPr>
            <a:lvl6pPr marL="2514600" indent="-228600" defTabSz="457200" eaLnBrk="0" fontAlgn="base" hangingPunct="0">
              <a:spcBef>
                <a:spcPct val="0"/>
              </a:spcBef>
              <a:spcAft>
                <a:spcPct val="0"/>
              </a:spcAft>
              <a:defRPr sz="2400">
                <a:solidFill>
                  <a:schemeClr val="tx1"/>
                </a:solidFill>
                <a:latin typeface="Arial" pitchFamily="34" charset="0"/>
                <a:ea typeface="ＭＳ Ｐゴシック" pitchFamily="34" charset="-128"/>
              </a:defRPr>
            </a:lvl6pPr>
            <a:lvl7pPr marL="2971800" indent="-228600" defTabSz="457200" eaLnBrk="0" fontAlgn="base" hangingPunct="0">
              <a:spcBef>
                <a:spcPct val="0"/>
              </a:spcBef>
              <a:spcAft>
                <a:spcPct val="0"/>
              </a:spcAft>
              <a:defRPr sz="2400">
                <a:solidFill>
                  <a:schemeClr val="tx1"/>
                </a:solidFill>
                <a:latin typeface="Arial" pitchFamily="34" charset="0"/>
                <a:ea typeface="ＭＳ Ｐゴシック" pitchFamily="34" charset="-128"/>
              </a:defRPr>
            </a:lvl7pPr>
            <a:lvl8pPr marL="3429000" indent="-228600" defTabSz="457200" eaLnBrk="0" fontAlgn="base" hangingPunct="0">
              <a:spcBef>
                <a:spcPct val="0"/>
              </a:spcBef>
              <a:spcAft>
                <a:spcPct val="0"/>
              </a:spcAft>
              <a:defRPr sz="2400">
                <a:solidFill>
                  <a:schemeClr val="tx1"/>
                </a:solidFill>
                <a:latin typeface="Arial" pitchFamily="34" charset="0"/>
                <a:ea typeface="ＭＳ Ｐゴシック" pitchFamily="34" charset="-128"/>
              </a:defRPr>
            </a:lvl8pPr>
            <a:lvl9pPr marL="3886200" indent="-228600" defTabSz="457200" eaLnBrk="0" fontAlgn="base" hangingPunct="0">
              <a:spcBef>
                <a:spcPct val="0"/>
              </a:spcBef>
              <a:spcAft>
                <a:spcPct val="0"/>
              </a:spcAft>
              <a:defRPr sz="2400">
                <a:solidFill>
                  <a:schemeClr val="tx1"/>
                </a:solidFill>
                <a:latin typeface="Arial" pitchFamily="34" charset="0"/>
                <a:ea typeface="ＭＳ Ｐゴシック" pitchFamily="34" charset="-128"/>
              </a:defRPr>
            </a:lvl9pPr>
          </a:lstStyle>
          <a:p>
            <a:pPr eaLnBrk="1" hangingPunct="1"/>
            <a:r>
              <a:rPr lang="en-US" altLang="en-US" sz="1800" dirty="0"/>
              <a:t>(for fixed           , this is a function of x)</a:t>
            </a:r>
          </a:p>
        </p:txBody>
      </p:sp>
      <p:pic>
        <p:nvPicPr>
          <p:cNvPr id="8" name="Picture 5"/>
          <p:cNvPicPr>
            <a:picLocks noChangeAspect="1"/>
          </p:cNvPicPr>
          <p:nvPr>
            <p:custDataLst>
              <p:tags r:id="rId2"/>
            </p:custDataLst>
          </p:nvPr>
        </p:nvPicPr>
        <p:blipFill>
          <a:blip r:embed="rId9">
            <a:extLst>
              <a:ext uri="{28A0092B-C50C-407E-A947-70E740481C1C}">
                <a14:useLocalDpi xmlns:a14="http://schemas.microsoft.com/office/drawing/2010/main" val="0"/>
              </a:ext>
            </a:extLst>
          </a:blip>
          <a:srcRect/>
          <a:stretch>
            <a:fillRect/>
          </a:stretch>
        </p:blipFill>
        <p:spPr bwMode="auto">
          <a:xfrm>
            <a:off x="2579462" y="1871209"/>
            <a:ext cx="519113" cy="296863"/>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pic>
      <p:pic>
        <p:nvPicPr>
          <p:cNvPr id="9" name="Picture 6"/>
          <p:cNvPicPr>
            <a:picLocks noChangeAspect="1"/>
          </p:cNvPicPr>
          <p:nvPr>
            <p:custDataLst>
              <p:tags r:id="rId3"/>
            </p:custDataLst>
          </p:nvPr>
        </p:nvPicPr>
        <p:blipFill>
          <a:blip r:embed="rId10" cstate="print">
            <a:extLst>
              <a:ext uri="{28A0092B-C50C-407E-A947-70E740481C1C}">
                <a14:useLocalDpi xmlns:a14="http://schemas.microsoft.com/office/drawing/2010/main" val="0"/>
              </a:ext>
            </a:extLst>
          </a:blip>
          <a:srcRect/>
          <a:stretch>
            <a:fillRect/>
          </a:stretch>
        </p:blipFill>
        <p:spPr bwMode="auto">
          <a:xfrm>
            <a:off x="6473825" y="1346200"/>
            <a:ext cx="1077913" cy="407988"/>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pic>
      <p:sp>
        <p:nvSpPr>
          <p:cNvPr id="10" name="TextBox 7"/>
          <p:cNvSpPr txBox="1">
            <a:spLocks noChangeArrowheads="1"/>
          </p:cNvSpPr>
          <p:nvPr/>
        </p:nvSpPr>
        <p:spPr bwMode="auto">
          <a:xfrm>
            <a:off x="5505450" y="1838325"/>
            <a:ext cx="3790950" cy="369888"/>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wrap="none">
            <a:spAutoFit/>
          </a:bodyPr>
          <a:lstStyle>
            <a:lvl1pPr eaLnBrk="0" hangingPunct="0">
              <a:defRPr sz="2400">
                <a:solidFill>
                  <a:schemeClr val="tx1"/>
                </a:solidFill>
                <a:latin typeface="Arial" pitchFamily="34" charset="0"/>
                <a:ea typeface="ＭＳ Ｐゴシック" pitchFamily="34" charset="-128"/>
              </a:defRPr>
            </a:lvl1pPr>
            <a:lvl2pPr marL="742950" indent="-285750" eaLnBrk="0" hangingPunct="0">
              <a:defRPr sz="2400">
                <a:solidFill>
                  <a:schemeClr val="tx1"/>
                </a:solidFill>
                <a:latin typeface="Arial" pitchFamily="34" charset="0"/>
                <a:ea typeface="ＭＳ Ｐゴシック" pitchFamily="34" charset="-128"/>
              </a:defRPr>
            </a:lvl2pPr>
            <a:lvl3pPr marL="1143000" indent="-228600" eaLnBrk="0" hangingPunct="0">
              <a:defRPr sz="2400">
                <a:solidFill>
                  <a:schemeClr val="tx1"/>
                </a:solidFill>
                <a:latin typeface="Arial" pitchFamily="34" charset="0"/>
                <a:ea typeface="ＭＳ Ｐゴシック" pitchFamily="34" charset="-128"/>
              </a:defRPr>
            </a:lvl3pPr>
            <a:lvl4pPr marL="1600200" indent="-228600" eaLnBrk="0" hangingPunct="0">
              <a:defRPr sz="2400">
                <a:solidFill>
                  <a:schemeClr val="tx1"/>
                </a:solidFill>
                <a:latin typeface="Arial" pitchFamily="34" charset="0"/>
                <a:ea typeface="ＭＳ Ｐゴシック" pitchFamily="34" charset="-128"/>
              </a:defRPr>
            </a:lvl4pPr>
            <a:lvl5pPr marL="2057400" indent="-228600" eaLnBrk="0" hangingPunct="0">
              <a:defRPr sz="2400">
                <a:solidFill>
                  <a:schemeClr val="tx1"/>
                </a:solidFill>
                <a:latin typeface="Arial" pitchFamily="34" charset="0"/>
                <a:ea typeface="ＭＳ Ｐゴシック" pitchFamily="34" charset="-128"/>
              </a:defRPr>
            </a:lvl5pPr>
            <a:lvl6pPr marL="2514600" indent="-228600" defTabSz="457200" eaLnBrk="0" fontAlgn="base" hangingPunct="0">
              <a:spcBef>
                <a:spcPct val="0"/>
              </a:spcBef>
              <a:spcAft>
                <a:spcPct val="0"/>
              </a:spcAft>
              <a:defRPr sz="2400">
                <a:solidFill>
                  <a:schemeClr val="tx1"/>
                </a:solidFill>
                <a:latin typeface="Arial" pitchFamily="34" charset="0"/>
                <a:ea typeface="ＭＳ Ｐゴシック" pitchFamily="34" charset="-128"/>
              </a:defRPr>
            </a:lvl6pPr>
            <a:lvl7pPr marL="2971800" indent="-228600" defTabSz="457200" eaLnBrk="0" fontAlgn="base" hangingPunct="0">
              <a:spcBef>
                <a:spcPct val="0"/>
              </a:spcBef>
              <a:spcAft>
                <a:spcPct val="0"/>
              </a:spcAft>
              <a:defRPr sz="2400">
                <a:solidFill>
                  <a:schemeClr val="tx1"/>
                </a:solidFill>
                <a:latin typeface="Arial" pitchFamily="34" charset="0"/>
                <a:ea typeface="ＭＳ Ｐゴシック" pitchFamily="34" charset="-128"/>
              </a:defRPr>
            </a:lvl7pPr>
            <a:lvl8pPr marL="3429000" indent="-228600" defTabSz="457200" eaLnBrk="0" fontAlgn="base" hangingPunct="0">
              <a:spcBef>
                <a:spcPct val="0"/>
              </a:spcBef>
              <a:spcAft>
                <a:spcPct val="0"/>
              </a:spcAft>
              <a:defRPr sz="2400">
                <a:solidFill>
                  <a:schemeClr val="tx1"/>
                </a:solidFill>
                <a:latin typeface="Arial" pitchFamily="34" charset="0"/>
                <a:ea typeface="ＭＳ Ｐゴシック" pitchFamily="34" charset="-128"/>
              </a:defRPr>
            </a:lvl8pPr>
            <a:lvl9pPr marL="3886200" indent="-228600" defTabSz="457200" eaLnBrk="0" fontAlgn="base" hangingPunct="0">
              <a:spcBef>
                <a:spcPct val="0"/>
              </a:spcBef>
              <a:spcAft>
                <a:spcPct val="0"/>
              </a:spcAft>
              <a:defRPr sz="2400">
                <a:solidFill>
                  <a:schemeClr val="tx1"/>
                </a:solidFill>
                <a:latin typeface="Arial" pitchFamily="34" charset="0"/>
                <a:ea typeface="ＭＳ Ｐゴシック" pitchFamily="34" charset="-128"/>
              </a:defRPr>
            </a:lvl9pPr>
          </a:lstStyle>
          <a:p>
            <a:pPr eaLnBrk="1" hangingPunct="1"/>
            <a:r>
              <a:rPr lang="en-US" altLang="en-US" sz="1800" dirty="0"/>
              <a:t>(function of the parameters            )</a:t>
            </a:r>
          </a:p>
        </p:txBody>
      </p:sp>
      <p:pic>
        <p:nvPicPr>
          <p:cNvPr id="11" name="Picture 8"/>
          <p:cNvPicPr>
            <a:picLocks noChangeAspect="1"/>
          </p:cNvPicPr>
          <p:nvPr>
            <p:custDataLst>
              <p:tags r:id="rId4"/>
            </p:custDataLst>
          </p:nvPr>
        </p:nvPicPr>
        <p:blipFill>
          <a:blip r:embed="rId11">
            <a:extLst>
              <a:ext uri="{28A0092B-C50C-407E-A947-70E740481C1C}">
                <a14:useLocalDpi xmlns:a14="http://schemas.microsoft.com/office/drawing/2010/main" val="0"/>
              </a:ext>
            </a:extLst>
          </a:blip>
          <a:srcRect/>
          <a:stretch>
            <a:fillRect/>
          </a:stretch>
        </p:blipFill>
        <p:spPr bwMode="auto">
          <a:xfrm>
            <a:off x="8516144" y="1877219"/>
            <a:ext cx="515938" cy="292100"/>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pic>
    </p:spTree>
    <p:extLst>
      <p:ext uri="{BB962C8B-B14F-4D97-AF65-F5344CB8AC3E}">
        <p14:creationId xmlns:p14="http://schemas.microsoft.com/office/powerpoint/2010/main" val="3231226988"/>
      </p:ext>
    </p:extLst>
  </p:cSld>
  <p:clrMapOvr>
    <a:masterClrMapping/>
  </p:clrMapOvr>
</p:sld>
</file>

<file path=ppt/slides/slide22.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pic>
        <p:nvPicPr>
          <p:cNvPr id="53249" name="Picture 2"/>
          <p:cNvPicPr>
            <a:picLocks noChangeAspect="1" noChangeArrowheads="1"/>
          </p:cNvPicPr>
          <p:nvPr/>
        </p:nvPicPr>
        <p:blipFill>
          <a:blip r:embed="rId6">
            <a:extLst>
              <a:ext uri="{28A0092B-C50C-407E-A947-70E740481C1C}">
                <a14:useLocalDpi xmlns:a14="http://schemas.microsoft.com/office/drawing/2010/main" val="0"/>
              </a:ext>
            </a:extLst>
          </a:blip>
          <a:srcRect/>
          <a:stretch>
            <a:fillRect/>
          </a:stretch>
        </p:blipFill>
        <p:spPr bwMode="auto">
          <a:xfrm>
            <a:off x="4525963" y="1630363"/>
            <a:ext cx="4389437" cy="4389437"/>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pic>
      <p:pic>
        <p:nvPicPr>
          <p:cNvPr id="53250" name="Picture 3"/>
          <p:cNvPicPr>
            <a:picLocks noChangeAspect="1" noChangeArrowheads="1"/>
          </p:cNvPicPr>
          <p:nvPr/>
        </p:nvPicPr>
        <p:blipFill>
          <a:blip r:embed="rId7">
            <a:extLst>
              <a:ext uri="{28A0092B-C50C-407E-A947-70E740481C1C}">
                <a14:useLocalDpi xmlns:a14="http://schemas.microsoft.com/office/drawing/2010/main" val="0"/>
              </a:ext>
            </a:extLst>
          </a:blip>
          <a:srcRect/>
          <a:stretch>
            <a:fillRect/>
          </a:stretch>
        </p:blipFill>
        <p:spPr bwMode="auto">
          <a:xfrm>
            <a:off x="228600" y="1630363"/>
            <a:ext cx="4389438" cy="4389437"/>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pic>
      <p:pic>
        <p:nvPicPr>
          <p:cNvPr id="53251" name="Picture 3"/>
          <p:cNvPicPr>
            <a:picLocks noChangeAspect="1"/>
          </p:cNvPicPr>
          <p:nvPr>
            <p:custDataLst>
              <p:tags r:id="rId1"/>
            </p:custDataLst>
          </p:nvPr>
        </p:nvPicPr>
        <p:blipFill>
          <a:blip r:embed="rId8">
            <a:extLst>
              <a:ext uri="{28A0092B-C50C-407E-A947-70E740481C1C}">
                <a14:useLocalDpi xmlns:a14="http://schemas.microsoft.com/office/drawing/2010/main" val="0"/>
              </a:ext>
            </a:extLst>
          </a:blip>
          <a:srcRect/>
          <a:stretch>
            <a:fillRect/>
          </a:stretch>
        </p:blipFill>
        <p:spPr bwMode="auto">
          <a:xfrm>
            <a:off x="2243138" y="736600"/>
            <a:ext cx="679450" cy="407988"/>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pic>
      <p:sp>
        <p:nvSpPr>
          <p:cNvPr id="53252" name="TextBox 4"/>
          <p:cNvSpPr txBox="1">
            <a:spLocks noChangeArrowheads="1"/>
          </p:cNvSpPr>
          <p:nvPr/>
        </p:nvSpPr>
        <p:spPr bwMode="auto">
          <a:xfrm>
            <a:off x="838200" y="1228725"/>
            <a:ext cx="4084638" cy="369888"/>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wrap="none">
            <a:spAutoFit/>
          </a:bodyPr>
          <a:lstStyle>
            <a:lvl1pPr eaLnBrk="0" hangingPunct="0">
              <a:defRPr sz="2400">
                <a:solidFill>
                  <a:schemeClr val="tx1"/>
                </a:solidFill>
                <a:latin typeface="Arial" pitchFamily="34" charset="0"/>
                <a:ea typeface="ＭＳ Ｐゴシック" pitchFamily="34" charset="-128"/>
              </a:defRPr>
            </a:lvl1pPr>
            <a:lvl2pPr marL="742950" indent="-285750" eaLnBrk="0" hangingPunct="0">
              <a:defRPr sz="2400">
                <a:solidFill>
                  <a:schemeClr val="tx1"/>
                </a:solidFill>
                <a:latin typeface="Arial" pitchFamily="34" charset="0"/>
                <a:ea typeface="ＭＳ Ｐゴシック" pitchFamily="34" charset="-128"/>
              </a:defRPr>
            </a:lvl2pPr>
            <a:lvl3pPr marL="1143000" indent="-228600" eaLnBrk="0" hangingPunct="0">
              <a:defRPr sz="2400">
                <a:solidFill>
                  <a:schemeClr val="tx1"/>
                </a:solidFill>
                <a:latin typeface="Arial" pitchFamily="34" charset="0"/>
                <a:ea typeface="ＭＳ Ｐゴシック" pitchFamily="34" charset="-128"/>
              </a:defRPr>
            </a:lvl3pPr>
            <a:lvl4pPr marL="1600200" indent="-228600" eaLnBrk="0" hangingPunct="0">
              <a:defRPr sz="2400">
                <a:solidFill>
                  <a:schemeClr val="tx1"/>
                </a:solidFill>
                <a:latin typeface="Arial" pitchFamily="34" charset="0"/>
                <a:ea typeface="ＭＳ Ｐゴシック" pitchFamily="34" charset="-128"/>
              </a:defRPr>
            </a:lvl4pPr>
            <a:lvl5pPr marL="2057400" indent="-228600" eaLnBrk="0" hangingPunct="0">
              <a:defRPr sz="2400">
                <a:solidFill>
                  <a:schemeClr val="tx1"/>
                </a:solidFill>
                <a:latin typeface="Arial" pitchFamily="34" charset="0"/>
                <a:ea typeface="ＭＳ Ｐゴシック" pitchFamily="34" charset="-128"/>
              </a:defRPr>
            </a:lvl5pPr>
            <a:lvl6pPr marL="2514600" indent="-228600" defTabSz="457200" eaLnBrk="0" fontAlgn="base" hangingPunct="0">
              <a:spcBef>
                <a:spcPct val="0"/>
              </a:spcBef>
              <a:spcAft>
                <a:spcPct val="0"/>
              </a:spcAft>
              <a:defRPr sz="2400">
                <a:solidFill>
                  <a:schemeClr val="tx1"/>
                </a:solidFill>
                <a:latin typeface="Arial" pitchFamily="34" charset="0"/>
                <a:ea typeface="ＭＳ Ｐゴシック" pitchFamily="34" charset="-128"/>
              </a:defRPr>
            </a:lvl6pPr>
            <a:lvl7pPr marL="2971800" indent="-228600" defTabSz="457200" eaLnBrk="0" fontAlgn="base" hangingPunct="0">
              <a:spcBef>
                <a:spcPct val="0"/>
              </a:spcBef>
              <a:spcAft>
                <a:spcPct val="0"/>
              </a:spcAft>
              <a:defRPr sz="2400">
                <a:solidFill>
                  <a:schemeClr val="tx1"/>
                </a:solidFill>
                <a:latin typeface="Arial" pitchFamily="34" charset="0"/>
                <a:ea typeface="ＭＳ Ｐゴシック" pitchFamily="34" charset="-128"/>
              </a:defRPr>
            </a:lvl7pPr>
            <a:lvl8pPr marL="3429000" indent="-228600" defTabSz="457200" eaLnBrk="0" fontAlgn="base" hangingPunct="0">
              <a:spcBef>
                <a:spcPct val="0"/>
              </a:spcBef>
              <a:spcAft>
                <a:spcPct val="0"/>
              </a:spcAft>
              <a:defRPr sz="2400">
                <a:solidFill>
                  <a:schemeClr val="tx1"/>
                </a:solidFill>
                <a:latin typeface="Arial" pitchFamily="34" charset="0"/>
                <a:ea typeface="ＭＳ Ｐゴシック" pitchFamily="34" charset="-128"/>
              </a:defRPr>
            </a:lvl8pPr>
            <a:lvl9pPr marL="3886200" indent="-228600" defTabSz="457200" eaLnBrk="0" fontAlgn="base" hangingPunct="0">
              <a:spcBef>
                <a:spcPct val="0"/>
              </a:spcBef>
              <a:spcAft>
                <a:spcPct val="0"/>
              </a:spcAft>
              <a:defRPr sz="2400">
                <a:solidFill>
                  <a:schemeClr val="tx1"/>
                </a:solidFill>
                <a:latin typeface="Arial" pitchFamily="34" charset="0"/>
                <a:ea typeface="ＭＳ Ｐゴシック" pitchFamily="34" charset="-128"/>
              </a:defRPr>
            </a:lvl9pPr>
          </a:lstStyle>
          <a:p>
            <a:pPr eaLnBrk="1" hangingPunct="1"/>
            <a:r>
              <a:rPr lang="en-US" altLang="en-US" sz="1800"/>
              <a:t>(for fixed           , this is a function of x)</a:t>
            </a:r>
          </a:p>
        </p:txBody>
      </p:sp>
      <p:pic>
        <p:nvPicPr>
          <p:cNvPr id="53253" name="Picture 5"/>
          <p:cNvPicPr>
            <a:picLocks noChangeAspect="1"/>
          </p:cNvPicPr>
          <p:nvPr>
            <p:custDataLst>
              <p:tags r:id="rId2"/>
            </p:custDataLst>
          </p:nvPr>
        </p:nvPicPr>
        <p:blipFill>
          <a:blip r:embed="rId9">
            <a:extLst>
              <a:ext uri="{28A0092B-C50C-407E-A947-70E740481C1C}">
                <a14:useLocalDpi xmlns:a14="http://schemas.microsoft.com/office/drawing/2010/main" val="0"/>
              </a:ext>
            </a:extLst>
          </a:blip>
          <a:srcRect/>
          <a:stretch>
            <a:fillRect/>
          </a:stretch>
        </p:blipFill>
        <p:spPr bwMode="auto">
          <a:xfrm>
            <a:off x="1819275" y="1346200"/>
            <a:ext cx="519113" cy="296863"/>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pic>
      <p:pic>
        <p:nvPicPr>
          <p:cNvPr id="53254" name="Picture 6"/>
          <p:cNvPicPr>
            <a:picLocks noChangeAspect="1"/>
          </p:cNvPicPr>
          <p:nvPr>
            <p:custDataLst>
              <p:tags r:id="rId3"/>
            </p:custDataLst>
          </p:nvPr>
        </p:nvPicPr>
        <p:blipFill>
          <a:blip r:embed="rId10" cstate="print">
            <a:extLst>
              <a:ext uri="{28A0092B-C50C-407E-A947-70E740481C1C}">
                <a14:useLocalDpi xmlns:a14="http://schemas.microsoft.com/office/drawing/2010/main" val="0"/>
              </a:ext>
            </a:extLst>
          </a:blip>
          <a:srcRect/>
          <a:stretch>
            <a:fillRect/>
          </a:stretch>
        </p:blipFill>
        <p:spPr bwMode="auto">
          <a:xfrm>
            <a:off x="6550025" y="736600"/>
            <a:ext cx="1077913" cy="407988"/>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pic>
      <p:sp>
        <p:nvSpPr>
          <p:cNvPr id="53255" name="TextBox 7"/>
          <p:cNvSpPr txBox="1">
            <a:spLocks noChangeArrowheads="1"/>
          </p:cNvSpPr>
          <p:nvPr/>
        </p:nvSpPr>
        <p:spPr bwMode="auto">
          <a:xfrm>
            <a:off x="5327650" y="1228725"/>
            <a:ext cx="3790950" cy="369888"/>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wrap="none">
            <a:spAutoFit/>
          </a:bodyPr>
          <a:lstStyle>
            <a:lvl1pPr eaLnBrk="0" hangingPunct="0">
              <a:defRPr sz="2400">
                <a:solidFill>
                  <a:schemeClr val="tx1"/>
                </a:solidFill>
                <a:latin typeface="Arial" pitchFamily="34" charset="0"/>
                <a:ea typeface="ＭＳ Ｐゴシック" pitchFamily="34" charset="-128"/>
              </a:defRPr>
            </a:lvl1pPr>
            <a:lvl2pPr marL="742950" indent="-285750" eaLnBrk="0" hangingPunct="0">
              <a:defRPr sz="2400">
                <a:solidFill>
                  <a:schemeClr val="tx1"/>
                </a:solidFill>
                <a:latin typeface="Arial" pitchFamily="34" charset="0"/>
                <a:ea typeface="ＭＳ Ｐゴシック" pitchFamily="34" charset="-128"/>
              </a:defRPr>
            </a:lvl2pPr>
            <a:lvl3pPr marL="1143000" indent="-228600" eaLnBrk="0" hangingPunct="0">
              <a:defRPr sz="2400">
                <a:solidFill>
                  <a:schemeClr val="tx1"/>
                </a:solidFill>
                <a:latin typeface="Arial" pitchFamily="34" charset="0"/>
                <a:ea typeface="ＭＳ Ｐゴシック" pitchFamily="34" charset="-128"/>
              </a:defRPr>
            </a:lvl3pPr>
            <a:lvl4pPr marL="1600200" indent="-228600" eaLnBrk="0" hangingPunct="0">
              <a:defRPr sz="2400">
                <a:solidFill>
                  <a:schemeClr val="tx1"/>
                </a:solidFill>
                <a:latin typeface="Arial" pitchFamily="34" charset="0"/>
                <a:ea typeface="ＭＳ Ｐゴシック" pitchFamily="34" charset="-128"/>
              </a:defRPr>
            </a:lvl4pPr>
            <a:lvl5pPr marL="2057400" indent="-228600" eaLnBrk="0" hangingPunct="0">
              <a:defRPr sz="2400">
                <a:solidFill>
                  <a:schemeClr val="tx1"/>
                </a:solidFill>
                <a:latin typeface="Arial" pitchFamily="34" charset="0"/>
                <a:ea typeface="ＭＳ Ｐゴシック" pitchFamily="34" charset="-128"/>
              </a:defRPr>
            </a:lvl5pPr>
            <a:lvl6pPr marL="2514600" indent="-228600" defTabSz="457200" eaLnBrk="0" fontAlgn="base" hangingPunct="0">
              <a:spcBef>
                <a:spcPct val="0"/>
              </a:spcBef>
              <a:spcAft>
                <a:spcPct val="0"/>
              </a:spcAft>
              <a:defRPr sz="2400">
                <a:solidFill>
                  <a:schemeClr val="tx1"/>
                </a:solidFill>
                <a:latin typeface="Arial" pitchFamily="34" charset="0"/>
                <a:ea typeface="ＭＳ Ｐゴシック" pitchFamily="34" charset="-128"/>
              </a:defRPr>
            </a:lvl6pPr>
            <a:lvl7pPr marL="2971800" indent="-228600" defTabSz="457200" eaLnBrk="0" fontAlgn="base" hangingPunct="0">
              <a:spcBef>
                <a:spcPct val="0"/>
              </a:spcBef>
              <a:spcAft>
                <a:spcPct val="0"/>
              </a:spcAft>
              <a:defRPr sz="2400">
                <a:solidFill>
                  <a:schemeClr val="tx1"/>
                </a:solidFill>
                <a:latin typeface="Arial" pitchFamily="34" charset="0"/>
                <a:ea typeface="ＭＳ Ｐゴシック" pitchFamily="34" charset="-128"/>
              </a:defRPr>
            </a:lvl7pPr>
            <a:lvl8pPr marL="3429000" indent="-228600" defTabSz="457200" eaLnBrk="0" fontAlgn="base" hangingPunct="0">
              <a:spcBef>
                <a:spcPct val="0"/>
              </a:spcBef>
              <a:spcAft>
                <a:spcPct val="0"/>
              </a:spcAft>
              <a:defRPr sz="2400">
                <a:solidFill>
                  <a:schemeClr val="tx1"/>
                </a:solidFill>
                <a:latin typeface="Arial" pitchFamily="34" charset="0"/>
                <a:ea typeface="ＭＳ Ｐゴシック" pitchFamily="34" charset="-128"/>
              </a:defRPr>
            </a:lvl8pPr>
            <a:lvl9pPr marL="3886200" indent="-228600" defTabSz="457200" eaLnBrk="0" fontAlgn="base" hangingPunct="0">
              <a:spcBef>
                <a:spcPct val="0"/>
              </a:spcBef>
              <a:spcAft>
                <a:spcPct val="0"/>
              </a:spcAft>
              <a:defRPr sz="2400">
                <a:solidFill>
                  <a:schemeClr val="tx1"/>
                </a:solidFill>
                <a:latin typeface="Arial" pitchFamily="34" charset="0"/>
                <a:ea typeface="ＭＳ Ｐゴシック" pitchFamily="34" charset="-128"/>
              </a:defRPr>
            </a:lvl9pPr>
          </a:lstStyle>
          <a:p>
            <a:pPr eaLnBrk="1" hangingPunct="1"/>
            <a:r>
              <a:rPr lang="en-US" altLang="en-US" sz="1800"/>
              <a:t>(function of the parameters            )</a:t>
            </a:r>
          </a:p>
        </p:txBody>
      </p:sp>
      <p:pic>
        <p:nvPicPr>
          <p:cNvPr id="53256" name="Picture 8"/>
          <p:cNvPicPr>
            <a:picLocks noChangeAspect="1"/>
          </p:cNvPicPr>
          <p:nvPr>
            <p:custDataLst>
              <p:tags r:id="rId4"/>
            </p:custDataLst>
          </p:nvPr>
        </p:nvPicPr>
        <p:blipFill>
          <a:blip r:embed="rId11">
            <a:extLst>
              <a:ext uri="{28A0092B-C50C-407E-A947-70E740481C1C}">
                <a14:useLocalDpi xmlns:a14="http://schemas.microsoft.com/office/drawing/2010/main" val="0"/>
              </a:ext>
            </a:extLst>
          </a:blip>
          <a:srcRect/>
          <a:stretch>
            <a:fillRect/>
          </a:stretch>
        </p:blipFill>
        <p:spPr bwMode="auto">
          <a:xfrm>
            <a:off x="8080375" y="1346200"/>
            <a:ext cx="515938" cy="292100"/>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pic>
    </p:spTree>
    <p:extLst>
      <p:ext uri="{BB962C8B-B14F-4D97-AF65-F5344CB8AC3E}">
        <p14:creationId xmlns:p14="http://schemas.microsoft.com/office/powerpoint/2010/main" val="2068021539"/>
      </p:ext>
    </p:extLst>
  </p:cSld>
  <p:clrMapOvr>
    <a:masterClrMapping/>
  </p:clrMapOvr>
  <p:transition spd="slow"/>
</p:sld>
</file>

<file path=ppt/slides/slide23.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pic>
        <p:nvPicPr>
          <p:cNvPr id="54273" name="Picture 2"/>
          <p:cNvPicPr>
            <a:picLocks noChangeAspect="1" noChangeArrowheads="1"/>
          </p:cNvPicPr>
          <p:nvPr/>
        </p:nvPicPr>
        <p:blipFill>
          <a:blip r:embed="rId6">
            <a:extLst>
              <a:ext uri="{28A0092B-C50C-407E-A947-70E740481C1C}">
                <a14:useLocalDpi xmlns:a14="http://schemas.microsoft.com/office/drawing/2010/main" val="0"/>
              </a:ext>
            </a:extLst>
          </a:blip>
          <a:srcRect/>
          <a:stretch>
            <a:fillRect/>
          </a:stretch>
        </p:blipFill>
        <p:spPr bwMode="auto">
          <a:xfrm>
            <a:off x="4525963" y="1706563"/>
            <a:ext cx="4389437" cy="4389437"/>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pic>
      <p:pic>
        <p:nvPicPr>
          <p:cNvPr id="54274" name="Picture 3"/>
          <p:cNvPicPr>
            <a:picLocks noChangeAspect="1" noChangeArrowheads="1"/>
          </p:cNvPicPr>
          <p:nvPr/>
        </p:nvPicPr>
        <p:blipFill>
          <a:blip r:embed="rId7">
            <a:extLst>
              <a:ext uri="{28A0092B-C50C-407E-A947-70E740481C1C}">
                <a14:useLocalDpi xmlns:a14="http://schemas.microsoft.com/office/drawing/2010/main" val="0"/>
              </a:ext>
            </a:extLst>
          </a:blip>
          <a:srcRect/>
          <a:stretch>
            <a:fillRect/>
          </a:stretch>
        </p:blipFill>
        <p:spPr bwMode="auto">
          <a:xfrm>
            <a:off x="228600" y="1706563"/>
            <a:ext cx="4389438" cy="4389437"/>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pic>
      <p:pic>
        <p:nvPicPr>
          <p:cNvPr id="54275" name="Picture 3"/>
          <p:cNvPicPr>
            <a:picLocks noChangeAspect="1"/>
          </p:cNvPicPr>
          <p:nvPr>
            <p:custDataLst>
              <p:tags r:id="rId1"/>
            </p:custDataLst>
          </p:nvPr>
        </p:nvPicPr>
        <p:blipFill>
          <a:blip r:embed="rId8">
            <a:extLst>
              <a:ext uri="{28A0092B-C50C-407E-A947-70E740481C1C}">
                <a14:useLocalDpi xmlns:a14="http://schemas.microsoft.com/office/drawing/2010/main" val="0"/>
              </a:ext>
            </a:extLst>
          </a:blip>
          <a:srcRect/>
          <a:stretch>
            <a:fillRect/>
          </a:stretch>
        </p:blipFill>
        <p:spPr bwMode="auto">
          <a:xfrm>
            <a:off x="2243138" y="812800"/>
            <a:ext cx="679450" cy="407988"/>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pic>
      <p:sp>
        <p:nvSpPr>
          <p:cNvPr id="54276" name="TextBox 4"/>
          <p:cNvSpPr txBox="1">
            <a:spLocks noChangeArrowheads="1"/>
          </p:cNvSpPr>
          <p:nvPr/>
        </p:nvSpPr>
        <p:spPr bwMode="auto">
          <a:xfrm>
            <a:off x="838200" y="1304925"/>
            <a:ext cx="4084638" cy="369888"/>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wrap="none">
            <a:spAutoFit/>
          </a:bodyPr>
          <a:lstStyle>
            <a:lvl1pPr eaLnBrk="0" hangingPunct="0">
              <a:defRPr sz="2400">
                <a:solidFill>
                  <a:schemeClr val="tx1"/>
                </a:solidFill>
                <a:latin typeface="Arial" pitchFamily="34" charset="0"/>
                <a:ea typeface="ＭＳ Ｐゴシック" pitchFamily="34" charset="-128"/>
              </a:defRPr>
            </a:lvl1pPr>
            <a:lvl2pPr marL="742950" indent="-285750" eaLnBrk="0" hangingPunct="0">
              <a:defRPr sz="2400">
                <a:solidFill>
                  <a:schemeClr val="tx1"/>
                </a:solidFill>
                <a:latin typeface="Arial" pitchFamily="34" charset="0"/>
                <a:ea typeface="ＭＳ Ｐゴシック" pitchFamily="34" charset="-128"/>
              </a:defRPr>
            </a:lvl2pPr>
            <a:lvl3pPr marL="1143000" indent="-228600" eaLnBrk="0" hangingPunct="0">
              <a:defRPr sz="2400">
                <a:solidFill>
                  <a:schemeClr val="tx1"/>
                </a:solidFill>
                <a:latin typeface="Arial" pitchFamily="34" charset="0"/>
                <a:ea typeface="ＭＳ Ｐゴシック" pitchFamily="34" charset="-128"/>
              </a:defRPr>
            </a:lvl3pPr>
            <a:lvl4pPr marL="1600200" indent="-228600" eaLnBrk="0" hangingPunct="0">
              <a:defRPr sz="2400">
                <a:solidFill>
                  <a:schemeClr val="tx1"/>
                </a:solidFill>
                <a:latin typeface="Arial" pitchFamily="34" charset="0"/>
                <a:ea typeface="ＭＳ Ｐゴシック" pitchFamily="34" charset="-128"/>
              </a:defRPr>
            </a:lvl4pPr>
            <a:lvl5pPr marL="2057400" indent="-228600" eaLnBrk="0" hangingPunct="0">
              <a:defRPr sz="2400">
                <a:solidFill>
                  <a:schemeClr val="tx1"/>
                </a:solidFill>
                <a:latin typeface="Arial" pitchFamily="34" charset="0"/>
                <a:ea typeface="ＭＳ Ｐゴシック" pitchFamily="34" charset="-128"/>
              </a:defRPr>
            </a:lvl5pPr>
            <a:lvl6pPr marL="2514600" indent="-228600" defTabSz="457200" eaLnBrk="0" fontAlgn="base" hangingPunct="0">
              <a:spcBef>
                <a:spcPct val="0"/>
              </a:spcBef>
              <a:spcAft>
                <a:spcPct val="0"/>
              </a:spcAft>
              <a:defRPr sz="2400">
                <a:solidFill>
                  <a:schemeClr val="tx1"/>
                </a:solidFill>
                <a:latin typeface="Arial" pitchFamily="34" charset="0"/>
                <a:ea typeface="ＭＳ Ｐゴシック" pitchFamily="34" charset="-128"/>
              </a:defRPr>
            </a:lvl6pPr>
            <a:lvl7pPr marL="2971800" indent="-228600" defTabSz="457200" eaLnBrk="0" fontAlgn="base" hangingPunct="0">
              <a:spcBef>
                <a:spcPct val="0"/>
              </a:spcBef>
              <a:spcAft>
                <a:spcPct val="0"/>
              </a:spcAft>
              <a:defRPr sz="2400">
                <a:solidFill>
                  <a:schemeClr val="tx1"/>
                </a:solidFill>
                <a:latin typeface="Arial" pitchFamily="34" charset="0"/>
                <a:ea typeface="ＭＳ Ｐゴシック" pitchFamily="34" charset="-128"/>
              </a:defRPr>
            </a:lvl7pPr>
            <a:lvl8pPr marL="3429000" indent="-228600" defTabSz="457200" eaLnBrk="0" fontAlgn="base" hangingPunct="0">
              <a:spcBef>
                <a:spcPct val="0"/>
              </a:spcBef>
              <a:spcAft>
                <a:spcPct val="0"/>
              </a:spcAft>
              <a:defRPr sz="2400">
                <a:solidFill>
                  <a:schemeClr val="tx1"/>
                </a:solidFill>
                <a:latin typeface="Arial" pitchFamily="34" charset="0"/>
                <a:ea typeface="ＭＳ Ｐゴシック" pitchFamily="34" charset="-128"/>
              </a:defRPr>
            </a:lvl8pPr>
            <a:lvl9pPr marL="3886200" indent="-228600" defTabSz="457200" eaLnBrk="0" fontAlgn="base" hangingPunct="0">
              <a:spcBef>
                <a:spcPct val="0"/>
              </a:spcBef>
              <a:spcAft>
                <a:spcPct val="0"/>
              </a:spcAft>
              <a:defRPr sz="2400">
                <a:solidFill>
                  <a:schemeClr val="tx1"/>
                </a:solidFill>
                <a:latin typeface="Arial" pitchFamily="34" charset="0"/>
                <a:ea typeface="ＭＳ Ｐゴシック" pitchFamily="34" charset="-128"/>
              </a:defRPr>
            </a:lvl9pPr>
          </a:lstStyle>
          <a:p>
            <a:pPr eaLnBrk="1" hangingPunct="1"/>
            <a:r>
              <a:rPr lang="en-US" altLang="en-US" sz="1800"/>
              <a:t>(for fixed           , this is a function of x)</a:t>
            </a:r>
          </a:p>
        </p:txBody>
      </p:sp>
      <p:pic>
        <p:nvPicPr>
          <p:cNvPr id="54277" name="Picture 5"/>
          <p:cNvPicPr>
            <a:picLocks noChangeAspect="1"/>
          </p:cNvPicPr>
          <p:nvPr>
            <p:custDataLst>
              <p:tags r:id="rId2"/>
            </p:custDataLst>
          </p:nvPr>
        </p:nvPicPr>
        <p:blipFill>
          <a:blip r:embed="rId9">
            <a:extLst>
              <a:ext uri="{28A0092B-C50C-407E-A947-70E740481C1C}">
                <a14:useLocalDpi xmlns:a14="http://schemas.microsoft.com/office/drawing/2010/main" val="0"/>
              </a:ext>
            </a:extLst>
          </a:blip>
          <a:srcRect/>
          <a:stretch>
            <a:fillRect/>
          </a:stretch>
        </p:blipFill>
        <p:spPr bwMode="auto">
          <a:xfrm>
            <a:off x="1819275" y="1422400"/>
            <a:ext cx="519113" cy="296863"/>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pic>
      <p:pic>
        <p:nvPicPr>
          <p:cNvPr id="54278" name="Picture 6"/>
          <p:cNvPicPr>
            <a:picLocks noChangeAspect="1"/>
          </p:cNvPicPr>
          <p:nvPr>
            <p:custDataLst>
              <p:tags r:id="rId3"/>
            </p:custDataLst>
          </p:nvPr>
        </p:nvPicPr>
        <p:blipFill>
          <a:blip r:embed="rId10" cstate="print">
            <a:extLst>
              <a:ext uri="{28A0092B-C50C-407E-A947-70E740481C1C}">
                <a14:useLocalDpi xmlns:a14="http://schemas.microsoft.com/office/drawing/2010/main" val="0"/>
              </a:ext>
            </a:extLst>
          </a:blip>
          <a:srcRect/>
          <a:stretch>
            <a:fillRect/>
          </a:stretch>
        </p:blipFill>
        <p:spPr bwMode="auto">
          <a:xfrm>
            <a:off x="6550025" y="812800"/>
            <a:ext cx="1077913" cy="407988"/>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pic>
      <p:sp>
        <p:nvSpPr>
          <p:cNvPr id="54279" name="TextBox 7"/>
          <p:cNvSpPr txBox="1">
            <a:spLocks noChangeArrowheads="1"/>
          </p:cNvSpPr>
          <p:nvPr/>
        </p:nvSpPr>
        <p:spPr bwMode="auto">
          <a:xfrm>
            <a:off x="5327650" y="1304925"/>
            <a:ext cx="3790950" cy="369888"/>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wrap="none">
            <a:spAutoFit/>
          </a:bodyPr>
          <a:lstStyle>
            <a:lvl1pPr eaLnBrk="0" hangingPunct="0">
              <a:defRPr sz="2400">
                <a:solidFill>
                  <a:schemeClr val="tx1"/>
                </a:solidFill>
                <a:latin typeface="Arial" pitchFamily="34" charset="0"/>
                <a:ea typeface="ＭＳ Ｐゴシック" pitchFamily="34" charset="-128"/>
              </a:defRPr>
            </a:lvl1pPr>
            <a:lvl2pPr marL="742950" indent="-285750" eaLnBrk="0" hangingPunct="0">
              <a:defRPr sz="2400">
                <a:solidFill>
                  <a:schemeClr val="tx1"/>
                </a:solidFill>
                <a:latin typeface="Arial" pitchFamily="34" charset="0"/>
                <a:ea typeface="ＭＳ Ｐゴシック" pitchFamily="34" charset="-128"/>
              </a:defRPr>
            </a:lvl2pPr>
            <a:lvl3pPr marL="1143000" indent="-228600" eaLnBrk="0" hangingPunct="0">
              <a:defRPr sz="2400">
                <a:solidFill>
                  <a:schemeClr val="tx1"/>
                </a:solidFill>
                <a:latin typeface="Arial" pitchFamily="34" charset="0"/>
                <a:ea typeface="ＭＳ Ｐゴシック" pitchFamily="34" charset="-128"/>
              </a:defRPr>
            </a:lvl3pPr>
            <a:lvl4pPr marL="1600200" indent="-228600" eaLnBrk="0" hangingPunct="0">
              <a:defRPr sz="2400">
                <a:solidFill>
                  <a:schemeClr val="tx1"/>
                </a:solidFill>
                <a:latin typeface="Arial" pitchFamily="34" charset="0"/>
                <a:ea typeface="ＭＳ Ｐゴシック" pitchFamily="34" charset="-128"/>
              </a:defRPr>
            </a:lvl4pPr>
            <a:lvl5pPr marL="2057400" indent="-228600" eaLnBrk="0" hangingPunct="0">
              <a:defRPr sz="2400">
                <a:solidFill>
                  <a:schemeClr val="tx1"/>
                </a:solidFill>
                <a:latin typeface="Arial" pitchFamily="34" charset="0"/>
                <a:ea typeface="ＭＳ Ｐゴシック" pitchFamily="34" charset="-128"/>
              </a:defRPr>
            </a:lvl5pPr>
            <a:lvl6pPr marL="2514600" indent="-228600" defTabSz="457200" eaLnBrk="0" fontAlgn="base" hangingPunct="0">
              <a:spcBef>
                <a:spcPct val="0"/>
              </a:spcBef>
              <a:spcAft>
                <a:spcPct val="0"/>
              </a:spcAft>
              <a:defRPr sz="2400">
                <a:solidFill>
                  <a:schemeClr val="tx1"/>
                </a:solidFill>
                <a:latin typeface="Arial" pitchFamily="34" charset="0"/>
                <a:ea typeface="ＭＳ Ｐゴシック" pitchFamily="34" charset="-128"/>
              </a:defRPr>
            </a:lvl6pPr>
            <a:lvl7pPr marL="2971800" indent="-228600" defTabSz="457200" eaLnBrk="0" fontAlgn="base" hangingPunct="0">
              <a:spcBef>
                <a:spcPct val="0"/>
              </a:spcBef>
              <a:spcAft>
                <a:spcPct val="0"/>
              </a:spcAft>
              <a:defRPr sz="2400">
                <a:solidFill>
                  <a:schemeClr val="tx1"/>
                </a:solidFill>
                <a:latin typeface="Arial" pitchFamily="34" charset="0"/>
                <a:ea typeface="ＭＳ Ｐゴシック" pitchFamily="34" charset="-128"/>
              </a:defRPr>
            </a:lvl7pPr>
            <a:lvl8pPr marL="3429000" indent="-228600" defTabSz="457200" eaLnBrk="0" fontAlgn="base" hangingPunct="0">
              <a:spcBef>
                <a:spcPct val="0"/>
              </a:spcBef>
              <a:spcAft>
                <a:spcPct val="0"/>
              </a:spcAft>
              <a:defRPr sz="2400">
                <a:solidFill>
                  <a:schemeClr val="tx1"/>
                </a:solidFill>
                <a:latin typeface="Arial" pitchFamily="34" charset="0"/>
                <a:ea typeface="ＭＳ Ｐゴシック" pitchFamily="34" charset="-128"/>
              </a:defRPr>
            </a:lvl8pPr>
            <a:lvl9pPr marL="3886200" indent="-228600" defTabSz="457200" eaLnBrk="0" fontAlgn="base" hangingPunct="0">
              <a:spcBef>
                <a:spcPct val="0"/>
              </a:spcBef>
              <a:spcAft>
                <a:spcPct val="0"/>
              </a:spcAft>
              <a:defRPr sz="2400">
                <a:solidFill>
                  <a:schemeClr val="tx1"/>
                </a:solidFill>
                <a:latin typeface="Arial" pitchFamily="34" charset="0"/>
                <a:ea typeface="ＭＳ Ｐゴシック" pitchFamily="34" charset="-128"/>
              </a:defRPr>
            </a:lvl9pPr>
          </a:lstStyle>
          <a:p>
            <a:pPr eaLnBrk="1" hangingPunct="1"/>
            <a:r>
              <a:rPr lang="en-US" altLang="en-US" sz="1800"/>
              <a:t>(function of the parameters            )</a:t>
            </a:r>
          </a:p>
        </p:txBody>
      </p:sp>
      <p:pic>
        <p:nvPicPr>
          <p:cNvPr id="54280" name="Picture 8"/>
          <p:cNvPicPr>
            <a:picLocks noChangeAspect="1"/>
          </p:cNvPicPr>
          <p:nvPr>
            <p:custDataLst>
              <p:tags r:id="rId4"/>
            </p:custDataLst>
          </p:nvPr>
        </p:nvPicPr>
        <p:blipFill>
          <a:blip r:embed="rId11">
            <a:extLst>
              <a:ext uri="{28A0092B-C50C-407E-A947-70E740481C1C}">
                <a14:useLocalDpi xmlns:a14="http://schemas.microsoft.com/office/drawing/2010/main" val="0"/>
              </a:ext>
            </a:extLst>
          </a:blip>
          <a:srcRect/>
          <a:stretch>
            <a:fillRect/>
          </a:stretch>
        </p:blipFill>
        <p:spPr bwMode="auto">
          <a:xfrm>
            <a:off x="8080375" y="1422400"/>
            <a:ext cx="515938" cy="292100"/>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pic>
    </p:spTree>
    <p:extLst>
      <p:ext uri="{BB962C8B-B14F-4D97-AF65-F5344CB8AC3E}">
        <p14:creationId xmlns:p14="http://schemas.microsoft.com/office/powerpoint/2010/main" val="821547335"/>
      </p:ext>
    </p:extLst>
  </p:cSld>
  <p:clrMapOvr>
    <a:masterClrMapping/>
  </p:clrMapOvr>
  <p:transition spd="slow"/>
</p:sld>
</file>

<file path=ppt/slides/slide24.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pic>
        <p:nvPicPr>
          <p:cNvPr id="55297" name="Picture 2"/>
          <p:cNvPicPr>
            <a:picLocks noChangeAspect="1" noChangeArrowheads="1"/>
          </p:cNvPicPr>
          <p:nvPr/>
        </p:nvPicPr>
        <p:blipFill>
          <a:blip r:embed="rId6">
            <a:extLst>
              <a:ext uri="{28A0092B-C50C-407E-A947-70E740481C1C}">
                <a14:useLocalDpi xmlns:a14="http://schemas.microsoft.com/office/drawing/2010/main" val="0"/>
              </a:ext>
            </a:extLst>
          </a:blip>
          <a:srcRect/>
          <a:stretch>
            <a:fillRect/>
          </a:stretch>
        </p:blipFill>
        <p:spPr bwMode="auto">
          <a:xfrm>
            <a:off x="4525963" y="1630363"/>
            <a:ext cx="4389437" cy="4389437"/>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pic>
      <p:pic>
        <p:nvPicPr>
          <p:cNvPr id="55298" name="Picture 3"/>
          <p:cNvPicPr>
            <a:picLocks noChangeAspect="1" noChangeArrowheads="1"/>
          </p:cNvPicPr>
          <p:nvPr/>
        </p:nvPicPr>
        <p:blipFill>
          <a:blip r:embed="rId7">
            <a:extLst>
              <a:ext uri="{28A0092B-C50C-407E-A947-70E740481C1C}">
                <a14:useLocalDpi xmlns:a14="http://schemas.microsoft.com/office/drawing/2010/main" val="0"/>
              </a:ext>
            </a:extLst>
          </a:blip>
          <a:srcRect/>
          <a:stretch>
            <a:fillRect/>
          </a:stretch>
        </p:blipFill>
        <p:spPr bwMode="auto">
          <a:xfrm>
            <a:off x="228600" y="1630363"/>
            <a:ext cx="4389438" cy="4389437"/>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pic>
      <p:pic>
        <p:nvPicPr>
          <p:cNvPr id="55299" name="Picture 3"/>
          <p:cNvPicPr>
            <a:picLocks noChangeAspect="1"/>
          </p:cNvPicPr>
          <p:nvPr>
            <p:custDataLst>
              <p:tags r:id="rId1"/>
            </p:custDataLst>
          </p:nvPr>
        </p:nvPicPr>
        <p:blipFill>
          <a:blip r:embed="rId8">
            <a:extLst>
              <a:ext uri="{28A0092B-C50C-407E-A947-70E740481C1C}">
                <a14:useLocalDpi xmlns:a14="http://schemas.microsoft.com/office/drawing/2010/main" val="0"/>
              </a:ext>
            </a:extLst>
          </a:blip>
          <a:srcRect/>
          <a:stretch>
            <a:fillRect/>
          </a:stretch>
        </p:blipFill>
        <p:spPr bwMode="auto">
          <a:xfrm>
            <a:off x="2243138" y="736600"/>
            <a:ext cx="679450" cy="407988"/>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pic>
      <p:sp>
        <p:nvSpPr>
          <p:cNvPr id="55300" name="TextBox 4"/>
          <p:cNvSpPr txBox="1">
            <a:spLocks noChangeArrowheads="1"/>
          </p:cNvSpPr>
          <p:nvPr/>
        </p:nvSpPr>
        <p:spPr bwMode="auto">
          <a:xfrm>
            <a:off x="838200" y="1228725"/>
            <a:ext cx="4084638" cy="369888"/>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wrap="none">
            <a:spAutoFit/>
          </a:bodyPr>
          <a:lstStyle>
            <a:lvl1pPr eaLnBrk="0" hangingPunct="0">
              <a:defRPr sz="2400">
                <a:solidFill>
                  <a:schemeClr val="tx1"/>
                </a:solidFill>
                <a:latin typeface="Arial" pitchFamily="34" charset="0"/>
                <a:ea typeface="ＭＳ Ｐゴシック" pitchFamily="34" charset="-128"/>
              </a:defRPr>
            </a:lvl1pPr>
            <a:lvl2pPr marL="742950" indent="-285750" eaLnBrk="0" hangingPunct="0">
              <a:defRPr sz="2400">
                <a:solidFill>
                  <a:schemeClr val="tx1"/>
                </a:solidFill>
                <a:latin typeface="Arial" pitchFamily="34" charset="0"/>
                <a:ea typeface="ＭＳ Ｐゴシック" pitchFamily="34" charset="-128"/>
              </a:defRPr>
            </a:lvl2pPr>
            <a:lvl3pPr marL="1143000" indent="-228600" eaLnBrk="0" hangingPunct="0">
              <a:defRPr sz="2400">
                <a:solidFill>
                  <a:schemeClr val="tx1"/>
                </a:solidFill>
                <a:latin typeface="Arial" pitchFamily="34" charset="0"/>
                <a:ea typeface="ＭＳ Ｐゴシック" pitchFamily="34" charset="-128"/>
              </a:defRPr>
            </a:lvl3pPr>
            <a:lvl4pPr marL="1600200" indent="-228600" eaLnBrk="0" hangingPunct="0">
              <a:defRPr sz="2400">
                <a:solidFill>
                  <a:schemeClr val="tx1"/>
                </a:solidFill>
                <a:latin typeface="Arial" pitchFamily="34" charset="0"/>
                <a:ea typeface="ＭＳ Ｐゴシック" pitchFamily="34" charset="-128"/>
              </a:defRPr>
            </a:lvl4pPr>
            <a:lvl5pPr marL="2057400" indent="-228600" eaLnBrk="0" hangingPunct="0">
              <a:defRPr sz="2400">
                <a:solidFill>
                  <a:schemeClr val="tx1"/>
                </a:solidFill>
                <a:latin typeface="Arial" pitchFamily="34" charset="0"/>
                <a:ea typeface="ＭＳ Ｐゴシック" pitchFamily="34" charset="-128"/>
              </a:defRPr>
            </a:lvl5pPr>
            <a:lvl6pPr marL="2514600" indent="-228600" defTabSz="457200" eaLnBrk="0" fontAlgn="base" hangingPunct="0">
              <a:spcBef>
                <a:spcPct val="0"/>
              </a:spcBef>
              <a:spcAft>
                <a:spcPct val="0"/>
              </a:spcAft>
              <a:defRPr sz="2400">
                <a:solidFill>
                  <a:schemeClr val="tx1"/>
                </a:solidFill>
                <a:latin typeface="Arial" pitchFamily="34" charset="0"/>
                <a:ea typeface="ＭＳ Ｐゴシック" pitchFamily="34" charset="-128"/>
              </a:defRPr>
            </a:lvl6pPr>
            <a:lvl7pPr marL="2971800" indent="-228600" defTabSz="457200" eaLnBrk="0" fontAlgn="base" hangingPunct="0">
              <a:spcBef>
                <a:spcPct val="0"/>
              </a:spcBef>
              <a:spcAft>
                <a:spcPct val="0"/>
              </a:spcAft>
              <a:defRPr sz="2400">
                <a:solidFill>
                  <a:schemeClr val="tx1"/>
                </a:solidFill>
                <a:latin typeface="Arial" pitchFamily="34" charset="0"/>
                <a:ea typeface="ＭＳ Ｐゴシック" pitchFamily="34" charset="-128"/>
              </a:defRPr>
            </a:lvl7pPr>
            <a:lvl8pPr marL="3429000" indent="-228600" defTabSz="457200" eaLnBrk="0" fontAlgn="base" hangingPunct="0">
              <a:spcBef>
                <a:spcPct val="0"/>
              </a:spcBef>
              <a:spcAft>
                <a:spcPct val="0"/>
              </a:spcAft>
              <a:defRPr sz="2400">
                <a:solidFill>
                  <a:schemeClr val="tx1"/>
                </a:solidFill>
                <a:latin typeface="Arial" pitchFamily="34" charset="0"/>
                <a:ea typeface="ＭＳ Ｐゴシック" pitchFamily="34" charset="-128"/>
              </a:defRPr>
            </a:lvl8pPr>
            <a:lvl9pPr marL="3886200" indent="-228600" defTabSz="457200" eaLnBrk="0" fontAlgn="base" hangingPunct="0">
              <a:spcBef>
                <a:spcPct val="0"/>
              </a:spcBef>
              <a:spcAft>
                <a:spcPct val="0"/>
              </a:spcAft>
              <a:defRPr sz="2400">
                <a:solidFill>
                  <a:schemeClr val="tx1"/>
                </a:solidFill>
                <a:latin typeface="Arial" pitchFamily="34" charset="0"/>
                <a:ea typeface="ＭＳ Ｐゴシック" pitchFamily="34" charset="-128"/>
              </a:defRPr>
            </a:lvl9pPr>
          </a:lstStyle>
          <a:p>
            <a:pPr eaLnBrk="1" hangingPunct="1"/>
            <a:r>
              <a:rPr lang="en-US" altLang="en-US" sz="1800"/>
              <a:t>(for fixed           , this is a function of x)</a:t>
            </a:r>
          </a:p>
        </p:txBody>
      </p:sp>
      <p:pic>
        <p:nvPicPr>
          <p:cNvPr id="55301" name="Picture 5"/>
          <p:cNvPicPr>
            <a:picLocks noChangeAspect="1"/>
          </p:cNvPicPr>
          <p:nvPr>
            <p:custDataLst>
              <p:tags r:id="rId2"/>
            </p:custDataLst>
          </p:nvPr>
        </p:nvPicPr>
        <p:blipFill>
          <a:blip r:embed="rId9">
            <a:extLst>
              <a:ext uri="{28A0092B-C50C-407E-A947-70E740481C1C}">
                <a14:useLocalDpi xmlns:a14="http://schemas.microsoft.com/office/drawing/2010/main" val="0"/>
              </a:ext>
            </a:extLst>
          </a:blip>
          <a:srcRect/>
          <a:stretch>
            <a:fillRect/>
          </a:stretch>
        </p:blipFill>
        <p:spPr bwMode="auto">
          <a:xfrm>
            <a:off x="1819275" y="1346200"/>
            <a:ext cx="519113" cy="296863"/>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pic>
      <p:pic>
        <p:nvPicPr>
          <p:cNvPr id="55302" name="Picture 6"/>
          <p:cNvPicPr>
            <a:picLocks noChangeAspect="1"/>
          </p:cNvPicPr>
          <p:nvPr>
            <p:custDataLst>
              <p:tags r:id="rId3"/>
            </p:custDataLst>
          </p:nvPr>
        </p:nvPicPr>
        <p:blipFill>
          <a:blip r:embed="rId10" cstate="print">
            <a:extLst>
              <a:ext uri="{28A0092B-C50C-407E-A947-70E740481C1C}">
                <a14:useLocalDpi xmlns:a14="http://schemas.microsoft.com/office/drawing/2010/main" val="0"/>
              </a:ext>
            </a:extLst>
          </a:blip>
          <a:srcRect/>
          <a:stretch>
            <a:fillRect/>
          </a:stretch>
        </p:blipFill>
        <p:spPr bwMode="auto">
          <a:xfrm>
            <a:off x="6550025" y="736600"/>
            <a:ext cx="1077913" cy="407988"/>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pic>
      <p:sp>
        <p:nvSpPr>
          <p:cNvPr id="55303" name="TextBox 7"/>
          <p:cNvSpPr txBox="1">
            <a:spLocks noChangeArrowheads="1"/>
          </p:cNvSpPr>
          <p:nvPr/>
        </p:nvSpPr>
        <p:spPr bwMode="auto">
          <a:xfrm>
            <a:off x="5327650" y="1228725"/>
            <a:ext cx="3790950" cy="369888"/>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wrap="none">
            <a:spAutoFit/>
          </a:bodyPr>
          <a:lstStyle>
            <a:lvl1pPr eaLnBrk="0" hangingPunct="0">
              <a:defRPr sz="2400">
                <a:solidFill>
                  <a:schemeClr val="tx1"/>
                </a:solidFill>
                <a:latin typeface="Arial" pitchFamily="34" charset="0"/>
                <a:ea typeface="ＭＳ Ｐゴシック" pitchFamily="34" charset="-128"/>
              </a:defRPr>
            </a:lvl1pPr>
            <a:lvl2pPr marL="742950" indent="-285750" eaLnBrk="0" hangingPunct="0">
              <a:defRPr sz="2400">
                <a:solidFill>
                  <a:schemeClr val="tx1"/>
                </a:solidFill>
                <a:latin typeface="Arial" pitchFamily="34" charset="0"/>
                <a:ea typeface="ＭＳ Ｐゴシック" pitchFamily="34" charset="-128"/>
              </a:defRPr>
            </a:lvl2pPr>
            <a:lvl3pPr marL="1143000" indent="-228600" eaLnBrk="0" hangingPunct="0">
              <a:defRPr sz="2400">
                <a:solidFill>
                  <a:schemeClr val="tx1"/>
                </a:solidFill>
                <a:latin typeface="Arial" pitchFamily="34" charset="0"/>
                <a:ea typeface="ＭＳ Ｐゴシック" pitchFamily="34" charset="-128"/>
              </a:defRPr>
            </a:lvl3pPr>
            <a:lvl4pPr marL="1600200" indent="-228600" eaLnBrk="0" hangingPunct="0">
              <a:defRPr sz="2400">
                <a:solidFill>
                  <a:schemeClr val="tx1"/>
                </a:solidFill>
                <a:latin typeface="Arial" pitchFamily="34" charset="0"/>
                <a:ea typeface="ＭＳ Ｐゴシック" pitchFamily="34" charset="-128"/>
              </a:defRPr>
            </a:lvl4pPr>
            <a:lvl5pPr marL="2057400" indent="-228600" eaLnBrk="0" hangingPunct="0">
              <a:defRPr sz="2400">
                <a:solidFill>
                  <a:schemeClr val="tx1"/>
                </a:solidFill>
                <a:latin typeface="Arial" pitchFamily="34" charset="0"/>
                <a:ea typeface="ＭＳ Ｐゴシック" pitchFamily="34" charset="-128"/>
              </a:defRPr>
            </a:lvl5pPr>
            <a:lvl6pPr marL="2514600" indent="-228600" defTabSz="457200" eaLnBrk="0" fontAlgn="base" hangingPunct="0">
              <a:spcBef>
                <a:spcPct val="0"/>
              </a:spcBef>
              <a:spcAft>
                <a:spcPct val="0"/>
              </a:spcAft>
              <a:defRPr sz="2400">
                <a:solidFill>
                  <a:schemeClr val="tx1"/>
                </a:solidFill>
                <a:latin typeface="Arial" pitchFamily="34" charset="0"/>
                <a:ea typeface="ＭＳ Ｐゴシック" pitchFamily="34" charset="-128"/>
              </a:defRPr>
            </a:lvl6pPr>
            <a:lvl7pPr marL="2971800" indent="-228600" defTabSz="457200" eaLnBrk="0" fontAlgn="base" hangingPunct="0">
              <a:spcBef>
                <a:spcPct val="0"/>
              </a:spcBef>
              <a:spcAft>
                <a:spcPct val="0"/>
              </a:spcAft>
              <a:defRPr sz="2400">
                <a:solidFill>
                  <a:schemeClr val="tx1"/>
                </a:solidFill>
                <a:latin typeface="Arial" pitchFamily="34" charset="0"/>
                <a:ea typeface="ＭＳ Ｐゴシック" pitchFamily="34" charset="-128"/>
              </a:defRPr>
            </a:lvl7pPr>
            <a:lvl8pPr marL="3429000" indent="-228600" defTabSz="457200" eaLnBrk="0" fontAlgn="base" hangingPunct="0">
              <a:spcBef>
                <a:spcPct val="0"/>
              </a:spcBef>
              <a:spcAft>
                <a:spcPct val="0"/>
              </a:spcAft>
              <a:defRPr sz="2400">
                <a:solidFill>
                  <a:schemeClr val="tx1"/>
                </a:solidFill>
                <a:latin typeface="Arial" pitchFamily="34" charset="0"/>
                <a:ea typeface="ＭＳ Ｐゴシック" pitchFamily="34" charset="-128"/>
              </a:defRPr>
            </a:lvl8pPr>
            <a:lvl9pPr marL="3886200" indent="-228600" defTabSz="457200" eaLnBrk="0" fontAlgn="base" hangingPunct="0">
              <a:spcBef>
                <a:spcPct val="0"/>
              </a:spcBef>
              <a:spcAft>
                <a:spcPct val="0"/>
              </a:spcAft>
              <a:defRPr sz="2400">
                <a:solidFill>
                  <a:schemeClr val="tx1"/>
                </a:solidFill>
                <a:latin typeface="Arial" pitchFamily="34" charset="0"/>
                <a:ea typeface="ＭＳ Ｐゴシック" pitchFamily="34" charset="-128"/>
              </a:defRPr>
            </a:lvl9pPr>
          </a:lstStyle>
          <a:p>
            <a:pPr eaLnBrk="1" hangingPunct="1"/>
            <a:r>
              <a:rPr lang="en-US" altLang="en-US" sz="1800"/>
              <a:t>(function of the parameters            )</a:t>
            </a:r>
          </a:p>
        </p:txBody>
      </p:sp>
      <p:pic>
        <p:nvPicPr>
          <p:cNvPr id="55304" name="Picture 8"/>
          <p:cNvPicPr>
            <a:picLocks noChangeAspect="1"/>
          </p:cNvPicPr>
          <p:nvPr>
            <p:custDataLst>
              <p:tags r:id="rId4"/>
            </p:custDataLst>
          </p:nvPr>
        </p:nvPicPr>
        <p:blipFill>
          <a:blip r:embed="rId11">
            <a:extLst>
              <a:ext uri="{28A0092B-C50C-407E-A947-70E740481C1C}">
                <a14:useLocalDpi xmlns:a14="http://schemas.microsoft.com/office/drawing/2010/main" val="0"/>
              </a:ext>
            </a:extLst>
          </a:blip>
          <a:srcRect/>
          <a:stretch>
            <a:fillRect/>
          </a:stretch>
        </p:blipFill>
        <p:spPr bwMode="auto">
          <a:xfrm>
            <a:off x="8080375" y="1346200"/>
            <a:ext cx="515938" cy="292100"/>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pic>
    </p:spTree>
    <p:extLst>
      <p:ext uri="{BB962C8B-B14F-4D97-AF65-F5344CB8AC3E}">
        <p14:creationId xmlns:p14="http://schemas.microsoft.com/office/powerpoint/2010/main" val="3401318341"/>
      </p:ext>
    </p:extLst>
  </p:cSld>
  <p:clrMapOvr>
    <a:masterClrMapping/>
  </p:clrMapOvr>
  <p:transition spd="slow"/>
</p:sld>
</file>

<file path=ppt/slides/slide25.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pic>
        <p:nvPicPr>
          <p:cNvPr id="56321" name="Picture 2"/>
          <p:cNvPicPr>
            <a:picLocks noChangeAspect="1" noChangeArrowheads="1"/>
          </p:cNvPicPr>
          <p:nvPr/>
        </p:nvPicPr>
        <p:blipFill>
          <a:blip r:embed="rId6">
            <a:extLst>
              <a:ext uri="{28A0092B-C50C-407E-A947-70E740481C1C}">
                <a14:useLocalDpi xmlns:a14="http://schemas.microsoft.com/office/drawing/2010/main" val="0"/>
              </a:ext>
            </a:extLst>
          </a:blip>
          <a:srcRect/>
          <a:stretch>
            <a:fillRect/>
          </a:stretch>
        </p:blipFill>
        <p:spPr bwMode="auto">
          <a:xfrm>
            <a:off x="4525963" y="1706563"/>
            <a:ext cx="4389437" cy="4389437"/>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pic>
      <p:pic>
        <p:nvPicPr>
          <p:cNvPr id="56322" name="Picture 3"/>
          <p:cNvPicPr>
            <a:picLocks noChangeAspect="1" noChangeArrowheads="1"/>
          </p:cNvPicPr>
          <p:nvPr/>
        </p:nvPicPr>
        <p:blipFill>
          <a:blip r:embed="rId7">
            <a:extLst>
              <a:ext uri="{28A0092B-C50C-407E-A947-70E740481C1C}">
                <a14:useLocalDpi xmlns:a14="http://schemas.microsoft.com/office/drawing/2010/main" val="0"/>
              </a:ext>
            </a:extLst>
          </a:blip>
          <a:srcRect/>
          <a:stretch>
            <a:fillRect/>
          </a:stretch>
        </p:blipFill>
        <p:spPr bwMode="auto">
          <a:xfrm>
            <a:off x="228600" y="1706563"/>
            <a:ext cx="4389438" cy="4389437"/>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pic>
      <p:pic>
        <p:nvPicPr>
          <p:cNvPr id="56323" name="Picture 3"/>
          <p:cNvPicPr>
            <a:picLocks noChangeAspect="1"/>
          </p:cNvPicPr>
          <p:nvPr>
            <p:custDataLst>
              <p:tags r:id="rId1"/>
            </p:custDataLst>
          </p:nvPr>
        </p:nvPicPr>
        <p:blipFill>
          <a:blip r:embed="rId8">
            <a:extLst>
              <a:ext uri="{28A0092B-C50C-407E-A947-70E740481C1C}">
                <a14:useLocalDpi xmlns:a14="http://schemas.microsoft.com/office/drawing/2010/main" val="0"/>
              </a:ext>
            </a:extLst>
          </a:blip>
          <a:srcRect/>
          <a:stretch>
            <a:fillRect/>
          </a:stretch>
        </p:blipFill>
        <p:spPr bwMode="auto">
          <a:xfrm>
            <a:off x="2243138" y="812800"/>
            <a:ext cx="679450" cy="407988"/>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pic>
      <p:sp>
        <p:nvSpPr>
          <p:cNvPr id="56324" name="TextBox 4"/>
          <p:cNvSpPr txBox="1">
            <a:spLocks noChangeArrowheads="1"/>
          </p:cNvSpPr>
          <p:nvPr/>
        </p:nvSpPr>
        <p:spPr bwMode="auto">
          <a:xfrm>
            <a:off x="838200" y="1304925"/>
            <a:ext cx="4084638" cy="369888"/>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wrap="none">
            <a:spAutoFit/>
          </a:bodyPr>
          <a:lstStyle>
            <a:lvl1pPr eaLnBrk="0" hangingPunct="0">
              <a:defRPr sz="2400">
                <a:solidFill>
                  <a:schemeClr val="tx1"/>
                </a:solidFill>
                <a:latin typeface="Arial" pitchFamily="34" charset="0"/>
                <a:ea typeface="ＭＳ Ｐゴシック" pitchFamily="34" charset="-128"/>
              </a:defRPr>
            </a:lvl1pPr>
            <a:lvl2pPr marL="742950" indent="-285750" eaLnBrk="0" hangingPunct="0">
              <a:defRPr sz="2400">
                <a:solidFill>
                  <a:schemeClr val="tx1"/>
                </a:solidFill>
                <a:latin typeface="Arial" pitchFamily="34" charset="0"/>
                <a:ea typeface="ＭＳ Ｐゴシック" pitchFamily="34" charset="-128"/>
              </a:defRPr>
            </a:lvl2pPr>
            <a:lvl3pPr marL="1143000" indent="-228600" eaLnBrk="0" hangingPunct="0">
              <a:defRPr sz="2400">
                <a:solidFill>
                  <a:schemeClr val="tx1"/>
                </a:solidFill>
                <a:latin typeface="Arial" pitchFamily="34" charset="0"/>
                <a:ea typeface="ＭＳ Ｐゴシック" pitchFamily="34" charset="-128"/>
              </a:defRPr>
            </a:lvl3pPr>
            <a:lvl4pPr marL="1600200" indent="-228600" eaLnBrk="0" hangingPunct="0">
              <a:defRPr sz="2400">
                <a:solidFill>
                  <a:schemeClr val="tx1"/>
                </a:solidFill>
                <a:latin typeface="Arial" pitchFamily="34" charset="0"/>
                <a:ea typeface="ＭＳ Ｐゴシック" pitchFamily="34" charset="-128"/>
              </a:defRPr>
            </a:lvl4pPr>
            <a:lvl5pPr marL="2057400" indent="-228600" eaLnBrk="0" hangingPunct="0">
              <a:defRPr sz="2400">
                <a:solidFill>
                  <a:schemeClr val="tx1"/>
                </a:solidFill>
                <a:latin typeface="Arial" pitchFamily="34" charset="0"/>
                <a:ea typeface="ＭＳ Ｐゴシック" pitchFamily="34" charset="-128"/>
              </a:defRPr>
            </a:lvl5pPr>
            <a:lvl6pPr marL="2514600" indent="-228600" defTabSz="457200" eaLnBrk="0" fontAlgn="base" hangingPunct="0">
              <a:spcBef>
                <a:spcPct val="0"/>
              </a:spcBef>
              <a:spcAft>
                <a:spcPct val="0"/>
              </a:spcAft>
              <a:defRPr sz="2400">
                <a:solidFill>
                  <a:schemeClr val="tx1"/>
                </a:solidFill>
                <a:latin typeface="Arial" pitchFamily="34" charset="0"/>
                <a:ea typeface="ＭＳ Ｐゴシック" pitchFamily="34" charset="-128"/>
              </a:defRPr>
            </a:lvl6pPr>
            <a:lvl7pPr marL="2971800" indent="-228600" defTabSz="457200" eaLnBrk="0" fontAlgn="base" hangingPunct="0">
              <a:spcBef>
                <a:spcPct val="0"/>
              </a:spcBef>
              <a:spcAft>
                <a:spcPct val="0"/>
              </a:spcAft>
              <a:defRPr sz="2400">
                <a:solidFill>
                  <a:schemeClr val="tx1"/>
                </a:solidFill>
                <a:latin typeface="Arial" pitchFamily="34" charset="0"/>
                <a:ea typeface="ＭＳ Ｐゴシック" pitchFamily="34" charset="-128"/>
              </a:defRPr>
            </a:lvl7pPr>
            <a:lvl8pPr marL="3429000" indent="-228600" defTabSz="457200" eaLnBrk="0" fontAlgn="base" hangingPunct="0">
              <a:spcBef>
                <a:spcPct val="0"/>
              </a:spcBef>
              <a:spcAft>
                <a:spcPct val="0"/>
              </a:spcAft>
              <a:defRPr sz="2400">
                <a:solidFill>
                  <a:schemeClr val="tx1"/>
                </a:solidFill>
                <a:latin typeface="Arial" pitchFamily="34" charset="0"/>
                <a:ea typeface="ＭＳ Ｐゴシック" pitchFamily="34" charset="-128"/>
              </a:defRPr>
            </a:lvl8pPr>
            <a:lvl9pPr marL="3886200" indent="-228600" defTabSz="457200" eaLnBrk="0" fontAlgn="base" hangingPunct="0">
              <a:spcBef>
                <a:spcPct val="0"/>
              </a:spcBef>
              <a:spcAft>
                <a:spcPct val="0"/>
              </a:spcAft>
              <a:defRPr sz="2400">
                <a:solidFill>
                  <a:schemeClr val="tx1"/>
                </a:solidFill>
                <a:latin typeface="Arial" pitchFamily="34" charset="0"/>
                <a:ea typeface="ＭＳ Ｐゴシック" pitchFamily="34" charset="-128"/>
              </a:defRPr>
            </a:lvl9pPr>
          </a:lstStyle>
          <a:p>
            <a:pPr eaLnBrk="1" hangingPunct="1"/>
            <a:r>
              <a:rPr lang="en-US" altLang="en-US" sz="1800"/>
              <a:t>(for fixed           , this is a function of x)</a:t>
            </a:r>
          </a:p>
        </p:txBody>
      </p:sp>
      <p:pic>
        <p:nvPicPr>
          <p:cNvPr id="56325" name="Picture 5"/>
          <p:cNvPicPr>
            <a:picLocks noChangeAspect="1"/>
          </p:cNvPicPr>
          <p:nvPr>
            <p:custDataLst>
              <p:tags r:id="rId2"/>
            </p:custDataLst>
          </p:nvPr>
        </p:nvPicPr>
        <p:blipFill>
          <a:blip r:embed="rId9">
            <a:extLst>
              <a:ext uri="{28A0092B-C50C-407E-A947-70E740481C1C}">
                <a14:useLocalDpi xmlns:a14="http://schemas.microsoft.com/office/drawing/2010/main" val="0"/>
              </a:ext>
            </a:extLst>
          </a:blip>
          <a:srcRect/>
          <a:stretch>
            <a:fillRect/>
          </a:stretch>
        </p:blipFill>
        <p:spPr bwMode="auto">
          <a:xfrm>
            <a:off x="1819275" y="1422400"/>
            <a:ext cx="519113" cy="296863"/>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pic>
      <p:pic>
        <p:nvPicPr>
          <p:cNvPr id="56326" name="Picture 6"/>
          <p:cNvPicPr>
            <a:picLocks noChangeAspect="1"/>
          </p:cNvPicPr>
          <p:nvPr>
            <p:custDataLst>
              <p:tags r:id="rId3"/>
            </p:custDataLst>
          </p:nvPr>
        </p:nvPicPr>
        <p:blipFill>
          <a:blip r:embed="rId10" cstate="print">
            <a:extLst>
              <a:ext uri="{28A0092B-C50C-407E-A947-70E740481C1C}">
                <a14:useLocalDpi xmlns:a14="http://schemas.microsoft.com/office/drawing/2010/main" val="0"/>
              </a:ext>
            </a:extLst>
          </a:blip>
          <a:srcRect/>
          <a:stretch>
            <a:fillRect/>
          </a:stretch>
        </p:blipFill>
        <p:spPr bwMode="auto">
          <a:xfrm>
            <a:off x="6550025" y="812800"/>
            <a:ext cx="1077913" cy="407988"/>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pic>
      <p:sp>
        <p:nvSpPr>
          <p:cNvPr id="56327" name="TextBox 7"/>
          <p:cNvSpPr txBox="1">
            <a:spLocks noChangeArrowheads="1"/>
          </p:cNvSpPr>
          <p:nvPr/>
        </p:nvSpPr>
        <p:spPr bwMode="auto">
          <a:xfrm>
            <a:off x="5327650" y="1304925"/>
            <a:ext cx="3790950" cy="369888"/>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wrap="none">
            <a:spAutoFit/>
          </a:bodyPr>
          <a:lstStyle>
            <a:lvl1pPr eaLnBrk="0" hangingPunct="0">
              <a:defRPr sz="2400">
                <a:solidFill>
                  <a:schemeClr val="tx1"/>
                </a:solidFill>
                <a:latin typeface="Arial" pitchFamily="34" charset="0"/>
                <a:ea typeface="ＭＳ Ｐゴシック" pitchFamily="34" charset="-128"/>
              </a:defRPr>
            </a:lvl1pPr>
            <a:lvl2pPr marL="742950" indent="-285750" eaLnBrk="0" hangingPunct="0">
              <a:defRPr sz="2400">
                <a:solidFill>
                  <a:schemeClr val="tx1"/>
                </a:solidFill>
                <a:latin typeface="Arial" pitchFamily="34" charset="0"/>
                <a:ea typeface="ＭＳ Ｐゴシック" pitchFamily="34" charset="-128"/>
              </a:defRPr>
            </a:lvl2pPr>
            <a:lvl3pPr marL="1143000" indent="-228600" eaLnBrk="0" hangingPunct="0">
              <a:defRPr sz="2400">
                <a:solidFill>
                  <a:schemeClr val="tx1"/>
                </a:solidFill>
                <a:latin typeface="Arial" pitchFamily="34" charset="0"/>
                <a:ea typeface="ＭＳ Ｐゴシック" pitchFamily="34" charset="-128"/>
              </a:defRPr>
            </a:lvl3pPr>
            <a:lvl4pPr marL="1600200" indent="-228600" eaLnBrk="0" hangingPunct="0">
              <a:defRPr sz="2400">
                <a:solidFill>
                  <a:schemeClr val="tx1"/>
                </a:solidFill>
                <a:latin typeface="Arial" pitchFamily="34" charset="0"/>
                <a:ea typeface="ＭＳ Ｐゴシック" pitchFamily="34" charset="-128"/>
              </a:defRPr>
            </a:lvl4pPr>
            <a:lvl5pPr marL="2057400" indent="-228600" eaLnBrk="0" hangingPunct="0">
              <a:defRPr sz="2400">
                <a:solidFill>
                  <a:schemeClr val="tx1"/>
                </a:solidFill>
                <a:latin typeface="Arial" pitchFamily="34" charset="0"/>
                <a:ea typeface="ＭＳ Ｐゴシック" pitchFamily="34" charset="-128"/>
              </a:defRPr>
            </a:lvl5pPr>
            <a:lvl6pPr marL="2514600" indent="-228600" defTabSz="457200" eaLnBrk="0" fontAlgn="base" hangingPunct="0">
              <a:spcBef>
                <a:spcPct val="0"/>
              </a:spcBef>
              <a:spcAft>
                <a:spcPct val="0"/>
              </a:spcAft>
              <a:defRPr sz="2400">
                <a:solidFill>
                  <a:schemeClr val="tx1"/>
                </a:solidFill>
                <a:latin typeface="Arial" pitchFamily="34" charset="0"/>
                <a:ea typeface="ＭＳ Ｐゴシック" pitchFamily="34" charset="-128"/>
              </a:defRPr>
            </a:lvl6pPr>
            <a:lvl7pPr marL="2971800" indent="-228600" defTabSz="457200" eaLnBrk="0" fontAlgn="base" hangingPunct="0">
              <a:spcBef>
                <a:spcPct val="0"/>
              </a:spcBef>
              <a:spcAft>
                <a:spcPct val="0"/>
              </a:spcAft>
              <a:defRPr sz="2400">
                <a:solidFill>
                  <a:schemeClr val="tx1"/>
                </a:solidFill>
                <a:latin typeface="Arial" pitchFamily="34" charset="0"/>
                <a:ea typeface="ＭＳ Ｐゴシック" pitchFamily="34" charset="-128"/>
              </a:defRPr>
            </a:lvl7pPr>
            <a:lvl8pPr marL="3429000" indent="-228600" defTabSz="457200" eaLnBrk="0" fontAlgn="base" hangingPunct="0">
              <a:spcBef>
                <a:spcPct val="0"/>
              </a:spcBef>
              <a:spcAft>
                <a:spcPct val="0"/>
              </a:spcAft>
              <a:defRPr sz="2400">
                <a:solidFill>
                  <a:schemeClr val="tx1"/>
                </a:solidFill>
                <a:latin typeface="Arial" pitchFamily="34" charset="0"/>
                <a:ea typeface="ＭＳ Ｐゴシック" pitchFamily="34" charset="-128"/>
              </a:defRPr>
            </a:lvl8pPr>
            <a:lvl9pPr marL="3886200" indent="-228600" defTabSz="457200" eaLnBrk="0" fontAlgn="base" hangingPunct="0">
              <a:spcBef>
                <a:spcPct val="0"/>
              </a:spcBef>
              <a:spcAft>
                <a:spcPct val="0"/>
              </a:spcAft>
              <a:defRPr sz="2400">
                <a:solidFill>
                  <a:schemeClr val="tx1"/>
                </a:solidFill>
                <a:latin typeface="Arial" pitchFamily="34" charset="0"/>
                <a:ea typeface="ＭＳ Ｐゴシック" pitchFamily="34" charset="-128"/>
              </a:defRPr>
            </a:lvl9pPr>
          </a:lstStyle>
          <a:p>
            <a:pPr eaLnBrk="1" hangingPunct="1"/>
            <a:r>
              <a:rPr lang="en-US" altLang="en-US" sz="1800"/>
              <a:t>(function of the parameters            )</a:t>
            </a:r>
          </a:p>
        </p:txBody>
      </p:sp>
      <p:pic>
        <p:nvPicPr>
          <p:cNvPr id="56328" name="Picture 8"/>
          <p:cNvPicPr>
            <a:picLocks noChangeAspect="1"/>
          </p:cNvPicPr>
          <p:nvPr>
            <p:custDataLst>
              <p:tags r:id="rId4"/>
            </p:custDataLst>
          </p:nvPr>
        </p:nvPicPr>
        <p:blipFill>
          <a:blip r:embed="rId11">
            <a:extLst>
              <a:ext uri="{28A0092B-C50C-407E-A947-70E740481C1C}">
                <a14:useLocalDpi xmlns:a14="http://schemas.microsoft.com/office/drawing/2010/main" val="0"/>
              </a:ext>
            </a:extLst>
          </a:blip>
          <a:srcRect/>
          <a:stretch>
            <a:fillRect/>
          </a:stretch>
        </p:blipFill>
        <p:spPr bwMode="auto">
          <a:xfrm>
            <a:off x="8080375" y="1422400"/>
            <a:ext cx="515938" cy="292100"/>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pic>
    </p:spTree>
    <p:extLst>
      <p:ext uri="{BB962C8B-B14F-4D97-AF65-F5344CB8AC3E}">
        <p14:creationId xmlns:p14="http://schemas.microsoft.com/office/powerpoint/2010/main" val="1558351057"/>
      </p:ext>
    </p:extLst>
  </p:cSld>
  <p:clrMapOvr>
    <a:masterClrMapping/>
  </p:clrMapOvr>
  <p:transition spd="slow"/>
</p:sld>
</file>

<file path=ppt/slides/slide26.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pic>
        <p:nvPicPr>
          <p:cNvPr id="57345" name="Picture 2"/>
          <p:cNvPicPr>
            <a:picLocks noChangeAspect="1" noChangeArrowheads="1"/>
          </p:cNvPicPr>
          <p:nvPr/>
        </p:nvPicPr>
        <p:blipFill>
          <a:blip r:embed="rId6">
            <a:extLst>
              <a:ext uri="{28A0092B-C50C-407E-A947-70E740481C1C}">
                <a14:useLocalDpi xmlns:a14="http://schemas.microsoft.com/office/drawing/2010/main" val="0"/>
              </a:ext>
            </a:extLst>
          </a:blip>
          <a:srcRect/>
          <a:stretch>
            <a:fillRect/>
          </a:stretch>
        </p:blipFill>
        <p:spPr bwMode="auto">
          <a:xfrm>
            <a:off x="4525963" y="1706563"/>
            <a:ext cx="4389437" cy="4389437"/>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pic>
      <p:pic>
        <p:nvPicPr>
          <p:cNvPr id="57346" name="Picture 3"/>
          <p:cNvPicPr>
            <a:picLocks noChangeAspect="1" noChangeArrowheads="1"/>
          </p:cNvPicPr>
          <p:nvPr/>
        </p:nvPicPr>
        <p:blipFill>
          <a:blip r:embed="rId7">
            <a:extLst>
              <a:ext uri="{28A0092B-C50C-407E-A947-70E740481C1C}">
                <a14:useLocalDpi xmlns:a14="http://schemas.microsoft.com/office/drawing/2010/main" val="0"/>
              </a:ext>
            </a:extLst>
          </a:blip>
          <a:srcRect/>
          <a:stretch>
            <a:fillRect/>
          </a:stretch>
        </p:blipFill>
        <p:spPr bwMode="auto">
          <a:xfrm>
            <a:off x="228600" y="1706563"/>
            <a:ext cx="4389438" cy="4389437"/>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pic>
      <p:pic>
        <p:nvPicPr>
          <p:cNvPr id="57347" name="Picture 3"/>
          <p:cNvPicPr>
            <a:picLocks noChangeAspect="1"/>
          </p:cNvPicPr>
          <p:nvPr>
            <p:custDataLst>
              <p:tags r:id="rId1"/>
            </p:custDataLst>
          </p:nvPr>
        </p:nvPicPr>
        <p:blipFill>
          <a:blip r:embed="rId8">
            <a:extLst>
              <a:ext uri="{28A0092B-C50C-407E-A947-70E740481C1C}">
                <a14:useLocalDpi xmlns:a14="http://schemas.microsoft.com/office/drawing/2010/main" val="0"/>
              </a:ext>
            </a:extLst>
          </a:blip>
          <a:srcRect/>
          <a:stretch>
            <a:fillRect/>
          </a:stretch>
        </p:blipFill>
        <p:spPr bwMode="auto">
          <a:xfrm>
            <a:off x="2243138" y="812800"/>
            <a:ext cx="679450" cy="407988"/>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pic>
      <p:sp>
        <p:nvSpPr>
          <p:cNvPr id="57348" name="TextBox 4"/>
          <p:cNvSpPr txBox="1">
            <a:spLocks noChangeArrowheads="1"/>
          </p:cNvSpPr>
          <p:nvPr/>
        </p:nvSpPr>
        <p:spPr bwMode="auto">
          <a:xfrm>
            <a:off x="838200" y="1304925"/>
            <a:ext cx="4084638" cy="369888"/>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wrap="none">
            <a:spAutoFit/>
          </a:bodyPr>
          <a:lstStyle>
            <a:lvl1pPr eaLnBrk="0" hangingPunct="0">
              <a:defRPr sz="2400">
                <a:solidFill>
                  <a:schemeClr val="tx1"/>
                </a:solidFill>
                <a:latin typeface="Arial" pitchFamily="34" charset="0"/>
                <a:ea typeface="ＭＳ Ｐゴシック" pitchFamily="34" charset="-128"/>
              </a:defRPr>
            </a:lvl1pPr>
            <a:lvl2pPr marL="742950" indent="-285750" eaLnBrk="0" hangingPunct="0">
              <a:defRPr sz="2400">
                <a:solidFill>
                  <a:schemeClr val="tx1"/>
                </a:solidFill>
                <a:latin typeface="Arial" pitchFamily="34" charset="0"/>
                <a:ea typeface="ＭＳ Ｐゴシック" pitchFamily="34" charset="-128"/>
              </a:defRPr>
            </a:lvl2pPr>
            <a:lvl3pPr marL="1143000" indent="-228600" eaLnBrk="0" hangingPunct="0">
              <a:defRPr sz="2400">
                <a:solidFill>
                  <a:schemeClr val="tx1"/>
                </a:solidFill>
                <a:latin typeface="Arial" pitchFamily="34" charset="0"/>
                <a:ea typeface="ＭＳ Ｐゴシック" pitchFamily="34" charset="-128"/>
              </a:defRPr>
            </a:lvl3pPr>
            <a:lvl4pPr marL="1600200" indent="-228600" eaLnBrk="0" hangingPunct="0">
              <a:defRPr sz="2400">
                <a:solidFill>
                  <a:schemeClr val="tx1"/>
                </a:solidFill>
                <a:latin typeface="Arial" pitchFamily="34" charset="0"/>
                <a:ea typeface="ＭＳ Ｐゴシック" pitchFamily="34" charset="-128"/>
              </a:defRPr>
            </a:lvl4pPr>
            <a:lvl5pPr marL="2057400" indent="-228600" eaLnBrk="0" hangingPunct="0">
              <a:defRPr sz="2400">
                <a:solidFill>
                  <a:schemeClr val="tx1"/>
                </a:solidFill>
                <a:latin typeface="Arial" pitchFamily="34" charset="0"/>
                <a:ea typeface="ＭＳ Ｐゴシック" pitchFamily="34" charset="-128"/>
              </a:defRPr>
            </a:lvl5pPr>
            <a:lvl6pPr marL="2514600" indent="-228600" defTabSz="457200" eaLnBrk="0" fontAlgn="base" hangingPunct="0">
              <a:spcBef>
                <a:spcPct val="0"/>
              </a:spcBef>
              <a:spcAft>
                <a:spcPct val="0"/>
              </a:spcAft>
              <a:defRPr sz="2400">
                <a:solidFill>
                  <a:schemeClr val="tx1"/>
                </a:solidFill>
                <a:latin typeface="Arial" pitchFamily="34" charset="0"/>
                <a:ea typeface="ＭＳ Ｐゴシック" pitchFamily="34" charset="-128"/>
              </a:defRPr>
            </a:lvl6pPr>
            <a:lvl7pPr marL="2971800" indent="-228600" defTabSz="457200" eaLnBrk="0" fontAlgn="base" hangingPunct="0">
              <a:spcBef>
                <a:spcPct val="0"/>
              </a:spcBef>
              <a:spcAft>
                <a:spcPct val="0"/>
              </a:spcAft>
              <a:defRPr sz="2400">
                <a:solidFill>
                  <a:schemeClr val="tx1"/>
                </a:solidFill>
                <a:latin typeface="Arial" pitchFamily="34" charset="0"/>
                <a:ea typeface="ＭＳ Ｐゴシック" pitchFamily="34" charset="-128"/>
              </a:defRPr>
            </a:lvl7pPr>
            <a:lvl8pPr marL="3429000" indent="-228600" defTabSz="457200" eaLnBrk="0" fontAlgn="base" hangingPunct="0">
              <a:spcBef>
                <a:spcPct val="0"/>
              </a:spcBef>
              <a:spcAft>
                <a:spcPct val="0"/>
              </a:spcAft>
              <a:defRPr sz="2400">
                <a:solidFill>
                  <a:schemeClr val="tx1"/>
                </a:solidFill>
                <a:latin typeface="Arial" pitchFamily="34" charset="0"/>
                <a:ea typeface="ＭＳ Ｐゴシック" pitchFamily="34" charset="-128"/>
              </a:defRPr>
            </a:lvl8pPr>
            <a:lvl9pPr marL="3886200" indent="-228600" defTabSz="457200" eaLnBrk="0" fontAlgn="base" hangingPunct="0">
              <a:spcBef>
                <a:spcPct val="0"/>
              </a:spcBef>
              <a:spcAft>
                <a:spcPct val="0"/>
              </a:spcAft>
              <a:defRPr sz="2400">
                <a:solidFill>
                  <a:schemeClr val="tx1"/>
                </a:solidFill>
                <a:latin typeface="Arial" pitchFamily="34" charset="0"/>
                <a:ea typeface="ＭＳ Ｐゴシック" pitchFamily="34" charset="-128"/>
              </a:defRPr>
            </a:lvl9pPr>
          </a:lstStyle>
          <a:p>
            <a:pPr eaLnBrk="1" hangingPunct="1"/>
            <a:r>
              <a:rPr lang="en-US" altLang="en-US" sz="1800"/>
              <a:t>(for fixed           , this is a function of x)</a:t>
            </a:r>
          </a:p>
        </p:txBody>
      </p:sp>
      <p:pic>
        <p:nvPicPr>
          <p:cNvPr id="57349" name="Picture 5"/>
          <p:cNvPicPr>
            <a:picLocks noChangeAspect="1"/>
          </p:cNvPicPr>
          <p:nvPr>
            <p:custDataLst>
              <p:tags r:id="rId2"/>
            </p:custDataLst>
          </p:nvPr>
        </p:nvPicPr>
        <p:blipFill>
          <a:blip r:embed="rId9">
            <a:extLst>
              <a:ext uri="{28A0092B-C50C-407E-A947-70E740481C1C}">
                <a14:useLocalDpi xmlns:a14="http://schemas.microsoft.com/office/drawing/2010/main" val="0"/>
              </a:ext>
            </a:extLst>
          </a:blip>
          <a:srcRect/>
          <a:stretch>
            <a:fillRect/>
          </a:stretch>
        </p:blipFill>
        <p:spPr bwMode="auto">
          <a:xfrm>
            <a:off x="1819275" y="1422400"/>
            <a:ext cx="519113" cy="296863"/>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pic>
      <p:pic>
        <p:nvPicPr>
          <p:cNvPr id="57350" name="Picture 6"/>
          <p:cNvPicPr>
            <a:picLocks noChangeAspect="1"/>
          </p:cNvPicPr>
          <p:nvPr>
            <p:custDataLst>
              <p:tags r:id="rId3"/>
            </p:custDataLst>
          </p:nvPr>
        </p:nvPicPr>
        <p:blipFill>
          <a:blip r:embed="rId10" cstate="print">
            <a:extLst>
              <a:ext uri="{28A0092B-C50C-407E-A947-70E740481C1C}">
                <a14:useLocalDpi xmlns:a14="http://schemas.microsoft.com/office/drawing/2010/main" val="0"/>
              </a:ext>
            </a:extLst>
          </a:blip>
          <a:srcRect/>
          <a:stretch>
            <a:fillRect/>
          </a:stretch>
        </p:blipFill>
        <p:spPr bwMode="auto">
          <a:xfrm>
            <a:off x="6550025" y="812800"/>
            <a:ext cx="1077913" cy="407988"/>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pic>
      <p:sp>
        <p:nvSpPr>
          <p:cNvPr id="57351" name="TextBox 7"/>
          <p:cNvSpPr txBox="1">
            <a:spLocks noChangeArrowheads="1"/>
          </p:cNvSpPr>
          <p:nvPr/>
        </p:nvSpPr>
        <p:spPr bwMode="auto">
          <a:xfrm>
            <a:off x="5327650" y="1304925"/>
            <a:ext cx="3790950" cy="369888"/>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wrap="none">
            <a:spAutoFit/>
          </a:bodyPr>
          <a:lstStyle>
            <a:lvl1pPr eaLnBrk="0" hangingPunct="0">
              <a:defRPr sz="2400">
                <a:solidFill>
                  <a:schemeClr val="tx1"/>
                </a:solidFill>
                <a:latin typeface="Arial" pitchFamily="34" charset="0"/>
                <a:ea typeface="ＭＳ Ｐゴシック" pitchFamily="34" charset="-128"/>
              </a:defRPr>
            </a:lvl1pPr>
            <a:lvl2pPr marL="742950" indent="-285750" eaLnBrk="0" hangingPunct="0">
              <a:defRPr sz="2400">
                <a:solidFill>
                  <a:schemeClr val="tx1"/>
                </a:solidFill>
                <a:latin typeface="Arial" pitchFamily="34" charset="0"/>
                <a:ea typeface="ＭＳ Ｐゴシック" pitchFamily="34" charset="-128"/>
              </a:defRPr>
            </a:lvl2pPr>
            <a:lvl3pPr marL="1143000" indent="-228600" eaLnBrk="0" hangingPunct="0">
              <a:defRPr sz="2400">
                <a:solidFill>
                  <a:schemeClr val="tx1"/>
                </a:solidFill>
                <a:latin typeface="Arial" pitchFamily="34" charset="0"/>
                <a:ea typeface="ＭＳ Ｐゴシック" pitchFamily="34" charset="-128"/>
              </a:defRPr>
            </a:lvl3pPr>
            <a:lvl4pPr marL="1600200" indent="-228600" eaLnBrk="0" hangingPunct="0">
              <a:defRPr sz="2400">
                <a:solidFill>
                  <a:schemeClr val="tx1"/>
                </a:solidFill>
                <a:latin typeface="Arial" pitchFamily="34" charset="0"/>
                <a:ea typeface="ＭＳ Ｐゴシック" pitchFamily="34" charset="-128"/>
              </a:defRPr>
            </a:lvl4pPr>
            <a:lvl5pPr marL="2057400" indent="-228600" eaLnBrk="0" hangingPunct="0">
              <a:defRPr sz="2400">
                <a:solidFill>
                  <a:schemeClr val="tx1"/>
                </a:solidFill>
                <a:latin typeface="Arial" pitchFamily="34" charset="0"/>
                <a:ea typeface="ＭＳ Ｐゴシック" pitchFamily="34" charset="-128"/>
              </a:defRPr>
            </a:lvl5pPr>
            <a:lvl6pPr marL="2514600" indent="-228600" defTabSz="457200" eaLnBrk="0" fontAlgn="base" hangingPunct="0">
              <a:spcBef>
                <a:spcPct val="0"/>
              </a:spcBef>
              <a:spcAft>
                <a:spcPct val="0"/>
              </a:spcAft>
              <a:defRPr sz="2400">
                <a:solidFill>
                  <a:schemeClr val="tx1"/>
                </a:solidFill>
                <a:latin typeface="Arial" pitchFamily="34" charset="0"/>
                <a:ea typeface="ＭＳ Ｐゴシック" pitchFamily="34" charset="-128"/>
              </a:defRPr>
            </a:lvl6pPr>
            <a:lvl7pPr marL="2971800" indent="-228600" defTabSz="457200" eaLnBrk="0" fontAlgn="base" hangingPunct="0">
              <a:spcBef>
                <a:spcPct val="0"/>
              </a:spcBef>
              <a:spcAft>
                <a:spcPct val="0"/>
              </a:spcAft>
              <a:defRPr sz="2400">
                <a:solidFill>
                  <a:schemeClr val="tx1"/>
                </a:solidFill>
                <a:latin typeface="Arial" pitchFamily="34" charset="0"/>
                <a:ea typeface="ＭＳ Ｐゴシック" pitchFamily="34" charset="-128"/>
              </a:defRPr>
            </a:lvl7pPr>
            <a:lvl8pPr marL="3429000" indent="-228600" defTabSz="457200" eaLnBrk="0" fontAlgn="base" hangingPunct="0">
              <a:spcBef>
                <a:spcPct val="0"/>
              </a:spcBef>
              <a:spcAft>
                <a:spcPct val="0"/>
              </a:spcAft>
              <a:defRPr sz="2400">
                <a:solidFill>
                  <a:schemeClr val="tx1"/>
                </a:solidFill>
                <a:latin typeface="Arial" pitchFamily="34" charset="0"/>
                <a:ea typeface="ＭＳ Ｐゴシック" pitchFamily="34" charset="-128"/>
              </a:defRPr>
            </a:lvl8pPr>
            <a:lvl9pPr marL="3886200" indent="-228600" defTabSz="457200" eaLnBrk="0" fontAlgn="base" hangingPunct="0">
              <a:spcBef>
                <a:spcPct val="0"/>
              </a:spcBef>
              <a:spcAft>
                <a:spcPct val="0"/>
              </a:spcAft>
              <a:defRPr sz="2400">
                <a:solidFill>
                  <a:schemeClr val="tx1"/>
                </a:solidFill>
                <a:latin typeface="Arial" pitchFamily="34" charset="0"/>
                <a:ea typeface="ＭＳ Ｐゴシック" pitchFamily="34" charset="-128"/>
              </a:defRPr>
            </a:lvl9pPr>
          </a:lstStyle>
          <a:p>
            <a:pPr eaLnBrk="1" hangingPunct="1"/>
            <a:r>
              <a:rPr lang="en-US" altLang="en-US" sz="1800"/>
              <a:t>(function of the parameters            )</a:t>
            </a:r>
          </a:p>
        </p:txBody>
      </p:sp>
      <p:pic>
        <p:nvPicPr>
          <p:cNvPr id="57352" name="Picture 8"/>
          <p:cNvPicPr>
            <a:picLocks noChangeAspect="1"/>
          </p:cNvPicPr>
          <p:nvPr>
            <p:custDataLst>
              <p:tags r:id="rId4"/>
            </p:custDataLst>
          </p:nvPr>
        </p:nvPicPr>
        <p:blipFill>
          <a:blip r:embed="rId11">
            <a:extLst>
              <a:ext uri="{28A0092B-C50C-407E-A947-70E740481C1C}">
                <a14:useLocalDpi xmlns:a14="http://schemas.microsoft.com/office/drawing/2010/main" val="0"/>
              </a:ext>
            </a:extLst>
          </a:blip>
          <a:srcRect/>
          <a:stretch>
            <a:fillRect/>
          </a:stretch>
        </p:blipFill>
        <p:spPr bwMode="auto">
          <a:xfrm>
            <a:off x="8080375" y="1422400"/>
            <a:ext cx="515938" cy="292100"/>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pic>
    </p:spTree>
    <p:extLst>
      <p:ext uri="{BB962C8B-B14F-4D97-AF65-F5344CB8AC3E}">
        <p14:creationId xmlns:p14="http://schemas.microsoft.com/office/powerpoint/2010/main" val="171054552"/>
      </p:ext>
    </p:extLst>
  </p:cSld>
  <p:clrMapOvr>
    <a:masterClrMapping/>
  </p:clrMapOvr>
  <p:transition spd="slow"/>
</p:sld>
</file>

<file path=ppt/slides/slide27.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pic>
        <p:nvPicPr>
          <p:cNvPr id="58369" name="Picture 2"/>
          <p:cNvPicPr>
            <a:picLocks noChangeAspect="1" noChangeArrowheads="1"/>
          </p:cNvPicPr>
          <p:nvPr/>
        </p:nvPicPr>
        <p:blipFill>
          <a:blip r:embed="rId6">
            <a:extLst>
              <a:ext uri="{28A0092B-C50C-407E-A947-70E740481C1C}">
                <a14:useLocalDpi xmlns:a14="http://schemas.microsoft.com/office/drawing/2010/main" val="0"/>
              </a:ext>
            </a:extLst>
          </a:blip>
          <a:srcRect/>
          <a:stretch>
            <a:fillRect/>
          </a:stretch>
        </p:blipFill>
        <p:spPr bwMode="auto">
          <a:xfrm>
            <a:off x="4525963" y="1630363"/>
            <a:ext cx="4389437" cy="4389437"/>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pic>
      <p:pic>
        <p:nvPicPr>
          <p:cNvPr id="58370" name="Picture 3"/>
          <p:cNvPicPr>
            <a:picLocks noChangeAspect="1" noChangeArrowheads="1"/>
          </p:cNvPicPr>
          <p:nvPr/>
        </p:nvPicPr>
        <p:blipFill>
          <a:blip r:embed="rId7">
            <a:extLst>
              <a:ext uri="{28A0092B-C50C-407E-A947-70E740481C1C}">
                <a14:useLocalDpi xmlns:a14="http://schemas.microsoft.com/office/drawing/2010/main" val="0"/>
              </a:ext>
            </a:extLst>
          </a:blip>
          <a:srcRect/>
          <a:stretch>
            <a:fillRect/>
          </a:stretch>
        </p:blipFill>
        <p:spPr bwMode="auto">
          <a:xfrm>
            <a:off x="228600" y="1630363"/>
            <a:ext cx="4389438" cy="4389437"/>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pic>
      <p:pic>
        <p:nvPicPr>
          <p:cNvPr id="58371" name="Picture 3"/>
          <p:cNvPicPr>
            <a:picLocks noChangeAspect="1"/>
          </p:cNvPicPr>
          <p:nvPr>
            <p:custDataLst>
              <p:tags r:id="rId1"/>
            </p:custDataLst>
          </p:nvPr>
        </p:nvPicPr>
        <p:blipFill>
          <a:blip r:embed="rId8">
            <a:extLst>
              <a:ext uri="{28A0092B-C50C-407E-A947-70E740481C1C}">
                <a14:useLocalDpi xmlns:a14="http://schemas.microsoft.com/office/drawing/2010/main" val="0"/>
              </a:ext>
            </a:extLst>
          </a:blip>
          <a:srcRect/>
          <a:stretch>
            <a:fillRect/>
          </a:stretch>
        </p:blipFill>
        <p:spPr bwMode="auto">
          <a:xfrm>
            <a:off x="2243138" y="736600"/>
            <a:ext cx="679450" cy="407988"/>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pic>
      <p:sp>
        <p:nvSpPr>
          <p:cNvPr id="58372" name="TextBox 4"/>
          <p:cNvSpPr txBox="1">
            <a:spLocks noChangeArrowheads="1"/>
          </p:cNvSpPr>
          <p:nvPr/>
        </p:nvSpPr>
        <p:spPr bwMode="auto">
          <a:xfrm>
            <a:off x="838200" y="1228725"/>
            <a:ext cx="4084638" cy="369888"/>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wrap="none">
            <a:spAutoFit/>
          </a:bodyPr>
          <a:lstStyle>
            <a:lvl1pPr eaLnBrk="0" hangingPunct="0">
              <a:defRPr sz="2400">
                <a:solidFill>
                  <a:schemeClr val="tx1"/>
                </a:solidFill>
                <a:latin typeface="Arial" pitchFamily="34" charset="0"/>
                <a:ea typeface="ＭＳ Ｐゴシック" pitchFamily="34" charset="-128"/>
              </a:defRPr>
            </a:lvl1pPr>
            <a:lvl2pPr marL="742950" indent="-285750" eaLnBrk="0" hangingPunct="0">
              <a:defRPr sz="2400">
                <a:solidFill>
                  <a:schemeClr val="tx1"/>
                </a:solidFill>
                <a:latin typeface="Arial" pitchFamily="34" charset="0"/>
                <a:ea typeface="ＭＳ Ｐゴシック" pitchFamily="34" charset="-128"/>
              </a:defRPr>
            </a:lvl2pPr>
            <a:lvl3pPr marL="1143000" indent="-228600" eaLnBrk="0" hangingPunct="0">
              <a:defRPr sz="2400">
                <a:solidFill>
                  <a:schemeClr val="tx1"/>
                </a:solidFill>
                <a:latin typeface="Arial" pitchFamily="34" charset="0"/>
                <a:ea typeface="ＭＳ Ｐゴシック" pitchFamily="34" charset="-128"/>
              </a:defRPr>
            </a:lvl3pPr>
            <a:lvl4pPr marL="1600200" indent="-228600" eaLnBrk="0" hangingPunct="0">
              <a:defRPr sz="2400">
                <a:solidFill>
                  <a:schemeClr val="tx1"/>
                </a:solidFill>
                <a:latin typeface="Arial" pitchFamily="34" charset="0"/>
                <a:ea typeface="ＭＳ Ｐゴシック" pitchFamily="34" charset="-128"/>
              </a:defRPr>
            </a:lvl4pPr>
            <a:lvl5pPr marL="2057400" indent="-228600" eaLnBrk="0" hangingPunct="0">
              <a:defRPr sz="2400">
                <a:solidFill>
                  <a:schemeClr val="tx1"/>
                </a:solidFill>
                <a:latin typeface="Arial" pitchFamily="34" charset="0"/>
                <a:ea typeface="ＭＳ Ｐゴシック" pitchFamily="34" charset="-128"/>
              </a:defRPr>
            </a:lvl5pPr>
            <a:lvl6pPr marL="2514600" indent="-228600" defTabSz="457200" eaLnBrk="0" fontAlgn="base" hangingPunct="0">
              <a:spcBef>
                <a:spcPct val="0"/>
              </a:spcBef>
              <a:spcAft>
                <a:spcPct val="0"/>
              </a:spcAft>
              <a:defRPr sz="2400">
                <a:solidFill>
                  <a:schemeClr val="tx1"/>
                </a:solidFill>
                <a:latin typeface="Arial" pitchFamily="34" charset="0"/>
                <a:ea typeface="ＭＳ Ｐゴシック" pitchFamily="34" charset="-128"/>
              </a:defRPr>
            </a:lvl6pPr>
            <a:lvl7pPr marL="2971800" indent="-228600" defTabSz="457200" eaLnBrk="0" fontAlgn="base" hangingPunct="0">
              <a:spcBef>
                <a:spcPct val="0"/>
              </a:spcBef>
              <a:spcAft>
                <a:spcPct val="0"/>
              </a:spcAft>
              <a:defRPr sz="2400">
                <a:solidFill>
                  <a:schemeClr val="tx1"/>
                </a:solidFill>
                <a:latin typeface="Arial" pitchFamily="34" charset="0"/>
                <a:ea typeface="ＭＳ Ｐゴシック" pitchFamily="34" charset="-128"/>
              </a:defRPr>
            </a:lvl7pPr>
            <a:lvl8pPr marL="3429000" indent="-228600" defTabSz="457200" eaLnBrk="0" fontAlgn="base" hangingPunct="0">
              <a:spcBef>
                <a:spcPct val="0"/>
              </a:spcBef>
              <a:spcAft>
                <a:spcPct val="0"/>
              </a:spcAft>
              <a:defRPr sz="2400">
                <a:solidFill>
                  <a:schemeClr val="tx1"/>
                </a:solidFill>
                <a:latin typeface="Arial" pitchFamily="34" charset="0"/>
                <a:ea typeface="ＭＳ Ｐゴシック" pitchFamily="34" charset="-128"/>
              </a:defRPr>
            </a:lvl8pPr>
            <a:lvl9pPr marL="3886200" indent="-228600" defTabSz="457200" eaLnBrk="0" fontAlgn="base" hangingPunct="0">
              <a:spcBef>
                <a:spcPct val="0"/>
              </a:spcBef>
              <a:spcAft>
                <a:spcPct val="0"/>
              </a:spcAft>
              <a:defRPr sz="2400">
                <a:solidFill>
                  <a:schemeClr val="tx1"/>
                </a:solidFill>
                <a:latin typeface="Arial" pitchFamily="34" charset="0"/>
                <a:ea typeface="ＭＳ Ｐゴシック" pitchFamily="34" charset="-128"/>
              </a:defRPr>
            </a:lvl9pPr>
          </a:lstStyle>
          <a:p>
            <a:pPr eaLnBrk="1" hangingPunct="1"/>
            <a:r>
              <a:rPr lang="en-US" altLang="en-US" sz="1800"/>
              <a:t>(for fixed           , this is a function of x)</a:t>
            </a:r>
          </a:p>
        </p:txBody>
      </p:sp>
      <p:pic>
        <p:nvPicPr>
          <p:cNvPr id="58373" name="Picture 5"/>
          <p:cNvPicPr>
            <a:picLocks noChangeAspect="1"/>
          </p:cNvPicPr>
          <p:nvPr>
            <p:custDataLst>
              <p:tags r:id="rId2"/>
            </p:custDataLst>
          </p:nvPr>
        </p:nvPicPr>
        <p:blipFill>
          <a:blip r:embed="rId9">
            <a:extLst>
              <a:ext uri="{28A0092B-C50C-407E-A947-70E740481C1C}">
                <a14:useLocalDpi xmlns:a14="http://schemas.microsoft.com/office/drawing/2010/main" val="0"/>
              </a:ext>
            </a:extLst>
          </a:blip>
          <a:srcRect/>
          <a:stretch>
            <a:fillRect/>
          </a:stretch>
        </p:blipFill>
        <p:spPr bwMode="auto">
          <a:xfrm>
            <a:off x="1819275" y="1346200"/>
            <a:ext cx="519113" cy="296863"/>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pic>
      <p:pic>
        <p:nvPicPr>
          <p:cNvPr id="58374" name="Picture 6"/>
          <p:cNvPicPr>
            <a:picLocks noChangeAspect="1"/>
          </p:cNvPicPr>
          <p:nvPr>
            <p:custDataLst>
              <p:tags r:id="rId3"/>
            </p:custDataLst>
          </p:nvPr>
        </p:nvPicPr>
        <p:blipFill>
          <a:blip r:embed="rId10" cstate="print">
            <a:extLst>
              <a:ext uri="{28A0092B-C50C-407E-A947-70E740481C1C}">
                <a14:useLocalDpi xmlns:a14="http://schemas.microsoft.com/office/drawing/2010/main" val="0"/>
              </a:ext>
            </a:extLst>
          </a:blip>
          <a:srcRect/>
          <a:stretch>
            <a:fillRect/>
          </a:stretch>
        </p:blipFill>
        <p:spPr bwMode="auto">
          <a:xfrm>
            <a:off x="6550025" y="736600"/>
            <a:ext cx="1077913" cy="407988"/>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pic>
      <p:sp>
        <p:nvSpPr>
          <p:cNvPr id="58375" name="TextBox 7"/>
          <p:cNvSpPr txBox="1">
            <a:spLocks noChangeArrowheads="1"/>
          </p:cNvSpPr>
          <p:nvPr/>
        </p:nvSpPr>
        <p:spPr bwMode="auto">
          <a:xfrm>
            <a:off x="5327650" y="1228725"/>
            <a:ext cx="3790950" cy="369888"/>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wrap="none">
            <a:spAutoFit/>
          </a:bodyPr>
          <a:lstStyle>
            <a:lvl1pPr eaLnBrk="0" hangingPunct="0">
              <a:defRPr sz="2400">
                <a:solidFill>
                  <a:schemeClr val="tx1"/>
                </a:solidFill>
                <a:latin typeface="Arial" pitchFamily="34" charset="0"/>
                <a:ea typeface="ＭＳ Ｐゴシック" pitchFamily="34" charset="-128"/>
              </a:defRPr>
            </a:lvl1pPr>
            <a:lvl2pPr marL="742950" indent="-285750" eaLnBrk="0" hangingPunct="0">
              <a:defRPr sz="2400">
                <a:solidFill>
                  <a:schemeClr val="tx1"/>
                </a:solidFill>
                <a:latin typeface="Arial" pitchFamily="34" charset="0"/>
                <a:ea typeface="ＭＳ Ｐゴシック" pitchFamily="34" charset="-128"/>
              </a:defRPr>
            </a:lvl2pPr>
            <a:lvl3pPr marL="1143000" indent="-228600" eaLnBrk="0" hangingPunct="0">
              <a:defRPr sz="2400">
                <a:solidFill>
                  <a:schemeClr val="tx1"/>
                </a:solidFill>
                <a:latin typeface="Arial" pitchFamily="34" charset="0"/>
                <a:ea typeface="ＭＳ Ｐゴシック" pitchFamily="34" charset="-128"/>
              </a:defRPr>
            </a:lvl3pPr>
            <a:lvl4pPr marL="1600200" indent="-228600" eaLnBrk="0" hangingPunct="0">
              <a:defRPr sz="2400">
                <a:solidFill>
                  <a:schemeClr val="tx1"/>
                </a:solidFill>
                <a:latin typeface="Arial" pitchFamily="34" charset="0"/>
                <a:ea typeface="ＭＳ Ｐゴシック" pitchFamily="34" charset="-128"/>
              </a:defRPr>
            </a:lvl4pPr>
            <a:lvl5pPr marL="2057400" indent="-228600" eaLnBrk="0" hangingPunct="0">
              <a:defRPr sz="2400">
                <a:solidFill>
                  <a:schemeClr val="tx1"/>
                </a:solidFill>
                <a:latin typeface="Arial" pitchFamily="34" charset="0"/>
                <a:ea typeface="ＭＳ Ｐゴシック" pitchFamily="34" charset="-128"/>
              </a:defRPr>
            </a:lvl5pPr>
            <a:lvl6pPr marL="2514600" indent="-228600" defTabSz="457200" eaLnBrk="0" fontAlgn="base" hangingPunct="0">
              <a:spcBef>
                <a:spcPct val="0"/>
              </a:spcBef>
              <a:spcAft>
                <a:spcPct val="0"/>
              </a:spcAft>
              <a:defRPr sz="2400">
                <a:solidFill>
                  <a:schemeClr val="tx1"/>
                </a:solidFill>
                <a:latin typeface="Arial" pitchFamily="34" charset="0"/>
                <a:ea typeface="ＭＳ Ｐゴシック" pitchFamily="34" charset="-128"/>
              </a:defRPr>
            </a:lvl6pPr>
            <a:lvl7pPr marL="2971800" indent="-228600" defTabSz="457200" eaLnBrk="0" fontAlgn="base" hangingPunct="0">
              <a:spcBef>
                <a:spcPct val="0"/>
              </a:spcBef>
              <a:spcAft>
                <a:spcPct val="0"/>
              </a:spcAft>
              <a:defRPr sz="2400">
                <a:solidFill>
                  <a:schemeClr val="tx1"/>
                </a:solidFill>
                <a:latin typeface="Arial" pitchFamily="34" charset="0"/>
                <a:ea typeface="ＭＳ Ｐゴシック" pitchFamily="34" charset="-128"/>
              </a:defRPr>
            </a:lvl7pPr>
            <a:lvl8pPr marL="3429000" indent="-228600" defTabSz="457200" eaLnBrk="0" fontAlgn="base" hangingPunct="0">
              <a:spcBef>
                <a:spcPct val="0"/>
              </a:spcBef>
              <a:spcAft>
                <a:spcPct val="0"/>
              </a:spcAft>
              <a:defRPr sz="2400">
                <a:solidFill>
                  <a:schemeClr val="tx1"/>
                </a:solidFill>
                <a:latin typeface="Arial" pitchFamily="34" charset="0"/>
                <a:ea typeface="ＭＳ Ｐゴシック" pitchFamily="34" charset="-128"/>
              </a:defRPr>
            </a:lvl8pPr>
            <a:lvl9pPr marL="3886200" indent="-228600" defTabSz="457200" eaLnBrk="0" fontAlgn="base" hangingPunct="0">
              <a:spcBef>
                <a:spcPct val="0"/>
              </a:spcBef>
              <a:spcAft>
                <a:spcPct val="0"/>
              </a:spcAft>
              <a:defRPr sz="2400">
                <a:solidFill>
                  <a:schemeClr val="tx1"/>
                </a:solidFill>
                <a:latin typeface="Arial" pitchFamily="34" charset="0"/>
                <a:ea typeface="ＭＳ Ｐゴシック" pitchFamily="34" charset="-128"/>
              </a:defRPr>
            </a:lvl9pPr>
          </a:lstStyle>
          <a:p>
            <a:pPr eaLnBrk="1" hangingPunct="1"/>
            <a:r>
              <a:rPr lang="en-US" altLang="en-US" sz="1800"/>
              <a:t>(function of the parameters            )</a:t>
            </a:r>
          </a:p>
        </p:txBody>
      </p:sp>
      <p:pic>
        <p:nvPicPr>
          <p:cNvPr id="58376" name="Picture 8"/>
          <p:cNvPicPr>
            <a:picLocks noChangeAspect="1"/>
          </p:cNvPicPr>
          <p:nvPr>
            <p:custDataLst>
              <p:tags r:id="rId4"/>
            </p:custDataLst>
          </p:nvPr>
        </p:nvPicPr>
        <p:blipFill>
          <a:blip r:embed="rId11">
            <a:extLst>
              <a:ext uri="{28A0092B-C50C-407E-A947-70E740481C1C}">
                <a14:useLocalDpi xmlns:a14="http://schemas.microsoft.com/office/drawing/2010/main" val="0"/>
              </a:ext>
            </a:extLst>
          </a:blip>
          <a:srcRect/>
          <a:stretch>
            <a:fillRect/>
          </a:stretch>
        </p:blipFill>
        <p:spPr bwMode="auto">
          <a:xfrm>
            <a:off x="8080375" y="1346200"/>
            <a:ext cx="515938" cy="292100"/>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pic>
    </p:spTree>
    <p:extLst>
      <p:ext uri="{BB962C8B-B14F-4D97-AF65-F5344CB8AC3E}">
        <p14:creationId xmlns:p14="http://schemas.microsoft.com/office/powerpoint/2010/main" val="1180300133"/>
      </p:ext>
    </p:extLst>
  </p:cSld>
  <p:clrMapOvr>
    <a:masterClrMapping/>
  </p:clrMapOvr>
  <p:transition spd="slow"/>
</p:sld>
</file>

<file path=ppt/slides/slide28.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pic>
        <p:nvPicPr>
          <p:cNvPr id="59393" name="Picture 2"/>
          <p:cNvPicPr>
            <a:picLocks noChangeAspect="1" noChangeArrowheads="1"/>
          </p:cNvPicPr>
          <p:nvPr/>
        </p:nvPicPr>
        <p:blipFill>
          <a:blip r:embed="rId6">
            <a:extLst>
              <a:ext uri="{28A0092B-C50C-407E-A947-70E740481C1C}">
                <a14:useLocalDpi xmlns:a14="http://schemas.microsoft.com/office/drawing/2010/main" val="0"/>
              </a:ext>
            </a:extLst>
          </a:blip>
          <a:srcRect/>
          <a:stretch>
            <a:fillRect/>
          </a:stretch>
        </p:blipFill>
        <p:spPr bwMode="auto">
          <a:xfrm>
            <a:off x="4525963" y="1688275"/>
            <a:ext cx="4389437" cy="4389437"/>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pic>
      <p:pic>
        <p:nvPicPr>
          <p:cNvPr id="59394" name="Picture 3"/>
          <p:cNvPicPr>
            <a:picLocks noChangeAspect="1" noChangeArrowheads="1"/>
          </p:cNvPicPr>
          <p:nvPr/>
        </p:nvPicPr>
        <p:blipFill>
          <a:blip r:embed="rId7">
            <a:extLst>
              <a:ext uri="{28A0092B-C50C-407E-A947-70E740481C1C}">
                <a14:useLocalDpi xmlns:a14="http://schemas.microsoft.com/office/drawing/2010/main" val="0"/>
              </a:ext>
            </a:extLst>
          </a:blip>
          <a:srcRect/>
          <a:stretch>
            <a:fillRect/>
          </a:stretch>
        </p:blipFill>
        <p:spPr bwMode="auto">
          <a:xfrm>
            <a:off x="228600" y="1688275"/>
            <a:ext cx="4389438" cy="4389437"/>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pic>
      <p:pic>
        <p:nvPicPr>
          <p:cNvPr id="59395" name="Picture 3"/>
          <p:cNvPicPr>
            <a:picLocks noChangeAspect="1"/>
          </p:cNvPicPr>
          <p:nvPr>
            <p:custDataLst>
              <p:tags r:id="rId1"/>
            </p:custDataLst>
          </p:nvPr>
        </p:nvPicPr>
        <p:blipFill>
          <a:blip r:embed="rId8">
            <a:extLst>
              <a:ext uri="{28A0092B-C50C-407E-A947-70E740481C1C}">
                <a14:useLocalDpi xmlns:a14="http://schemas.microsoft.com/office/drawing/2010/main" val="0"/>
              </a:ext>
            </a:extLst>
          </a:blip>
          <a:srcRect/>
          <a:stretch>
            <a:fillRect/>
          </a:stretch>
        </p:blipFill>
        <p:spPr bwMode="auto">
          <a:xfrm>
            <a:off x="2243138" y="794512"/>
            <a:ext cx="679450" cy="407988"/>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pic>
      <p:sp>
        <p:nvSpPr>
          <p:cNvPr id="59396" name="TextBox 4"/>
          <p:cNvSpPr txBox="1">
            <a:spLocks noChangeArrowheads="1"/>
          </p:cNvSpPr>
          <p:nvPr/>
        </p:nvSpPr>
        <p:spPr bwMode="auto">
          <a:xfrm>
            <a:off x="838200" y="1286637"/>
            <a:ext cx="4084638" cy="369888"/>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wrap="none">
            <a:spAutoFit/>
          </a:bodyPr>
          <a:lstStyle>
            <a:lvl1pPr eaLnBrk="0" hangingPunct="0">
              <a:defRPr sz="2400">
                <a:solidFill>
                  <a:schemeClr val="tx1"/>
                </a:solidFill>
                <a:latin typeface="Arial" pitchFamily="34" charset="0"/>
                <a:ea typeface="ＭＳ Ｐゴシック" pitchFamily="34" charset="-128"/>
              </a:defRPr>
            </a:lvl1pPr>
            <a:lvl2pPr marL="742950" indent="-285750" eaLnBrk="0" hangingPunct="0">
              <a:defRPr sz="2400">
                <a:solidFill>
                  <a:schemeClr val="tx1"/>
                </a:solidFill>
                <a:latin typeface="Arial" pitchFamily="34" charset="0"/>
                <a:ea typeface="ＭＳ Ｐゴシック" pitchFamily="34" charset="-128"/>
              </a:defRPr>
            </a:lvl2pPr>
            <a:lvl3pPr marL="1143000" indent="-228600" eaLnBrk="0" hangingPunct="0">
              <a:defRPr sz="2400">
                <a:solidFill>
                  <a:schemeClr val="tx1"/>
                </a:solidFill>
                <a:latin typeface="Arial" pitchFamily="34" charset="0"/>
                <a:ea typeface="ＭＳ Ｐゴシック" pitchFamily="34" charset="-128"/>
              </a:defRPr>
            </a:lvl3pPr>
            <a:lvl4pPr marL="1600200" indent="-228600" eaLnBrk="0" hangingPunct="0">
              <a:defRPr sz="2400">
                <a:solidFill>
                  <a:schemeClr val="tx1"/>
                </a:solidFill>
                <a:latin typeface="Arial" pitchFamily="34" charset="0"/>
                <a:ea typeface="ＭＳ Ｐゴシック" pitchFamily="34" charset="-128"/>
              </a:defRPr>
            </a:lvl4pPr>
            <a:lvl5pPr marL="2057400" indent="-228600" eaLnBrk="0" hangingPunct="0">
              <a:defRPr sz="2400">
                <a:solidFill>
                  <a:schemeClr val="tx1"/>
                </a:solidFill>
                <a:latin typeface="Arial" pitchFamily="34" charset="0"/>
                <a:ea typeface="ＭＳ Ｐゴシック" pitchFamily="34" charset="-128"/>
              </a:defRPr>
            </a:lvl5pPr>
            <a:lvl6pPr marL="2514600" indent="-228600" defTabSz="457200" eaLnBrk="0" fontAlgn="base" hangingPunct="0">
              <a:spcBef>
                <a:spcPct val="0"/>
              </a:spcBef>
              <a:spcAft>
                <a:spcPct val="0"/>
              </a:spcAft>
              <a:defRPr sz="2400">
                <a:solidFill>
                  <a:schemeClr val="tx1"/>
                </a:solidFill>
                <a:latin typeface="Arial" pitchFamily="34" charset="0"/>
                <a:ea typeface="ＭＳ Ｐゴシック" pitchFamily="34" charset="-128"/>
              </a:defRPr>
            </a:lvl6pPr>
            <a:lvl7pPr marL="2971800" indent="-228600" defTabSz="457200" eaLnBrk="0" fontAlgn="base" hangingPunct="0">
              <a:spcBef>
                <a:spcPct val="0"/>
              </a:spcBef>
              <a:spcAft>
                <a:spcPct val="0"/>
              </a:spcAft>
              <a:defRPr sz="2400">
                <a:solidFill>
                  <a:schemeClr val="tx1"/>
                </a:solidFill>
                <a:latin typeface="Arial" pitchFamily="34" charset="0"/>
                <a:ea typeface="ＭＳ Ｐゴシック" pitchFamily="34" charset="-128"/>
              </a:defRPr>
            </a:lvl7pPr>
            <a:lvl8pPr marL="3429000" indent="-228600" defTabSz="457200" eaLnBrk="0" fontAlgn="base" hangingPunct="0">
              <a:spcBef>
                <a:spcPct val="0"/>
              </a:spcBef>
              <a:spcAft>
                <a:spcPct val="0"/>
              </a:spcAft>
              <a:defRPr sz="2400">
                <a:solidFill>
                  <a:schemeClr val="tx1"/>
                </a:solidFill>
                <a:latin typeface="Arial" pitchFamily="34" charset="0"/>
                <a:ea typeface="ＭＳ Ｐゴシック" pitchFamily="34" charset="-128"/>
              </a:defRPr>
            </a:lvl8pPr>
            <a:lvl9pPr marL="3886200" indent="-228600" defTabSz="457200" eaLnBrk="0" fontAlgn="base" hangingPunct="0">
              <a:spcBef>
                <a:spcPct val="0"/>
              </a:spcBef>
              <a:spcAft>
                <a:spcPct val="0"/>
              </a:spcAft>
              <a:defRPr sz="2400">
                <a:solidFill>
                  <a:schemeClr val="tx1"/>
                </a:solidFill>
                <a:latin typeface="Arial" pitchFamily="34" charset="0"/>
                <a:ea typeface="ＭＳ Ｐゴシック" pitchFamily="34" charset="-128"/>
              </a:defRPr>
            </a:lvl9pPr>
          </a:lstStyle>
          <a:p>
            <a:pPr eaLnBrk="1" hangingPunct="1"/>
            <a:r>
              <a:rPr lang="en-US" altLang="en-US" sz="1800"/>
              <a:t>(for fixed           , this is a function of x)</a:t>
            </a:r>
          </a:p>
        </p:txBody>
      </p:sp>
      <p:pic>
        <p:nvPicPr>
          <p:cNvPr id="59397" name="Picture 5"/>
          <p:cNvPicPr>
            <a:picLocks noChangeAspect="1"/>
          </p:cNvPicPr>
          <p:nvPr>
            <p:custDataLst>
              <p:tags r:id="rId2"/>
            </p:custDataLst>
          </p:nvPr>
        </p:nvPicPr>
        <p:blipFill>
          <a:blip r:embed="rId9">
            <a:extLst>
              <a:ext uri="{28A0092B-C50C-407E-A947-70E740481C1C}">
                <a14:useLocalDpi xmlns:a14="http://schemas.microsoft.com/office/drawing/2010/main" val="0"/>
              </a:ext>
            </a:extLst>
          </a:blip>
          <a:srcRect/>
          <a:stretch>
            <a:fillRect/>
          </a:stretch>
        </p:blipFill>
        <p:spPr bwMode="auto">
          <a:xfrm>
            <a:off x="1819275" y="1404112"/>
            <a:ext cx="519113" cy="296863"/>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pic>
      <p:pic>
        <p:nvPicPr>
          <p:cNvPr id="59398" name="Picture 6"/>
          <p:cNvPicPr>
            <a:picLocks noChangeAspect="1"/>
          </p:cNvPicPr>
          <p:nvPr>
            <p:custDataLst>
              <p:tags r:id="rId3"/>
            </p:custDataLst>
          </p:nvPr>
        </p:nvPicPr>
        <p:blipFill>
          <a:blip r:embed="rId10" cstate="print">
            <a:extLst>
              <a:ext uri="{28A0092B-C50C-407E-A947-70E740481C1C}">
                <a14:useLocalDpi xmlns:a14="http://schemas.microsoft.com/office/drawing/2010/main" val="0"/>
              </a:ext>
            </a:extLst>
          </a:blip>
          <a:srcRect/>
          <a:stretch>
            <a:fillRect/>
          </a:stretch>
        </p:blipFill>
        <p:spPr bwMode="auto">
          <a:xfrm>
            <a:off x="6550025" y="794512"/>
            <a:ext cx="1077913" cy="407988"/>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pic>
      <p:sp>
        <p:nvSpPr>
          <p:cNvPr id="59399" name="TextBox 7"/>
          <p:cNvSpPr txBox="1">
            <a:spLocks noChangeArrowheads="1"/>
          </p:cNvSpPr>
          <p:nvPr/>
        </p:nvSpPr>
        <p:spPr bwMode="auto">
          <a:xfrm>
            <a:off x="5327650" y="1286637"/>
            <a:ext cx="3790950" cy="369888"/>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wrap="none">
            <a:spAutoFit/>
          </a:bodyPr>
          <a:lstStyle>
            <a:lvl1pPr eaLnBrk="0" hangingPunct="0">
              <a:defRPr sz="2400">
                <a:solidFill>
                  <a:schemeClr val="tx1"/>
                </a:solidFill>
                <a:latin typeface="Arial" pitchFamily="34" charset="0"/>
                <a:ea typeface="ＭＳ Ｐゴシック" pitchFamily="34" charset="-128"/>
              </a:defRPr>
            </a:lvl1pPr>
            <a:lvl2pPr marL="742950" indent="-285750" eaLnBrk="0" hangingPunct="0">
              <a:defRPr sz="2400">
                <a:solidFill>
                  <a:schemeClr val="tx1"/>
                </a:solidFill>
                <a:latin typeface="Arial" pitchFamily="34" charset="0"/>
                <a:ea typeface="ＭＳ Ｐゴシック" pitchFamily="34" charset="-128"/>
              </a:defRPr>
            </a:lvl2pPr>
            <a:lvl3pPr marL="1143000" indent="-228600" eaLnBrk="0" hangingPunct="0">
              <a:defRPr sz="2400">
                <a:solidFill>
                  <a:schemeClr val="tx1"/>
                </a:solidFill>
                <a:latin typeface="Arial" pitchFamily="34" charset="0"/>
                <a:ea typeface="ＭＳ Ｐゴシック" pitchFamily="34" charset="-128"/>
              </a:defRPr>
            </a:lvl3pPr>
            <a:lvl4pPr marL="1600200" indent="-228600" eaLnBrk="0" hangingPunct="0">
              <a:defRPr sz="2400">
                <a:solidFill>
                  <a:schemeClr val="tx1"/>
                </a:solidFill>
                <a:latin typeface="Arial" pitchFamily="34" charset="0"/>
                <a:ea typeface="ＭＳ Ｐゴシック" pitchFamily="34" charset="-128"/>
              </a:defRPr>
            </a:lvl4pPr>
            <a:lvl5pPr marL="2057400" indent="-228600" eaLnBrk="0" hangingPunct="0">
              <a:defRPr sz="2400">
                <a:solidFill>
                  <a:schemeClr val="tx1"/>
                </a:solidFill>
                <a:latin typeface="Arial" pitchFamily="34" charset="0"/>
                <a:ea typeface="ＭＳ Ｐゴシック" pitchFamily="34" charset="-128"/>
              </a:defRPr>
            </a:lvl5pPr>
            <a:lvl6pPr marL="2514600" indent="-228600" defTabSz="457200" eaLnBrk="0" fontAlgn="base" hangingPunct="0">
              <a:spcBef>
                <a:spcPct val="0"/>
              </a:spcBef>
              <a:spcAft>
                <a:spcPct val="0"/>
              </a:spcAft>
              <a:defRPr sz="2400">
                <a:solidFill>
                  <a:schemeClr val="tx1"/>
                </a:solidFill>
                <a:latin typeface="Arial" pitchFamily="34" charset="0"/>
                <a:ea typeface="ＭＳ Ｐゴシック" pitchFamily="34" charset="-128"/>
              </a:defRPr>
            </a:lvl6pPr>
            <a:lvl7pPr marL="2971800" indent="-228600" defTabSz="457200" eaLnBrk="0" fontAlgn="base" hangingPunct="0">
              <a:spcBef>
                <a:spcPct val="0"/>
              </a:spcBef>
              <a:spcAft>
                <a:spcPct val="0"/>
              </a:spcAft>
              <a:defRPr sz="2400">
                <a:solidFill>
                  <a:schemeClr val="tx1"/>
                </a:solidFill>
                <a:latin typeface="Arial" pitchFamily="34" charset="0"/>
                <a:ea typeface="ＭＳ Ｐゴシック" pitchFamily="34" charset="-128"/>
              </a:defRPr>
            </a:lvl7pPr>
            <a:lvl8pPr marL="3429000" indent="-228600" defTabSz="457200" eaLnBrk="0" fontAlgn="base" hangingPunct="0">
              <a:spcBef>
                <a:spcPct val="0"/>
              </a:spcBef>
              <a:spcAft>
                <a:spcPct val="0"/>
              </a:spcAft>
              <a:defRPr sz="2400">
                <a:solidFill>
                  <a:schemeClr val="tx1"/>
                </a:solidFill>
                <a:latin typeface="Arial" pitchFamily="34" charset="0"/>
                <a:ea typeface="ＭＳ Ｐゴシック" pitchFamily="34" charset="-128"/>
              </a:defRPr>
            </a:lvl8pPr>
            <a:lvl9pPr marL="3886200" indent="-228600" defTabSz="457200" eaLnBrk="0" fontAlgn="base" hangingPunct="0">
              <a:spcBef>
                <a:spcPct val="0"/>
              </a:spcBef>
              <a:spcAft>
                <a:spcPct val="0"/>
              </a:spcAft>
              <a:defRPr sz="2400">
                <a:solidFill>
                  <a:schemeClr val="tx1"/>
                </a:solidFill>
                <a:latin typeface="Arial" pitchFamily="34" charset="0"/>
                <a:ea typeface="ＭＳ Ｐゴシック" pitchFamily="34" charset="-128"/>
              </a:defRPr>
            </a:lvl9pPr>
          </a:lstStyle>
          <a:p>
            <a:pPr eaLnBrk="1" hangingPunct="1"/>
            <a:r>
              <a:rPr lang="en-US" altLang="en-US" sz="1800"/>
              <a:t>(function of the parameters            )</a:t>
            </a:r>
          </a:p>
        </p:txBody>
      </p:sp>
      <p:pic>
        <p:nvPicPr>
          <p:cNvPr id="59400" name="Picture 8"/>
          <p:cNvPicPr>
            <a:picLocks noChangeAspect="1"/>
          </p:cNvPicPr>
          <p:nvPr>
            <p:custDataLst>
              <p:tags r:id="rId4"/>
            </p:custDataLst>
          </p:nvPr>
        </p:nvPicPr>
        <p:blipFill>
          <a:blip r:embed="rId11">
            <a:extLst>
              <a:ext uri="{28A0092B-C50C-407E-A947-70E740481C1C}">
                <a14:useLocalDpi xmlns:a14="http://schemas.microsoft.com/office/drawing/2010/main" val="0"/>
              </a:ext>
            </a:extLst>
          </a:blip>
          <a:srcRect/>
          <a:stretch>
            <a:fillRect/>
          </a:stretch>
        </p:blipFill>
        <p:spPr bwMode="auto">
          <a:xfrm>
            <a:off x="8080375" y="1404112"/>
            <a:ext cx="515938" cy="292100"/>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pic>
    </p:spTree>
    <p:extLst>
      <p:ext uri="{BB962C8B-B14F-4D97-AF65-F5344CB8AC3E}">
        <p14:creationId xmlns:p14="http://schemas.microsoft.com/office/powerpoint/2010/main" val="1145062210"/>
      </p:ext>
    </p:extLst>
  </p:cSld>
  <p:clrMapOvr>
    <a:masterClrMapping/>
  </p:clrMapOvr>
  <p:transition spd="slow"/>
</p:sld>
</file>

<file path=ppt/slides/slide29.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pic>
        <p:nvPicPr>
          <p:cNvPr id="60417" name="Picture 2"/>
          <p:cNvPicPr>
            <a:picLocks noChangeAspect="1" noChangeArrowheads="1"/>
          </p:cNvPicPr>
          <p:nvPr/>
        </p:nvPicPr>
        <p:blipFill>
          <a:blip r:embed="rId6">
            <a:extLst>
              <a:ext uri="{28A0092B-C50C-407E-A947-70E740481C1C}">
                <a14:useLocalDpi xmlns:a14="http://schemas.microsoft.com/office/drawing/2010/main" val="0"/>
              </a:ext>
            </a:extLst>
          </a:blip>
          <a:srcRect/>
          <a:stretch>
            <a:fillRect/>
          </a:stretch>
        </p:blipFill>
        <p:spPr bwMode="auto">
          <a:xfrm>
            <a:off x="4525963" y="1630363"/>
            <a:ext cx="4389437" cy="4389437"/>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pic>
      <p:pic>
        <p:nvPicPr>
          <p:cNvPr id="60418" name="Picture 3"/>
          <p:cNvPicPr>
            <a:picLocks noChangeAspect="1" noChangeArrowheads="1"/>
          </p:cNvPicPr>
          <p:nvPr/>
        </p:nvPicPr>
        <p:blipFill>
          <a:blip r:embed="rId7">
            <a:extLst>
              <a:ext uri="{28A0092B-C50C-407E-A947-70E740481C1C}">
                <a14:useLocalDpi xmlns:a14="http://schemas.microsoft.com/office/drawing/2010/main" val="0"/>
              </a:ext>
            </a:extLst>
          </a:blip>
          <a:srcRect/>
          <a:stretch>
            <a:fillRect/>
          </a:stretch>
        </p:blipFill>
        <p:spPr bwMode="auto">
          <a:xfrm>
            <a:off x="228600" y="1630363"/>
            <a:ext cx="4389438" cy="4389437"/>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pic>
      <p:pic>
        <p:nvPicPr>
          <p:cNvPr id="60419" name="Picture 3"/>
          <p:cNvPicPr>
            <a:picLocks noChangeAspect="1"/>
          </p:cNvPicPr>
          <p:nvPr>
            <p:custDataLst>
              <p:tags r:id="rId1"/>
            </p:custDataLst>
          </p:nvPr>
        </p:nvPicPr>
        <p:blipFill>
          <a:blip r:embed="rId8">
            <a:extLst>
              <a:ext uri="{28A0092B-C50C-407E-A947-70E740481C1C}">
                <a14:useLocalDpi xmlns:a14="http://schemas.microsoft.com/office/drawing/2010/main" val="0"/>
              </a:ext>
            </a:extLst>
          </a:blip>
          <a:srcRect/>
          <a:stretch>
            <a:fillRect/>
          </a:stretch>
        </p:blipFill>
        <p:spPr bwMode="auto">
          <a:xfrm>
            <a:off x="2243138" y="736600"/>
            <a:ext cx="679450" cy="407988"/>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pic>
      <p:sp>
        <p:nvSpPr>
          <p:cNvPr id="60420" name="TextBox 4"/>
          <p:cNvSpPr txBox="1">
            <a:spLocks noChangeArrowheads="1"/>
          </p:cNvSpPr>
          <p:nvPr/>
        </p:nvSpPr>
        <p:spPr bwMode="auto">
          <a:xfrm>
            <a:off x="838200" y="1228725"/>
            <a:ext cx="4084638" cy="369888"/>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wrap="none">
            <a:spAutoFit/>
          </a:bodyPr>
          <a:lstStyle>
            <a:lvl1pPr eaLnBrk="0" hangingPunct="0">
              <a:defRPr sz="2400">
                <a:solidFill>
                  <a:schemeClr val="tx1"/>
                </a:solidFill>
                <a:latin typeface="Arial" pitchFamily="34" charset="0"/>
                <a:ea typeface="ＭＳ Ｐゴシック" pitchFamily="34" charset="-128"/>
              </a:defRPr>
            </a:lvl1pPr>
            <a:lvl2pPr marL="742950" indent="-285750" eaLnBrk="0" hangingPunct="0">
              <a:defRPr sz="2400">
                <a:solidFill>
                  <a:schemeClr val="tx1"/>
                </a:solidFill>
                <a:latin typeface="Arial" pitchFamily="34" charset="0"/>
                <a:ea typeface="ＭＳ Ｐゴシック" pitchFamily="34" charset="-128"/>
              </a:defRPr>
            </a:lvl2pPr>
            <a:lvl3pPr marL="1143000" indent="-228600" eaLnBrk="0" hangingPunct="0">
              <a:defRPr sz="2400">
                <a:solidFill>
                  <a:schemeClr val="tx1"/>
                </a:solidFill>
                <a:latin typeface="Arial" pitchFamily="34" charset="0"/>
                <a:ea typeface="ＭＳ Ｐゴシック" pitchFamily="34" charset="-128"/>
              </a:defRPr>
            </a:lvl3pPr>
            <a:lvl4pPr marL="1600200" indent="-228600" eaLnBrk="0" hangingPunct="0">
              <a:defRPr sz="2400">
                <a:solidFill>
                  <a:schemeClr val="tx1"/>
                </a:solidFill>
                <a:latin typeface="Arial" pitchFamily="34" charset="0"/>
                <a:ea typeface="ＭＳ Ｐゴシック" pitchFamily="34" charset="-128"/>
              </a:defRPr>
            </a:lvl4pPr>
            <a:lvl5pPr marL="2057400" indent="-228600" eaLnBrk="0" hangingPunct="0">
              <a:defRPr sz="2400">
                <a:solidFill>
                  <a:schemeClr val="tx1"/>
                </a:solidFill>
                <a:latin typeface="Arial" pitchFamily="34" charset="0"/>
                <a:ea typeface="ＭＳ Ｐゴシック" pitchFamily="34" charset="-128"/>
              </a:defRPr>
            </a:lvl5pPr>
            <a:lvl6pPr marL="2514600" indent="-228600" defTabSz="457200" eaLnBrk="0" fontAlgn="base" hangingPunct="0">
              <a:spcBef>
                <a:spcPct val="0"/>
              </a:spcBef>
              <a:spcAft>
                <a:spcPct val="0"/>
              </a:spcAft>
              <a:defRPr sz="2400">
                <a:solidFill>
                  <a:schemeClr val="tx1"/>
                </a:solidFill>
                <a:latin typeface="Arial" pitchFamily="34" charset="0"/>
                <a:ea typeface="ＭＳ Ｐゴシック" pitchFamily="34" charset="-128"/>
              </a:defRPr>
            </a:lvl6pPr>
            <a:lvl7pPr marL="2971800" indent="-228600" defTabSz="457200" eaLnBrk="0" fontAlgn="base" hangingPunct="0">
              <a:spcBef>
                <a:spcPct val="0"/>
              </a:spcBef>
              <a:spcAft>
                <a:spcPct val="0"/>
              </a:spcAft>
              <a:defRPr sz="2400">
                <a:solidFill>
                  <a:schemeClr val="tx1"/>
                </a:solidFill>
                <a:latin typeface="Arial" pitchFamily="34" charset="0"/>
                <a:ea typeface="ＭＳ Ｐゴシック" pitchFamily="34" charset="-128"/>
              </a:defRPr>
            </a:lvl7pPr>
            <a:lvl8pPr marL="3429000" indent="-228600" defTabSz="457200" eaLnBrk="0" fontAlgn="base" hangingPunct="0">
              <a:spcBef>
                <a:spcPct val="0"/>
              </a:spcBef>
              <a:spcAft>
                <a:spcPct val="0"/>
              </a:spcAft>
              <a:defRPr sz="2400">
                <a:solidFill>
                  <a:schemeClr val="tx1"/>
                </a:solidFill>
                <a:latin typeface="Arial" pitchFamily="34" charset="0"/>
                <a:ea typeface="ＭＳ Ｐゴシック" pitchFamily="34" charset="-128"/>
              </a:defRPr>
            </a:lvl8pPr>
            <a:lvl9pPr marL="3886200" indent="-228600" defTabSz="457200" eaLnBrk="0" fontAlgn="base" hangingPunct="0">
              <a:spcBef>
                <a:spcPct val="0"/>
              </a:spcBef>
              <a:spcAft>
                <a:spcPct val="0"/>
              </a:spcAft>
              <a:defRPr sz="2400">
                <a:solidFill>
                  <a:schemeClr val="tx1"/>
                </a:solidFill>
                <a:latin typeface="Arial" pitchFamily="34" charset="0"/>
                <a:ea typeface="ＭＳ Ｐゴシック" pitchFamily="34" charset="-128"/>
              </a:defRPr>
            </a:lvl9pPr>
          </a:lstStyle>
          <a:p>
            <a:pPr eaLnBrk="1" hangingPunct="1"/>
            <a:r>
              <a:rPr lang="en-US" altLang="en-US" sz="1800"/>
              <a:t>(for fixed           , this is a function of x)</a:t>
            </a:r>
          </a:p>
        </p:txBody>
      </p:sp>
      <p:pic>
        <p:nvPicPr>
          <p:cNvPr id="60421" name="Picture 5"/>
          <p:cNvPicPr>
            <a:picLocks noChangeAspect="1"/>
          </p:cNvPicPr>
          <p:nvPr>
            <p:custDataLst>
              <p:tags r:id="rId2"/>
            </p:custDataLst>
          </p:nvPr>
        </p:nvPicPr>
        <p:blipFill>
          <a:blip r:embed="rId9">
            <a:extLst>
              <a:ext uri="{28A0092B-C50C-407E-A947-70E740481C1C}">
                <a14:useLocalDpi xmlns:a14="http://schemas.microsoft.com/office/drawing/2010/main" val="0"/>
              </a:ext>
            </a:extLst>
          </a:blip>
          <a:srcRect/>
          <a:stretch>
            <a:fillRect/>
          </a:stretch>
        </p:blipFill>
        <p:spPr bwMode="auto">
          <a:xfrm>
            <a:off x="1819275" y="1346200"/>
            <a:ext cx="519113" cy="296863"/>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pic>
      <p:pic>
        <p:nvPicPr>
          <p:cNvPr id="60422" name="Picture 6"/>
          <p:cNvPicPr>
            <a:picLocks noChangeAspect="1"/>
          </p:cNvPicPr>
          <p:nvPr>
            <p:custDataLst>
              <p:tags r:id="rId3"/>
            </p:custDataLst>
          </p:nvPr>
        </p:nvPicPr>
        <p:blipFill>
          <a:blip r:embed="rId10" cstate="print">
            <a:extLst>
              <a:ext uri="{28A0092B-C50C-407E-A947-70E740481C1C}">
                <a14:useLocalDpi xmlns:a14="http://schemas.microsoft.com/office/drawing/2010/main" val="0"/>
              </a:ext>
            </a:extLst>
          </a:blip>
          <a:srcRect/>
          <a:stretch>
            <a:fillRect/>
          </a:stretch>
        </p:blipFill>
        <p:spPr bwMode="auto">
          <a:xfrm>
            <a:off x="6550025" y="736600"/>
            <a:ext cx="1077913" cy="407988"/>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pic>
      <p:sp>
        <p:nvSpPr>
          <p:cNvPr id="60423" name="TextBox 7"/>
          <p:cNvSpPr txBox="1">
            <a:spLocks noChangeArrowheads="1"/>
          </p:cNvSpPr>
          <p:nvPr/>
        </p:nvSpPr>
        <p:spPr bwMode="auto">
          <a:xfrm>
            <a:off x="5327650" y="1228725"/>
            <a:ext cx="3790950" cy="369888"/>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wrap="none">
            <a:spAutoFit/>
          </a:bodyPr>
          <a:lstStyle>
            <a:lvl1pPr eaLnBrk="0" hangingPunct="0">
              <a:defRPr sz="2400">
                <a:solidFill>
                  <a:schemeClr val="tx1"/>
                </a:solidFill>
                <a:latin typeface="Arial" pitchFamily="34" charset="0"/>
                <a:ea typeface="ＭＳ Ｐゴシック" pitchFamily="34" charset="-128"/>
              </a:defRPr>
            </a:lvl1pPr>
            <a:lvl2pPr marL="742950" indent="-285750" eaLnBrk="0" hangingPunct="0">
              <a:defRPr sz="2400">
                <a:solidFill>
                  <a:schemeClr val="tx1"/>
                </a:solidFill>
                <a:latin typeface="Arial" pitchFamily="34" charset="0"/>
                <a:ea typeface="ＭＳ Ｐゴシック" pitchFamily="34" charset="-128"/>
              </a:defRPr>
            </a:lvl2pPr>
            <a:lvl3pPr marL="1143000" indent="-228600" eaLnBrk="0" hangingPunct="0">
              <a:defRPr sz="2400">
                <a:solidFill>
                  <a:schemeClr val="tx1"/>
                </a:solidFill>
                <a:latin typeface="Arial" pitchFamily="34" charset="0"/>
                <a:ea typeface="ＭＳ Ｐゴシック" pitchFamily="34" charset="-128"/>
              </a:defRPr>
            </a:lvl3pPr>
            <a:lvl4pPr marL="1600200" indent="-228600" eaLnBrk="0" hangingPunct="0">
              <a:defRPr sz="2400">
                <a:solidFill>
                  <a:schemeClr val="tx1"/>
                </a:solidFill>
                <a:latin typeface="Arial" pitchFamily="34" charset="0"/>
                <a:ea typeface="ＭＳ Ｐゴシック" pitchFamily="34" charset="-128"/>
              </a:defRPr>
            </a:lvl4pPr>
            <a:lvl5pPr marL="2057400" indent="-228600" eaLnBrk="0" hangingPunct="0">
              <a:defRPr sz="2400">
                <a:solidFill>
                  <a:schemeClr val="tx1"/>
                </a:solidFill>
                <a:latin typeface="Arial" pitchFamily="34" charset="0"/>
                <a:ea typeface="ＭＳ Ｐゴシック" pitchFamily="34" charset="-128"/>
              </a:defRPr>
            </a:lvl5pPr>
            <a:lvl6pPr marL="2514600" indent="-228600" defTabSz="457200" eaLnBrk="0" fontAlgn="base" hangingPunct="0">
              <a:spcBef>
                <a:spcPct val="0"/>
              </a:spcBef>
              <a:spcAft>
                <a:spcPct val="0"/>
              </a:spcAft>
              <a:defRPr sz="2400">
                <a:solidFill>
                  <a:schemeClr val="tx1"/>
                </a:solidFill>
                <a:latin typeface="Arial" pitchFamily="34" charset="0"/>
                <a:ea typeface="ＭＳ Ｐゴシック" pitchFamily="34" charset="-128"/>
              </a:defRPr>
            </a:lvl6pPr>
            <a:lvl7pPr marL="2971800" indent="-228600" defTabSz="457200" eaLnBrk="0" fontAlgn="base" hangingPunct="0">
              <a:spcBef>
                <a:spcPct val="0"/>
              </a:spcBef>
              <a:spcAft>
                <a:spcPct val="0"/>
              </a:spcAft>
              <a:defRPr sz="2400">
                <a:solidFill>
                  <a:schemeClr val="tx1"/>
                </a:solidFill>
                <a:latin typeface="Arial" pitchFamily="34" charset="0"/>
                <a:ea typeface="ＭＳ Ｐゴシック" pitchFamily="34" charset="-128"/>
              </a:defRPr>
            </a:lvl7pPr>
            <a:lvl8pPr marL="3429000" indent="-228600" defTabSz="457200" eaLnBrk="0" fontAlgn="base" hangingPunct="0">
              <a:spcBef>
                <a:spcPct val="0"/>
              </a:spcBef>
              <a:spcAft>
                <a:spcPct val="0"/>
              </a:spcAft>
              <a:defRPr sz="2400">
                <a:solidFill>
                  <a:schemeClr val="tx1"/>
                </a:solidFill>
                <a:latin typeface="Arial" pitchFamily="34" charset="0"/>
                <a:ea typeface="ＭＳ Ｐゴシック" pitchFamily="34" charset="-128"/>
              </a:defRPr>
            </a:lvl8pPr>
            <a:lvl9pPr marL="3886200" indent="-228600" defTabSz="457200" eaLnBrk="0" fontAlgn="base" hangingPunct="0">
              <a:spcBef>
                <a:spcPct val="0"/>
              </a:spcBef>
              <a:spcAft>
                <a:spcPct val="0"/>
              </a:spcAft>
              <a:defRPr sz="2400">
                <a:solidFill>
                  <a:schemeClr val="tx1"/>
                </a:solidFill>
                <a:latin typeface="Arial" pitchFamily="34" charset="0"/>
                <a:ea typeface="ＭＳ Ｐゴシック" pitchFamily="34" charset="-128"/>
              </a:defRPr>
            </a:lvl9pPr>
          </a:lstStyle>
          <a:p>
            <a:pPr eaLnBrk="1" hangingPunct="1"/>
            <a:r>
              <a:rPr lang="en-US" altLang="en-US" sz="1800"/>
              <a:t>(function of the parameters            )</a:t>
            </a:r>
          </a:p>
        </p:txBody>
      </p:sp>
      <p:pic>
        <p:nvPicPr>
          <p:cNvPr id="60424" name="Picture 8"/>
          <p:cNvPicPr>
            <a:picLocks noChangeAspect="1"/>
          </p:cNvPicPr>
          <p:nvPr>
            <p:custDataLst>
              <p:tags r:id="rId4"/>
            </p:custDataLst>
          </p:nvPr>
        </p:nvPicPr>
        <p:blipFill>
          <a:blip r:embed="rId11">
            <a:extLst>
              <a:ext uri="{28A0092B-C50C-407E-A947-70E740481C1C}">
                <a14:useLocalDpi xmlns:a14="http://schemas.microsoft.com/office/drawing/2010/main" val="0"/>
              </a:ext>
            </a:extLst>
          </a:blip>
          <a:srcRect/>
          <a:stretch>
            <a:fillRect/>
          </a:stretch>
        </p:blipFill>
        <p:spPr bwMode="auto">
          <a:xfrm>
            <a:off x="8080375" y="1346200"/>
            <a:ext cx="515938" cy="292100"/>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pic>
    </p:spTree>
    <p:extLst>
      <p:ext uri="{BB962C8B-B14F-4D97-AF65-F5344CB8AC3E}">
        <p14:creationId xmlns:p14="http://schemas.microsoft.com/office/powerpoint/2010/main" val="1489380660"/>
      </p:ext>
    </p:extLst>
  </p:cSld>
  <p:clrMapOvr>
    <a:masterClrMapping/>
  </p:clrMapOvr>
  <p:transition spd="slow"/>
</p:sld>
</file>

<file path=ppt/slides/slide30.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p:txBody>
          <a:bodyPr>
            <a:normAutofit/>
          </a:bodyPr>
          <a:lstStyle/>
          <a:p>
            <a:r>
              <a:rPr lang="ja-JP" altLang="en-US" b="1" dirty="0"/>
              <a:t>“</a:t>
            </a:r>
            <a:r>
              <a:rPr lang="en-US" altLang="ja-JP" b="1" dirty="0"/>
              <a:t>Batch</a:t>
            </a:r>
            <a:r>
              <a:rPr lang="ja-JP" altLang="en-US" b="1" dirty="0"/>
              <a:t>”</a:t>
            </a:r>
            <a:r>
              <a:rPr lang="en-US" altLang="ja-JP" b="1" dirty="0"/>
              <a:t> Gradient Descent</a:t>
            </a:r>
            <a:endParaRPr lang="en-US" altLang="en-US" b="1" dirty="0"/>
          </a:p>
        </p:txBody>
      </p:sp>
      <p:sp>
        <p:nvSpPr>
          <p:cNvPr id="3" name="Content Placeholder 2"/>
          <p:cNvSpPr>
            <a:spLocks noGrp="1"/>
          </p:cNvSpPr>
          <p:nvPr>
            <p:ph idx="1"/>
          </p:nvPr>
        </p:nvSpPr>
        <p:spPr/>
        <p:txBody>
          <a:bodyPr/>
          <a:lstStyle/>
          <a:p>
            <a:r>
              <a:rPr lang="ja-JP" altLang="en-US" dirty="0"/>
              <a:t>“</a:t>
            </a:r>
            <a:r>
              <a:rPr lang="en-US" altLang="ja-JP" dirty="0"/>
              <a:t>Batch</a:t>
            </a:r>
            <a:r>
              <a:rPr lang="ja-JP" altLang="en-US" dirty="0"/>
              <a:t>”</a:t>
            </a:r>
            <a:r>
              <a:rPr lang="en-US" altLang="ja-JP" dirty="0"/>
              <a:t>: Each step of gradient descent uses all the training examples.</a:t>
            </a:r>
          </a:p>
          <a:p>
            <a:endParaRPr lang="en-US" altLang="en-US" dirty="0"/>
          </a:p>
          <a:p>
            <a:r>
              <a:rPr lang="en-US" altLang="en-US" dirty="0"/>
              <a:t>Alternative: process part of the dataset for each step of the algorithm.</a:t>
            </a:r>
          </a:p>
          <a:p>
            <a:endParaRPr lang="en-GB" dirty="0"/>
          </a:p>
        </p:txBody>
      </p:sp>
    </p:spTree>
    <p:extLst>
      <p:ext uri="{BB962C8B-B14F-4D97-AF65-F5344CB8AC3E}">
        <p14:creationId xmlns:p14="http://schemas.microsoft.com/office/powerpoint/2010/main" val="2187081707"/>
      </p:ext>
    </p:extLst>
  </p:cSld>
  <p:clrMapOvr>
    <a:masterClrMapping/>
  </p:clrMapOvr>
</p:sld>
</file>

<file path=ppt/slides/slide31.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GB" dirty="0"/>
              <a:t>Multiple features</a:t>
            </a:r>
          </a:p>
        </p:txBody>
      </p:sp>
      <p:graphicFrame>
        <p:nvGraphicFramePr>
          <p:cNvPr id="4" name="Table 3"/>
          <p:cNvGraphicFramePr>
            <a:graphicFrameLocks noGrp="1"/>
          </p:cNvGraphicFramePr>
          <p:nvPr>
            <p:extLst>
              <p:ext uri="{D42A27DB-BD31-4B8C-83A1-F6EECF244321}">
                <p14:modId xmlns:p14="http://schemas.microsoft.com/office/powerpoint/2010/main" val="2850316921"/>
              </p:ext>
            </p:extLst>
          </p:nvPr>
        </p:nvGraphicFramePr>
        <p:xfrm>
          <a:off x="1524000" y="1447800"/>
          <a:ext cx="7543800" cy="2886077"/>
        </p:xfrm>
        <a:graphic>
          <a:graphicData uri="http://schemas.openxmlformats.org/drawingml/2006/table">
            <a:tbl>
              <a:tblPr/>
              <a:tblGrid>
                <a:gridCol w="1143000">
                  <a:extLst>
                    <a:ext uri="{9D8B030D-6E8A-4147-A177-3AD203B41FA5}">
                      <a16:colId xmlns:a16="http://schemas.microsoft.com/office/drawing/2014/main" val="20000"/>
                    </a:ext>
                  </a:extLst>
                </a:gridCol>
                <a:gridCol w="1143000">
                  <a:extLst>
                    <a:ext uri="{9D8B030D-6E8A-4147-A177-3AD203B41FA5}">
                      <a16:colId xmlns:a16="http://schemas.microsoft.com/office/drawing/2014/main" val="20001"/>
                    </a:ext>
                  </a:extLst>
                </a:gridCol>
                <a:gridCol w="1295400">
                  <a:extLst>
                    <a:ext uri="{9D8B030D-6E8A-4147-A177-3AD203B41FA5}">
                      <a16:colId xmlns:a16="http://schemas.microsoft.com/office/drawing/2014/main" val="20002"/>
                    </a:ext>
                  </a:extLst>
                </a:gridCol>
                <a:gridCol w="990600">
                  <a:extLst>
                    <a:ext uri="{9D8B030D-6E8A-4147-A177-3AD203B41FA5}">
                      <a16:colId xmlns:a16="http://schemas.microsoft.com/office/drawing/2014/main" val="20003"/>
                    </a:ext>
                  </a:extLst>
                </a:gridCol>
                <a:gridCol w="1447800">
                  <a:extLst>
                    <a:ext uri="{9D8B030D-6E8A-4147-A177-3AD203B41FA5}">
                      <a16:colId xmlns:a16="http://schemas.microsoft.com/office/drawing/2014/main" val="20004"/>
                    </a:ext>
                  </a:extLst>
                </a:gridCol>
                <a:gridCol w="1524000">
                  <a:extLst>
                    <a:ext uri="{9D8B030D-6E8A-4147-A177-3AD203B41FA5}">
                      <a16:colId xmlns:a16="http://schemas.microsoft.com/office/drawing/2014/main" val="20005"/>
                    </a:ext>
                  </a:extLst>
                </a:gridCol>
              </a:tblGrid>
              <a:tr h="1381125">
                <a:tc>
                  <a:txBody>
                    <a:bodyPr/>
                    <a:lstStyle>
                      <a:lvl1pPr eaLnBrk="0" hangingPunct="0">
                        <a:spcBef>
                          <a:spcPct val="20000"/>
                        </a:spcBef>
                        <a:buFont typeface="Arial" pitchFamily="34" charset="0"/>
                        <a:defRPr sz="2800">
                          <a:solidFill>
                            <a:schemeClr val="tx1"/>
                          </a:solidFill>
                          <a:latin typeface="Calibri" pitchFamily="34" charset="0"/>
                          <a:ea typeface="ＭＳ Ｐゴシック" pitchFamily="34" charset="-128"/>
                        </a:defRPr>
                      </a:lvl1pPr>
                      <a:lvl2pPr marL="742950" indent="-285750" eaLnBrk="0" hangingPunct="0">
                        <a:spcBef>
                          <a:spcPct val="20000"/>
                        </a:spcBef>
                        <a:buFont typeface="Arial" pitchFamily="34" charset="0"/>
                        <a:defRPr sz="2400">
                          <a:solidFill>
                            <a:schemeClr val="tx1"/>
                          </a:solidFill>
                          <a:latin typeface="Calibri" pitchFamily="34" charset="0"/>
                          <a:ea typeface="ＭＳ Ｐゴシック" pitchFamily="34" charset="-128"/>
                        </a:defRPr>
                      </a:lvl2pPr>
                      <a:lvl3pPr marL="1143000" indent="-228600" eaLnBrk="0" hangingPunct="0">
                        <a:spcBef>
                          <a:spcPct val="20000"/>
                        </a:spcBef>
                        <a:buFont typeface="Arial" pitchFamily="34" charset="0"/>
                        <a:defRPr sz="2000">
                          <a:solidFill>
                            <a:schemeClr val="tx1"/>
                          </a:solidFill>
                          <a:latin typeface="Calibri" pitchFamily="34" charset="0"/>
                          <a:ea typeface="ＭＳ Ｐゴシック" pitchFamily="34" charset="-128"/>
                        </a:defRPr>
                      </a:lvl3pPr>
                      <a:lvl4pPr marL="1600200" indent="-228600" eaLnBrk="0" hangingPunct="0">
                        <a:spcBef>
                          <a:spcPct val="20000"/>
                        </a:spcBef>
                        <a:buFont typeface="Arial" pitchFamily="34" charset="0"/>
                        <a:defRPr>
                          <a:solidFill>
                            <a:schemeClr val="tx1"/>
                          </a:solidFill>
                          <a:latin typeface="Calibri" pitchFamily="34" charset="0"/>
                          <a:ea typeface="ＭＳ Ｐゴシック" pitchFamily="34" charset="-128"/>
                        </a:defRPr>
                      </a:lvl4pPr>
                      <a:lvl5pPr marL="2057400" indent="-228600" eaLnBrk="0" hangingPunct="0">
                        <a:spcBef>
                          <a:spcPct val="20000"/>
                        </a:spcBef>
                        <a:buFont typeface="Arial" pitchFamily="34" charset="0"/>
                        <a:defRPr>
                          <a:solidFill>
                            <a:schemeClr val="tx1"/>
                          </a:solidFill>
                          <a:latin typeface="Calibri" pitchFamily="34" charset="0"/>
                          <a:ea typeface="ＭＳ Ｐゴシック" pitchFamily="34" charset="-128"/>
                        </a:defRPr>
                      </a:lvl5pPr>
                      <a:lvl6pPr marL="2514600" indent="-228600" defTabSz="457200" eaLnBrk="0" fontAlgn="base" hangingPunct="0">
                        <a:spcBef>
                          <a:spcPct val="20000"/>
                        </a:spcBef>
                        <a:spcAft>
                          <a:spcPct val="0"/>
                        </a:spcAft>
                        <a:buFont typeface="Arial" pitchFamily="34" charset="0"/>
                        <a:defRPr>
                          <a:solidFill>
                            <a:schemeClr val="tx1"/>
                          </a:solidFill>
                          <a:latin typeface="Calibri" pitchFamily="34" charset="0"/>
                          <a:ea typeface="ＭＳ Ｐゴシック" pitchFamily="34" charset="-128"/>
                        </a:defRPr>
                      </a:lvl6pPr>
                      <a:lvl7pPr marL="2971800" indent="-228600" defTabSz="457200" eaLnBrk="0" fontAlgn="base" hangingPunct="0">
                        <a:spcBef>
                          <a:spcPct val="20000"/>
                        </a:spcBef>
                        <a:spcAft>
                          <a:spcPct val="0"/>
                        </a:spcAft>
                        <a:buFont typeface="Arial" pitchFamily="34" charset="0"/>
                        <a:defRPr>
                          <a:solidFill>
                            <a:schemeClr val="tx1"/>
                          </a:solidFill>
                          <a:latin typeface="Calibri" pitchFamily="34" charset="0"/>
                          <a:ea typeface="ＭＳ Ｐゴシック" pitchFamily="34" charset="-128"/>
                        </a:defRPr>
                      </a:lvl7pPr>
                      <a:lvl8pPr marL="3429000" indent="-228600" defTabSz="457200" eaLnBrk="0" fontAlgn="base" hangingPunct="0">
                        <a:spcBef>
                          <a:spcPct val="20000"/>
                        </a:spcBef>
                        <a:spcAft>
                          <a:spcPct val="0"/>
                        </a:spcAft>
                        <a:buFont typeface="Arial" pitchFamily="34" charset="0"/>
                        <a:defRPr>
                          <a:solidFill>
                            <a:schemeClr val="tx1"/>
                          </a:solidFill>
                          <a:latin typeface="Calibri" pitchFamily="34" charset="0"/>
                          <a:ea typeface="ＭＳ Ｐゴシック" pitchFamily="34" charset="-128"/>
                        </a:defRPr>
                      </a:lvl8pPr>
                      <a:lvl9pPr marL="3886200" indent="-228600" defTabSz="457200" eaLnBrk="0" fontAlgn="base" hangingPunct="0">
                        <a:spcBef>
                          <a:spcPct val="20000"/>
                        </a:spcBef>
                        <a:spcAft>
                          <a:spcPct val="0"/>
                        </a:spcAft>
                        <a:buFont typeface="Arial" pitchFamily="34" charset="0"/>
                        <a:defRPr>
                          <a:solidFill>
                            <a:schemeClr val="tx1"/>
                          </a:solidFill>
                          <a:latin typeface="Calibri" pitchFamily="34" charset="0"/>
                          <a:ea typeface="ＭＳ Ｐゴシック" pitchFamily="34" charset="-128"/>
                        </a:defRPr>
                      </a:lvl9pPr>
                    </a:lstStyle>
                    <a:p>
                      <a:pPr marL="0" marR="0" lvl="0" indent="0" algn="ctr" defTabSz="457200" rtl="0" eaLnBrk="1" fontAlgn="b" latinLnBrk="0" hangingPunct="1">
                        <a:lnSpc>
                          <a:spcPct val="100000"/>
                        </a:lnSpc>
                        <a:spcBef>
                          <a:spcPct val="0"/>
                        </a:spcBef>
                        <a:spcAft>
                          <a:spcPct val="0"/>
                        </a:spcAft>
                        <a:buClrTx/>
                        <a:buSzTx/>
                        <a:buFontTx/>
                        <a:buNone/>
                        <a:tabLst/>
                      </a:pPr>
                      <a:endParaRPr kumimoji="0" lang="en-US" altLang="en-US" sz="2700" b="1" i="0" u="none" strike="noStrike" cap="none" normalizeH="0" baseline="0" dirty="0">
                        <a:ln>
                          <a:noFill/>
                        </a:ln>
                        <a:solidFill>
                          <a:srgbClr val="000000"/>
                        </a:solidFill>
                        <a:effectLst/>
                        <a:latin typeface="Calibri" pitchFamily="34" charset="0"/>
                        <a:ea typeface="ＭＳ Ｐゴシック" pitchFamily="34" charset="-128"/>
                      </a:endParaRPr>
                    </a:p>
                  </a:txBody>
                  <a:tcPr marL="7620" marR="7620" marT="10158" marB="0" anchor="b" horzOverflow="overflow">
                    <a:lnL>
                      <a:noFill/>
                    </a:lnL>
                    <a:lnR w="12700" cap="flat" cmpd="sng" algn="ctr">
                      <a:solidFill>
                        <a:schemeClr val="tx1"/>
                      </a:solidFill>
                      <a:prstDash val="solid"/>
                      <a:round/>
                      <a:headEnd type="none" w="med" len="med"/>
                      <a:tailEnd type="none" w="med" len="med"/>
                    </a:lnR>
                    <a:lnT>
                      <a:noFill/>
                    </a:lnT>
                    <a:lnB w="12700" cap="flat" cmpd="sng" algn="ctr">
                      <a:solidFill>
                        <a:schemeClr val="tx1"/>
                      </a:solidFill>
                      <a:prstDash val="solid"/>
                      <a:round/>
                      <a:headEnd type="none" w="med" len="med"/>
                      <a:tailEnd type="none" w="med" len="med"/>
                    </a:lnB>
                    <a:lnTlToBr>
                      <a:noFill/>
                    </a:lnTlToBr>
                    <a:lnBlToTr>
                      <a:noFill/>
                    </a:lnBlToTr>
                    <a:solidFill>
                      <a:schemeClr val="bg1"/>
                    </a:solidFill>
                  </a:tcPr>
                </a:tc>
                <a:tc>
                  <a:txBody>
                    <a:bodyPr/>
                    <a:lstStyle>
                      <a:lvl1pPr eaLnBrk="0" hangingPunct="0">
                        <a:spcBef>
                          <a:spcPct val="20000"/>
                        </a:spcBef>
                        <a:buFont typeface="Arial" pitchFamily="34" charset="0"/>
                        <a:defRPr sz="2800">
                          <a:solidFill>
                            <a:schemeClr val="tx1"/>
                          </a:solidFill>
                          <a:latin typeface="Calibri" pitchFamily="34" charset="0"/>
                          <a:ea typeface="ＭＳ Ｐゴシック" pitchFamily="34" charset="-128"/>
                        </a:defRPr>
                      </a:lvl1pPr>
                      <a:lvl2pPr marL="742950" indent="-285750" eaLnBrk="0" hangingPunct="0">
                        <a:spcBef>
                          <a:spcPct val="20000"/>
                        </a:spcBef>
                        <a:buFont typeface="Arial" pitchFamily="34" charset="0"/>
                        <a:defRPr sz="2400">
                          <a:solidFill>
                            <a:schemeClr val="tx1"/>
                          </a:solidFill>
                          <a:latin typeface="Calibri" pitchFamily="34" charset="0"/>
                          <a:ea typeface="ＭＳ Ｐゴシック" pitchFamily="34" charset="-128"/>
                        </a:defRPr>
                      </a:lvl2pPr>
                      <a:lvl3pPr marL="1143000" indent="-228600" eaLnBrk="0" hangingPunct="0">
                        <a:spcBef>
                          <a:spcPct val="20000"/>
                        </a:spcBef>
                        <a:buFont typeface="Arial" pitchFamily="34" charset="0"/>
                        <a:defRPr sz="2000">
                          <a:solidFill>
                            <a:schemeClr val="tx1"/>
                          </a:solidFill>
                          <a:latin typeface="Calibri" pitchFamily="34" charset="0"/>
                          <a:ea typeface="ＭＳ Ｐゴシック" pitchFamily="34" charset="-128"/>
                        </a:defRPr>
                      </a:lvl3pPr>
                      <a:lvl4pPr marL="1600200" indent="-228600" eaLnBrk="0" hangingPunct="0">
                        <a:spcBef>
                          <a:spcPct val="20000"/>
                        </a:spcBef>
                        <a:buFont typeface="Arial" pitchFamily="34" charset="0"/>
                        <a:defRPr>
                          <a:solidFill>
                            <a:schemeClr val="tx1"/>
                          </a:solidFill>
                          <a:latin typeface="Calibri" pitchFamily="34" charset="0"/>
                          <a:ea typeface="ＭＳ Ｐゴシック" pitchFamily="34" charset="-128"/>
                        </a:defRPr>
                      </a:lvl4pPr>
                      <a:lvl5pPr marL="2057400" indent="-228600" eaLnBrk="0" hangingPunct="0">
                        <a:spcBef>
                          <a:spcPct val="20000"/>
                        </a:spcBef>
                        <a:buFont typeface="Arial" pitchFamily="34" charset="0"/>
                        <a:defRPr>
                          <a:solidFill>
                            <a:schemeClr val="tx1"/>
                          </a:solidFill>
                          <a:latin typeface="Calibri" pitchFamily="34" charset="0"/>
                          <a:ea typeface="ＭＳ Ｐゴシック" pitchFamily="34" charset="-128"/>
                        </a:defRPr>
                      </a:lvl5pPr>
                      <a:lvl6pPr marL="2514600" indent="-228600" defTabSz="457200" eaLnBrk="0" fontAlgn="base" hangingPunct="0">
                        <a:spcBef>
                          <a:spcPct val="20000"/>
                        </a:spcBef>
                        <a:spcAft>
                          <a:spcPct val="0"/>
                        </a:spcAft>
                        <a:buFont typeface="Arial" pitchFamily="34" charset="0"/>
                        <a:defRPr>
                          <a:solidFill>
                            <a:schemeClr val="tx1"/>
                          </a:solidFill>
                          <a:latin typeface="Calibri" pitchFamily="34" charset="0"/>
                          <a:ea typeface="ＭＳ Ｐゴシック" pitchFamily="34" charset="-128"/>
                        </a:defRPr>
                      </a:lvl6pPr>
                      <a:lvl7pPr marL="2971800" indent="-228600" defTabSz="457200" eaLnBrk="0" fontAlgn="base" hangingPunct="0">
                        <a:spcBef>
                          <a:spcPct val="20000"/>
                        </a:spcBef>
                        <a:spcAft>
                          <a:spcPct val="0"/>
                        </a:spcAft>
                        <a:buFont typeface="Arial" pitchFamily="34" charset="0"/>
                        <a:defRPr>
                          <a:solidFill>
                            <a:schemeClr val="tx1"/>
                          </a:solidFill>
                          <a:latin typeface="Calibri" pitchFamily="34" charset="0"/>
                          <a:ea typeface="ＭＳ Ｐゴシック" pitchFamily="34" charset="-128"/>
                        </a:defRPr>
                      </a:lvl7pPr>
                      <a:lvl8pPr marL="3429000" indent="-228600" defTabSz="457200" eaLnBrk="0" fontAlgn="base" hangingPunct="0">
                        <a:spcBef>
                          <a:spcPct val="20000"/>
                        </a:spcBef>
                        <a:spcAft>
                          <a:spcPct val="0"/>
                        </a:spcAft>
                        <a:buFont typeface="Arial" pitchFamily="34" charset="0"/>
                        <a:defRPr>
                          <a:solidFill>
                            <a:schemeClr val="tx1"/>
                          </a:solidFill>
                          <a:latin typeface="Calibri" pitchFamily="34" charset="0"/>
                          <a:ea typeface="ＭＳ Ｐゴシック" pitchFamily="34" charset="-128"/>
                        </a:defRPr>
                      </a:lvl8pPr>
                      <a:lvl9pPr marL="3886200" indent="-228600" defTabSz="457200" eaLnBrk="0" fontAlgn="base" hangingPunct="0">
                        <a:spcBef>
                          <a:spcPct val="20000"/>
                        </a:spcBef>
                        <a:spcAft>
                          <a:spcPct val="0"/>
                        </a:spcAft>
                        <a:buFont typeface="Arial" pitchFamily="34" charset="0"/>
                        <a:defRPr>
                          <a:solidFill>
                            <a:schemeClr val="tx1"/>
                          </a:solidFill>
                          <a:latin typeface="Calibri" pitchFamily="34" charset="0"/>
                          <a:ea typeface="ＭＳ Ｐゴシック" pitchFamily="34" charset="-128"/>
                        </a:defRPr>
                      </a:lvl9pPr>
                    </a:lstStyle>
                    <a:p>
                      <a:pPr marL="0" marR="0" lvl="0" indent="0" algn="ctr" defTabSz="457200" rtl="0" eaLnBrk="1" fontAlgn="b" latinLnBrk="0" hangingPunct="1">
                        <a:lnSpc>
                          <a:spcPct val="100000"/>
                        </a:lnSpc>
                        <a:spcBef>
                          <a:spcPct val="0"/>
                        </a:spcBef>
                        <a:spcAft>
                          <a:spcPct val="0"/>
                        </a:spcAft>
                        <a:buClrTx/>
                        <a:buSzTx/>
                        <a:buFontTx/>
                        <a:buNone/>
                        <a:tabLst/>
                      </a:pPr>
                      <a:r>
                        <a:rPr kumimoji="0" lang="en-US" altLang="en-US" sz="2100" b="1" i="0" u="none" strike="noStrike" cap="none" normalizeH="0" baseline="0" dirty="0">
                          <a:ln>
                            <a:noFill/>
                          </a:ln>
                          <a:solidFill>
                            <a:schemeClr val="tx1"/>
                          </a:solidFill>
                          <a:effectLst/>
                          <a:latin typeface="Calibri" pitchFamily="34" charset="0"/>
                          <a:ea typeface="ＭＳ Ｐゴシック" pitchFamily="34" charset="-128"/>
                        </a:rPr>
                        <a:t>Size (feet</a:t>
                      </a:r>
                      <a:r>
                        <a:rPr kumimoji="0" lang="en-US" altLang="en-US" sz="2100" b="1" i="0" u="none" strike="noStrike" cap="none" normalizeH="0" baseline="30000" dirty="0">
                          <a:ln>
                            <a:noFill/>
                          </a:ln>
                          <a:solidFill>
                            <a:schemeClr val="tx1"/>
                          </a:solidFill>
                          <a:effectLst/>
                          <a:latin typeface="Calibri" pitchFamily="34" charset="0"/>
                          <a:ea typeface="ＭＳ Ｐゴシック" pitchFamily="34" charset="-128"/>
                        </a:rPr>
                        <a:t>2</a:t>
                      </a:r>
                      <a:r>
                        <a:rPr kumimoji="0" lang="en-US" altLang="en-US" sz="2100" b="1" i="0" u="none" strike="noStrike" cap="none" normalizeH="0" baseline="0" dirty="0">
                          <a:ln>
                            <a:noFill/>
                          </a:ln>
                          <a:solidFill>
                            <a:schemeClr val="tx1"/>
                          </a:solidFill>
                          <a:effectLst/>
                          <a:latin typeface="Calibri" pitchFamily="34" charset="0"/>
                          <a:ea typeface="ＭＳ Ｐゴシック" pitchFamily="34" charset="-128"/>
                        </a:rPr>
                        <a:t>)</a:t>
                      </a:r>
                    </a:p>
                    <a:p>
                      <a:pPr marL="0" marR="0" lvl="0" indent="0" algn="ctr" defTabSz="457200" rtl="0" eaLnBrk="1" fontAlgn="b" latinLnBrk="0" hangingPunct="1">
                        <a:lnSpc>
                          <a:spcPct val="100000"/>
                        </a:lnSpc>
                        <a:spcBef>
                          <a:spcPct val="0"/>
                        </a:spcBef>
                        <a:spcAft>
                          <a:spcPct val="0"/>
                        </a:spcAft>
                        <a:buClrTx/>
                        <a:buSzTx/>
                        <a:buFontTx/>
                        <a:buNone/>
                        <a:tabLst/>
                      </a:pPr>
                      <a:endParaRPr kumimoji="0" lang="en-US" altLang="en-US" sz="2100" b="1" i="0" u="none" strike="noStrike" cap="none" normalizeH="0" baseline="0" dirty="0">
                        <a:ln>
                          <a:noFill/>
                        </a:ln>
                        <a:solidFill>
                          <a:schemeClr val="tx1"/>
                        </a:solidFill>
                        <a:effectLst/>
                        <a:latin typeface="Calibri" pitchFamily="34" charset="0"/>
                        <a:ea typeface="ＭＳ Ｐゴシック" pitchFamily="34" charset="-128"/>
                      </a:endParaRPr>
                    </a:p>
                  </a:txBody>
                  <a:tcPr marL="7620" marR="7620" marT="10158" marB="0" anchor="b" horzOverflow="overflow">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a:noFill/>
                    </a:lnT>
                    <a:lnB w="12700" cap="flat" cmpd="sng" algn="ctr">
                      <a:solidFill>
                        <a:schemeClr val="tx1"/>
                      </a:solidFill>
                      <a:prstDash val="solid"/>
                      <a:round/>
                      <a:headEnd type="none" w="med" len="med"/>
                      <a:tailEnd type="none" w="med" len="med"/>
                    </a:lnB>
                    <a:lnTlToBr>
                      <a:noFill/>
                    </a:lnTlToBr>
                    <a:lnBlToTr>
                      <a:noFill/>
                    </a:lnBlToTr>
                    <a:solidFill>
                      <a:schemeClr val="bg1"/>
                    </a:solidFill>
                  </a:tcPr>
                </a:tc>
                <a:tc>
                  <a:txBody>
                    <a:bodyPr/>
                    <a:lstStyle>
                      <a:lvl1pPr eaLnBrk="0" hangingPunct="0">
                        <a:spcBef>
                          <a:spcPct val="20000"/>
                        </a:spcBef>
                        <a:buFont typeface="Arial" pitchFamily="34" charset="0"/>
                        <a:defRPr sz="2800">
                          <a:solidFill>
                            <a:schemeClr val="tx1"/>
                          </a:solidFill>
                          <a:latin typeface="Calibri" pitchFamily="34" charset="0"/>
                          <a:ea typeface="ＭＳ Ｐゴシック" pitchFamily="34" charset="-128"/>
                        </a:defRPr>
                      </a:lvl1pPr>
                      <a:lvl2pPr marL="742950" indent="-285750" eaLnBrk="0" hangingPunct="0">
                        <a:spcBef>
                          <a:spcPct val="20000"/>
                        </a:spcBef>
                        <a:buFont typeface="Arial" pitchFamily="34" charset="0"/>
                        <a:defRPr sz="2400">
                          <a:solidFill>
                            <a:schemeClr val="tx1"/>
                          </a:solidFill>
                          <a:latin typeface="Calibri" pitchFamily="34" charset="0"/>
                          <a:ea typeface="ＭＳ Ｐゴシック" pitchFamily="34" charset="-128"/>
                        </a:defRPr>
                      </a:lvl2pPr>
                      <a:lvl3pPr marL="1143000" indent="-228600" eaLnBrk="0" hangingPunct="0">
                        <a:spcBef>
                          <a:spcPct val="20000"/>
                        </a:spcBef>
                        <a:buFont typeface="Arial" pitchFamily="34" charset="0"/>
                        <a:defRPr sz="2000">
                          <a:solidFill>
                            <a:schemeClr val="tx1"/>
                          </a:solidFill>
                          <a:latin typeface="Calibri" pitchFamily="34" charset="0"/>
                          <a:ea typeface="ＭＳ Ｐゴシック" pitchFamily="34" charset="-128"/>
                        </a:defRPr>
                      </a:lvl3pPr>
                      <a:lvl4pPr marL="1600200" indent="-228600" eaLnBrk="0" hangingPunct="0">
                        <a:spcBef>
                          <a:spcPct val="20000"/>
                        </a:spcBef>
                        <a:buFont typeface="Arial" pitchFamily="34" charset="0"/>
                        <a:defRPr>
                          <a:solidFill>
                            <a:schemeClr val="tx1"/>
                          </a:solidFill>
                          <a:latin typeface="Calibri" pitchFamily="34" charset="0"/>
                          <a:ea typeface="ＭＳ Ｐゴシック" pitchFamily="34" charset="-128"/>
                        </a:defRPr>
                      </a:lvl4pPr>
                      <a:lvl5pPr marL="2057400" indent="-228600" eaLnBrk="0" hangingPunct="0">
                        <a:spcBef>
                          <a:spcPct val="20000"/>
                        </a:spcBef>
                        <a:buFont typeface="Arial" pitchFamily="34" charset="0"/>
                        <a:defRPr>
                          <a:solidFill>
                            <a:schemeClr val="tx1"/>
                          </a:solidFill>
                          <a:latin typeface="Calibri" pitchFamily="34" charset="0"/>
                          <a:ea typeface="ＭＳ Ｐゴシック" pitchFamily="34" charset="-128"/>
                        </a:defRPr>
                      </a:lvl5pPr>
                      <a:lvl6pPr marL="2514600" indent="-228600" defTabSz="457200" eaLnBrk="0" fontAlgn="base" hangingPunct="0">
                        <a:spcBef>
                          <a:spcPct val="20000"/>
                        </a:spcBef>
                        <a:spcAft>
                          <a:spcPct val="0"/>
                        </a:spcAft>
                        <a:buFont typeface="Arial" pitchFamily="34" charset="0"/>
                        <a:defRPr>
                          <a:solidFill>
                            <a:schemeClr val="tx1"/>
                          </a:solidFill>
                          <a:latin typeface="Calibri" pitchFamily="34" charset="0"/>
                          <a:ea typeface="ＭＳ Ｐゴシック" pitchFamily="34" charset="-128"/>
                        </a:defRPr>
                      </a:lvl6pPr>
                      <a:lvl7pPr marL="2971800" indent="-228600" defTabSz="457200" eaLnBrk="0" fontAlgn="base" hangingPunct="0">
                        <a:spcBef>
                          <a:spcPct val="20000"/>
                        </a:spcBef>
                        <a:spcAft>
                          <a:spcPct val="0"/>
                        </a:spcAft>
                        <a:buFont typeface="Arial" pitchFamily="34" charset="0"/>
                        <a:defRPr>
                          <a:solidFill>
                            <a:schemeClr val="tx1"/>
                          </a:solidFill>
                          <a:latin typeface="Calibri" pitchFamily="34" charset="0"/>
                          <a:ea typeface="ＭＳ Ｐゴシック" pitchFamily="34" charset="-128"/>
                        </a:defRPr>
                      </a:lvl7pPr>
                      <a:lvl8pPr marL="3429000" indent="-228600" defTabSz="457200" eaLnBrk="0" fontAlgn="base" hangingPunct="0">
                        <a:spcBef>
                          <a:spcPct val="20000"/>
                        </a:spcBef>
                        <a:spcAft>
                          <a:spcPct val="0"/>
                        </a:spcAft>
                        <a:buFont typeface="Arial" pitchFamily="34" charset="0"/>
                        <a:defRPr>
                          <a:solidFill>
                            <a:schemeClr val="tx1"/>
                          </a:solidFill>
                          <a:latin typeface="Calibri" pitchFamily="34" charset="0"/>
                          <a:ea typeface="ＭＳ Ｐゴシック" pitchFamily="34" charset="-128"/>
                        </a:defRPr>
                      </a:lvl8pPr>
                      <a:lvl9pPr marL="3886200" indent="-228600" defTabSz="457200" eaLnBrk="0" fontAlgn="base" hangingPunct="0">
                        <a:spcBef>
                          <a:spcPct val="20000"/>
                        </a:spcBef>
                        <a:spcAft>
                          <a:spcPct val="0"/>
                        </a:spcAft>
                        <a:buFont typeface="Arial" pitchFamily="34" charset="0"/>
                        <a:defRPr>
                          <a:solidFill>
                            <a:schemeClr val="tx1"/>
                          </a:solidFill>
                          <a:latin typeface="Calibri" pitchFamily="34" charset="0"/>
                          <a:ea typeface="ＭＳ Ｐゴシック" pitchFamily="34" charset="-128"/>
                        </a:defRPr>
                      </a:lvl9pPr>
                    </a:lstStyle>
                    <a:p>
                      <a:pPr marL="0" marR="0" lvl="0" indent="0" algn="ctr" defTabSz="457200" rtl="0" eaLnBrk="1" fontAlgn="b" latinLnBrk="0" hangingPunct="1">
                        <a:lnSpc>
                          <a:spcPct val="100000"/>
                        </a:lnSpc>
                        <a:spcBef>
                          <a:spcPct val="0"/>
                        </a:spcBef>
                        <a:spcAft>
                          <a:spcPct val="0"/>
                        </a:spcAft>
                        <a:buClrTx/>
                        <a:buSzTx/>
                        <a:buFontTx/>
                        <a:buNone/>
                        <a:tabLst/>
                      </a:pPr>
                      <a:r>
                        <a:rPr kumimoji="0" lang="en-US" altLang="en-US" sz="2100" b="1" i="0" u="none" strike="noStrike" cap="none" normalizeH="0" baseline="0" dirty="0">
                          <a:ln>
                            <a:noFill/>
                          </a:ln>
                          <a:solidFill>
                            <a:srgbClr val="000000"/>
                          </a:solidFill>
                          <a:effectLst/>
                          <a:latin typeface="Calibri" pitchFamily="34" charset="0"/>
                          <a:ea typeface="ＭＳ Ｐゴシック" pitchFamily="34" charset="-128"/>
                        </a:rPr>
                        <a:t>#bedrooms</a:t>
                      </a:r>
                    </a:p>
                    <a:p>
                      <a:pPr marL="0" marR="0" lvl="0" indent="0" algn="ctr" defTabSz="457200" rtl="0" eaLnBrk="1" fontAlgn="b" latinLnBrk="0" hangingPunct="1">
                        <a:lnSpc>
                          <a:spcPct val="100000"/>
                        </a:lnSpc>
                        <a:spcBef>
                          <a:spcPct val="0"/>
                        </a:spcBef>
                        <a:spcAft>
                          <a:spcPct val="0"/>
                        </a:spcAft>
                        <a:buClrTx/>
                        <a:buSzTx/>
                        <a:buFontTx/>
                        <a:buNone/>
                        <a:tabLst/>
                      </a:pPr>
                      <a:endParaRPr kumimoji="0" lang="en-US" altLang="en-US" sz="2700" b="1" i="0" u="none" strike="noStrike" cap="none" normalizeH="0" baseline="0" dirty="0">
                        <a:ln>
                          <a:noFill/>
                        </a:ln>
                        <a:solidFill>
                          <a:srgbClr val="000000"/>
                        </a:solidFill>
                        <a:effectLst/>
                        <a:latin typeface="Calibri" pitchFamily="34" charset="0"/>
                        <a:ea typeface="ＭＳ Ｐゴシック" pitchFamily="34" charset="-128"/>
                      </a:endParaRPr>
                    </a:p>
                  </a:txBody>
                  <a:tcPr marL="7620" marR="7620" marT="10158" marB="0" anchor="b" horzOverflow="overflow">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a:noFill/>
                    </a:lnT>
                    <a:lnB w="12700" cap="flat" cmpd="sng" algn="ctr">
                      <a:solidFill>
                        <a:schemeClr val="tx1"/>
                      </a:solidFill>
                      <a:prstDash val="solid"/>
                      <a:round/>
                      <a:headEnd type="none" w="med" len="med"/>
                      <a:tailEnd type="none" w="med" len="med"/>
                    </a:lnB>
                    <a:lnTlToBr>
                      <a:noFill/>
                    </a:lnTlToBr>
                    <a:lnBlToTr>
                      <a:noFill/>
                    </a:lnBlToTr>
                    <a:solidFill>
                      <a:schemeClr val="bg1"/>
                    </a:solidFill>
                  </a:tcPr>
                </a:tc>
                <a:tc>
                  <a:txBody>
                    <a:bodyPr/>
                    <a:lstStyle>
                      <a:lvl1pPr eaLnBrk="0" hangingPunct="0">
                        <a:spcBef>
                          <a:spcPct val="20000"/>
                        </a:spcBef>
                        <a:buFont typeface="Arial" pitchFamily="34" charset="0"/>
                        <a:defRPr sz="2800">
                          <a:solidFill>
                            <a:schemeClr val="tx1"/>
                          </a:solidFill>
                          <a:latin typeface="Calibri" pitchFamily="34" charset="0"/>
                          <a:ea typeface="ＭＳ Ｐゴシック" pitchFamily="34" charset="-128"/>
                        </a:defRPr>
                      </a:lvl1pPr>
                      <a:lvl2pPr marL="742950" indent="-285750" eaLnBrk="0" hangingPunct="0">
                        <a:spcBef>
                          <a:spcPct val="20000"/>
                        </a:spcBef>
                        <a:buFont typeface="Arial" pitchFamily="34" charset="0"/>
                        <a:defRPr sz="2400">
                          <a:solidFill>
                            <a:schemeClr val="tx1"/>
                          </a:solidFill>
                          <a:latin typeface="Calibri" pitchFamily="34" charset="0"/>
                          <a:ea typeface="ＭＳ Ｐゴシック" pitchFamily="34" charset="-128"/>
                        </a:defRPr>
                      </a:lvl2pPr>
                      <a:lvl3pPr marL="1143000" indent="-228600" eaLnBrk="0" hangingPunct="0">
                        <a:spcBef>
                          <a:spcPct val="20000"/>
                        </a:spcBef>
                        <a:buFont typeface="Arial" pitchFamily="34" charset="0"/>
                        <a:defRPr sz="2000">
                          <a:solidFill>
                            <a:schemeClr val="tx1"/>
                          </a:solidFill>
                          <a:latin typeface="Calibri" pitchFamily="34" charset="0"/>
                          <a:ea typeface="ＭＳ Ｐゴシック" pitchFamily="34" charset="-128"/>
                        </a:defRPr>
                      </a:lvl3pPr>
                      <a:lvl4pPr marL="1600200" indent="-228600" eaLnBrk="0" hangingPunct="0">
                        <a:spcBef>
                          <a:spcPct val="20000"/>
                        </a:spcBef>
                        <a:buFont typeface="Arial" pitchFamily="34" charset="0"/>
                        <a:defRPr>
                          <a:solidFill>
                            <a:schemeClr val="tx1"/>
                          </a:solidFill>
                          <a:latin typeface="Calibri" pitchFamily="34" charset="0"/>
                          <a:ea typeface="ＭＳ Ｐゴシック" pitchFamily="34" charset="-128"/>
                        </a:defRPr>
                      </a:lvl4pPr>
                      <a:lvl5pPr marL="2057400" indent="-228600" eaLnBrk="0" hangingPunct="0">
                        <a:spcBef>
                          <a:spcPct val="20000"/>
                        </a:spcBef>
                        <a:buFont typeface="Arial" pitchFamily="34" charset="0"/>
                        <a:defRPr>
                          <a:solidFill>
                            <a:schemeClr val="tx1"/>
                          </a:solidFill>
                          <a:latin typeface="Calibri" pitchFamily="34" charset="0"/>
                          <a:ea typeface="ＭＳ Ｐゴシック" pitchFamily="34" charset="-128"/>
                        </a:defRPr>
                      </a:lvl5pPr>
                      <a:lvl6pPr marL="2514600" indent="-228600" defTabSz="457200" eaLnBrk="0" fontAlgn="base" hangingPunct="0">
                        <a:spcBef>
                          <a:spcPct val="20000"/>
                        </a:spcBef>
                        <a:spcAft>
                          <a:spcPct val="0"/>
                        </a:spcAft>
                        <a:buFont typeface="Arial" pitchFamily="34" charset="0"/>
                        <a:defRPr>
                          <a:solidFill>
                            <a:schemeClr val="tx1"/>
                          </a:solidFill>
                          <a:latin typeface="Calibri" pitchFamily="34" charset="0"/>
                          <a:ea typeface="ＭＳ Ｐゴシック" pitchFamily="34" charset="-128"/>
                        </a:defRPr>
                      </a:lvl6pPr>
                      <a:lvl7pPr marL="2971800" indent="-228600" defTabSz="457200" eaLnBrk="0" fontAlgn="base" hangingPunct="0">
                        <a:spcBef>
                          <a:spcPct val="20000"/>
                        </a:spcBef>
                        <a:spcAft>
                          <a:spcPct val="0"/>
                        </a:spcAft>
                        <a:buFont typeface="Arial" pitchFamily="34" charset="0"/>
                        <a:defRPr>
                          <a:solidFill>
                            <a:schemeClr val="tx1"/>
                          </a:solidFill>
                          <a:latin typeface="Calibri" pitchFamily="34" charset="0"/>
                          <a:ea typeface="ＭＳ Ｐゴシック" pitchFamily="34" charset="-128"/>
                        </a:defRPr>
                      </a:lvl7pPr>
                      <a:lvl8pPr marL="3429000" indent="-228600" defTabSz="457200" eaLnBrk="0" fontAlgn="base" hangingPunct="0">
                        <a:spcBef>
                          <a:spcPct val="20000"/>
                        </a:spcBef>
                        <a:spcAft>
                          <a:spcPct val="0"/>
                        </a:spcAft>
                        <a:buFont typeface="Arial" pitchFamily="34" charset="0"/>
                        <a:defRPr>
                          <a:solidFill>
                            <a:schemeClr val="tx1"/>
                          </a:solidFill>
                          <a:latin typeface="Calibri" pitchFamily="34" charset="0"/>
                          <a:ea typeface="ＭＳ Ｐゴシック" pitchFamily="34" charset="-128"/>
                        </a:defRPr>
                      </a:lvl8pPr>
                      <a:lvl9pPr marL="3886200" indent="-228600" defTabSz="457200" eaLnBrk="0" fontAlgn="base" hangingPunct="0">
                        <a:spcBef>
                          <a:spcPct val="20000"/>
                        </a:spcBef>
                        <a:spcAft>
                          <a:spcPct val="0"/>
                        </a:spcAft>
                        <a:buFont typeface="Arial" pitchFamily="34" charset="0"/>
                        <a:defRPr>
                          <a:solidFill>
                            <a:schemeClr val="tx1"/>
                          </a:solidFill>
                          <a:latin typeface="Calibri" pitchFamily="34" charset="0"/>
                          <a:ea typeface="ＭＳ Ｐゴシック" pitchFamily="34" charset="-128"/>
                        </a:defRPr>
                      </a:lvl9pPr>
                    </a:lstStyle>
                    <a:p>
                      <a:pPr marL="0" marR="0" lvl="0" indent="0" algn="ctr" defTabSz="457200" rtl="0" eaLnBrk="1" fontAlgn="b" latinLnBrk="0" hangingPunct="1">
                        <a:lnSpc>
                          <a:spcPct val="100000"/>
                        </a:lnSpc>
                        <a:spcBef>
                          <a:spcPct val="0"/>
                        </a:spcBef>
                        <a:spcAft>
                          <a:spcPct val="0"/>
                        </a:spcAft>
                        <a:buClrTx/>
                        <a:buSzTx/>
                        <a:buFontTx/>
                        <a:buNone/>
                        <a:tabLst/>
                      </a:pPr>
                      <a:r>
                        <a:rPr kumimoji="0" lang="en-US" altLang="en-US" sz="2100" b="1" i="0" u="none" strike="noStrike" cap="none" normalizeH="0" baseline="0" dirty="0">
                          <a:ln>
                            <a:noFill/>
                          </a:ln>
                          <a:solidFill>
                            <a:srgbClr val="000000"/>
                          </a:solidFill>
                          <a:effectLst/>
                          <a:latin typeface="Calibri" pitchFamily="34" charset="0"/>
                          <a:ea typeface="ＭＳ Ｐゴシック" pitchFamily="34" charset="-128"/>
                        </a:rPr>
                        <a:t># floors</a:t>
                      </a:r>
                    </a:p>
                    <a:p>
                      <a:pPr marL="0" marR="0" lvl="0" indent="0" algn="ctr" defTabSz="457200" rtl="0" eaLnBrk="1" fontAlgn="b" latinLnBrk="0" hangingPunct="1">
                        <a:lnSpc>
                          <a:spcPct val="100000"/>
                        </a:lnSpc>
                        <a:spcBef>
                          <a:spcPct val="0"/>
                        </a:spcBef>
                        <a:spcAft>
                          <a:spcPct val="0"/>
                        </a:spcAft>
                        <a:buClrTx/>
                        <a:buSzTx/>
                        <a:buFontTx/>
                        <a:buNone/>
                        <a:tabLst/>
                      </a:pPr>
                      <a:endParaRPr kumimoji="0" lang="en-US" altLang="en-US" sz="2700" b="1" i="0" u="none" strike="noStrike" cap="none" normalizeH="0" baseline="0" dirty="0">
                        <a:ln>
                          <a:noFill/>
                        </a:ln>
                        <a:solidFill>
                          <a:srgbClr val="000000"/>
                        </a:solidFill>
                        <a:effectLst/>
                        <a:latin typeface="Calibri" pitchFamily="34" charset="0"/>
                        <a:ea typeface="ＭＳ Ｐゴシック" pitchFamily="34" charset="-128"/>
                      </a:endParaRPr>
                    </a:p>
                  </a:txBody>
                  <a:tcPr marL="7620" marR="7620" marT="10158" marB="0" anchor="b" horzOverflow="overflow">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a:noFill/>
                    </a:lnT>
                    <a:lnB w="12700" cap="flat" cmpd="sng" algn="ctr">
                      <a:solidFill>
                        <a:schemeClr val="tx1"/>
                      </a:solidFill>
                      <a:prstDash val="solid"/>
                      <a:round/>
                      <a:headEnd type="none" w="med" len="med"/>
                      <a:tailEnd type="none" w="med" len="med"/>
                    </a:lnB>
                    <a:lnTlToBr>
                      <a:noFill/>
                    </a:lnTlToBr>
                    <a:lnBlToTr>
                      <a:noFill/>
                    </a:lnBlToTr>
                    <a:solidFill>
                      <a:schemeClr val="bg1"/>
                    </a:solidFill>
                  </a:tcPr>
                </a:tc>
                <a:tc>
                  <a:txBody>
                    <a:bodyPr/>
                    <a:lstStyle>
                      <a:lvl1pPr eaLnBrk="0" hangingPunct="0">
                        <a:spcBef>
                          <a:spcPct val="20000"/>
                        </a:spcBef>
                        <a:buFont typeface="Arial" pitchFamily="34" charset="0"/>
                        <a:defRPr sz="2800">
                          <a:solidFill>
                            <a:schemeClr val="tx1"/>
                          </a:solidFill>
                          <a:latin typeface="Calibri" pitchFamily="34" charset="0"/>
                          <a:ea typeface="ＭＳ Ｐゴシック" pitchFamily="34" charset="-128"/>
                        </a:defRPr>
                      </a:lvl1pPr>
                      <a:lvl2pPr marL="742950" indent="-285750" eaLnBrk="0" hangingPunct="0">
                        <a:spcBef>
                          <a:spcPct val="20000"/>
                        </a:spcBef>
                        <a:buFont typeface="Arial" pitchFamily="34" charset="0"/>
                        <a:defRPr sz="2400">
                          <a:solidFill>
                            <a:schemeClr val="tx1"/>
                          </a:solidFill>
                          <a:latin typeface="Calibri" pitchFamily="34" charset="0"/>
                          <a:ea typeface="ＭＳ Ｐゴシック" pitchFamily="34" charset="-128"/>
                        </a:defRPr>
                      </a:lvl2pPr>
                      <a:lvl3pPr marL="1143000" indent="-228600" eaLnBrk="0" hangingPunct="0">
                        <a:spcBef>
                          <a:spcPct val="20000"/>
                        </a:spcBef>
                        <a:buFont typeface="Arial" pitchFamily="34" charset="0"/>
                        <a:defRPr sz="2000">
                          <a:solidFill>
                            <a:schemeClr val="tx1"/>
                          </a:solidFill>
                          <a:latin typeface="Calibri" pitchFamily="34" charset="0"/>
                          <a:ea typeface="ＭＳ Ｐゴシック" pitchFamily="34" charset="-128"/>
                        </a:defRPr>
                      </a:lvl3pPr>
                      <a:lvl4pPr marL="1600200" indent="-228600" eaLnBrk="0" hangingPunct="0">
                        <a:spcBef>
                          <a:spcPct val="20000"/>
                        </a:spcBef>
                        <a:buFont typeface="Arial" pitchFamily="34" charset="0"/>
                        <a:defRPr>
                          <a:solidFill>
                            <a:schemeClr val="tx1"/>
                          </a:solidFill>
                          <a:latin typeface="Calibri" pitchFamily="34" charset="0"/>
                          <a:ea typeface="ＭＳ Ｐゴシック" pitchFamily="34" charset="-128"/>
                        </a:defRPr>
                      </a:lvl4pPr>
                      <a:lvl5pPr marL="2057400" indent="-228600" eaLnBrk="0" hangingPunct="0">
                        <a:spcBef>
                          <a:spcPct val="20000"/>
                        </a:spcBef>
                        <a:buFont typeface="Arial" pitchFamily="34" charset="0"/>
                        <a:defRPr>
                          <a:solidFill>
                            <a:schemeClr val="tx1"/>
                          </a:solidFill>
                          <a:latin typeface="Calibri" pitchFamily="34" charset="0"/>
                          <a:ea typeface="ＭＳ Ｐゴシック" pitchFamily="34" charset="-128"/>
                        </a:defRPr>
                      </a:lvl5pPr>
                      <a:lvl6pPr marL="2514600" indent="-228600" defTabSz="457200" eaLnBrk="0" fontAlgn="base" hangingPunct="0">
                        <a:spcBef>
                          <a:spcPct val="20000"/>
                        </a:spcBef>
                        <a:spcAft>
                          <a:spcPct val="0"/>
                        </a:spcAft>
                        <a:buFont typeface="Arial" pitchFamily="34" charset="0"/>
                        <a:defRPr>
                          <a:solidFill>
                            <a:schemeClr val="tx1"/>
                          </a:solidFill>
                          <a:latin typeface="Calibri" pitchFamily="34" charset="0"/>
                          <a:ea typeface="ＭＳ Ｐゴシック" pitchFamily="34" charset="-128"/>
                        </a:defRPr>
                      </a:lvl6pPr>
                      <a:lvl7pPr marL="2971800" indent="-228600" defTabSz="457200" eaLnBrk="0" fontAlgn="base" hangingPunct="0">
                        <a:spcBef>
                          <a:spcPct val="20000"/>
                        </a:spcBef>
                        <a:spcAft>
                          <a:spcPct val="0"/>
                        </a:spcAft>
                        <a:buFont typeface="Arial" pitchFamily="34" charset="0"/>
                        <a:defRPr>
                          <a:solidFill>
                            <a:schemeClr val="tx1"/>
                          </a:solidFill>
                          <a:latin typeface="Calibri" pitchFamily="34" charset="0"/>
                          <a:ea typeface="ＭＳ Ｐゴシック" pitchFamily="34" charset="-128"/>
                        </a:defRPr>
                      </a:lvl7pPr>
                      <a:lvl8pPr marL="3429000" indent="-228600" defTabSz="457200" eaLnBrk="0" fontAlgn="base" hangingPunct="0">
                        <a:spcBef>
                          <a:spcPct val="20000"/>
                        </a:spcBef>
                        <a:spcAft>
                          <a:spcPct val="0"/>
                        </a:spcAft>
                        <a:buFont typeface="Arial" pitchFamily="34" charset="0"/>
                        <a:defRPr>
                          <a:solidFill>
                            <a:schemeClr val="tx1"/>
                          </a:solidFill>
                          <a:latin typeface="Calibri" pitchFamily="34" charset="0"/>
                          <a:ea typeface="ＭＳ Ｐゴシック" pitchFamily="34" charset="-128"/>
                        </a:defRPr>
                      </a:lvl8pPr>
                      <a:lvl9pPr marL="3886200" indent="-228600" defTabSz="457200" eaLnBrk="0" fontAlgn="base" hangingPunct="0">
                        <a:spcBef>
                          <a:spcPct val="20000"/>
                        </a:spcBef>
                        <a:spcAft>
                          <a:spcPct val="0"/>
                        </a:spcAft>
                        <a:buFont typeface="Arial" pitchFamily="34" charset="0"/>
                        <a:defRPr>
                          <a:solidFill>
                            <a:schemeClr val="tx1"/>
                          </a:solidFill>
                          <a:latin typeface="Calibri" pitchFamily="34" charset="0"/>
                          <a:ea typeface="ＭＳ Ｐゴシック" pitchFamily="34" charset="-128"/>
                        </a:defRPr>
                      </a:lvl9pPr>
                    </a:lstStyle>
                    <a:p>
                      <a:pPr marL="0" marR="0" lvl="0" indent="0" algn="ctr" defTabSz="457200" rtl="0" eaLnBrk="1" fontAlgn="b" latinLnBrk="0" hangingPunct="1">
                        <a:lnSpc>
                          <a:spcPct val="100000"/>
                        </a:lnSpc>
                        <a:spcBef>
                          <a:spcPct val="0"/>
                        </a:spcBef>
                        <a:spcAft>
                          <a:spcPct val="0"/>
                        </a:spcAft>
                        <a:buClrTx/>
                        <a:buSzTx/>
                        <a:buFontTx/>
                        <a:buNone/>
                        <a:tabLst/>
                      </a:pPr>
                      <a:r>
                        <a:rPr kumimoji="0" lang="en-US" altLang="en-US" sz="2100" b="1" i="0" u="none" strike="noStrike" cap="none" normalizeH="0" baseline="0" dirty="0">
                          <a:ln>
                            <a:noFill/>
                          </a:ln>
                          <a:solidFill>
                            <a:srgbClr val="000000"/>
                          </a:solidFill>
                          <a:effectLst/>
                          <a:latin typeface="Calibri" pitchFamily="34" charset="0"/>
                          <a:ea typeface="ＭＳ Ｐゴシック" pitchFamily="34" charset="-128"/>
                        </a:rPr>
                        <a:t>Age of home (years)</a:t>
                      </a:r>
                    </a:p>
                    <a:p>
                      <a:pPr marL="0" marR="0" lvl="0" indent="0" algn="ctr" defTabSz="457200" rtl="0" eaLnBrk="1" fontAlgn="b" latinLnBrk="0" hangingPunct="1">
                        <a:lnSpc>
                          <a:spcPct val="100000"/>
                        </a:lnSpc>
                        <a:spcBef>
                          <a:spcPct val="0"/>
                        </a:spcBef>
                        <a:spcAft>
                          <a:spcPct val="0"/>
                        </a:spcAft>
                        <a:buClrTx/>
                        <a:buSzTx/>
                        <a:buFontTx/>
                        <a:buNone/>
                        <a:tabLst/>
                      </a:pPr>
                      <a:endParaRPr kumimoji="0" lang="en-US" altLang="en-US" sz="2100" b="1" i="0" u="none" strike="noStrike" cap="none" normalizeH="0" baseline="0" dirty="0">
                        <a:ln>
                          <a:noFill/>
                        </a:ln>
                        <a:solidFill>
                          <a:srgbClr val="000000"/>
                        </a:solidFill>
                        <a:effectLst/>
                        <a:latin typeface="Calibri" pitchFamily="34" charset="0"/>
                        <a:ea typeface="ＭＳ Ｐゴシック" pitchFamily="34" charset="-128"/>
                      </a:endParaRPr>
                    </a:p>
                  </a:txBody>
                  <a:tcPr marL="7620" marR="7620" marT="10158" marB="0" anchor="b" horzOverflow="overflow">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a:noFill/>
                    </a:lnT>
                    <a:lnB w="12700" cap="flat" cmpd="sng" algn="ctr">
                      <a:solidFill>
                        <a:schemeClr val="tx1"/>
                      </a:solidFill>
                      <a:prstDash val="solid"/>
                      <a:round/>
                      <a:headEnd type="none" w="med" len="med"/>
                      <a:tailEnd type="none" w="med" len="med"/>
                    </a:lnB>
                    <a:lnTlToBr>
                      <a:noFill/>
                    </a:lnTlToBr>
                    <a:lnBlToTr>
                      <a:noFill/>
                    </a:lnBlToTr>
                    <a:solidFill>
                      <a:schemeClr val="bg1"/>
                    </a:solidFill>
                  </a:tcPr>
                </a:tc>
                <a:tc>
                  <a:txBody>
                    <a:bodyPr/>
                    <a:lstStyle>
                      <a:lvl1pPr eaLnBrk="0" hangingPunct="0">
                        <a:spcBef>
                          <a:spcPct val="20000"/>
                        </a:spcBef>
                        <a:buFont typeface="Arial" pitchFamily="34" charset="0"/>
                        <a:defRPr sz="2800">
                          <a:solidFill>
                            <a:schemeClr val="tx1"/>
                          </a:solidFill>
                          <a:latin typeface="Calibri" pitchFamily="34" charset="0"/>
                          <a:ea typeface="ＭＳ Ｐゴシック" pitchFamily="34" charset="-128"/>
                        </a:defRPr>
                      </a:lvl1pPr>
                      <a:lvl2pPr marL="742950" indent="-285750" eaLnBrk="0" hangingPunct="0">
                        <a:spcBef>
                          <a:spcPct val="20000"/>
                        </a:spcBef>
                        <a:buFont typeface="Arial" pitchFamily="34" charset="0"/>
                        <a:defRPr sz="2400">
                          <a:solidFill>
                            <a:schemeClr val="tx1"/>
                          </a:solidFill>
                          <a:latin typeface="Calibri" pitchFamily="34" charset="0"/>
                          <a:ea typeface="ＭＳ Ｐゴシック" pitchFamily="34" charset="-128"/>
                        </a:defRPr>
                      </a:lvl2pPr>
                      <a:lvl3pPr marL="1143000" indent="-228600" eaLnBrk="0" hangingPunct="0">
                        <a:spcBef>
                          <a:spcPct val="20000"/>
                        </a:spcBef>
                        <a:buFont typeface="Arial" pitchFamily="34" charset="0"/>
                        <a:defRPr sz="2000">
                          <a:solidFill>
                            <a:schemeClr val="tx1"/>
                          </a:solidFill>
                          <a:latin typeface="Calibri" pitchFamily="34" charset="0"/>
                          <a:ea typeface="ＭＳ Ｐゴシック" pitchFamily="34" charset="-128"/>
                        </a:defRPr>
                      </a:lvl3pPr>
                      <a:lvl4pPr marL="1600200" indent="-228600" eaLnBrk="0" hangingPunct="0">
                        <a:spcBef>
                          <a:spcPct val="20000"/>
                        </a:spcBef>
                        <a:buFont typeface="Arial" pitchFamily="34" charset="0"/>
                        <a:defRPr>
                          <a:solidFill>
                            <a:schemeClr val="tx1"/>
                          </a:solidFill>
                          <a:latin typeface="Calibri" pitchFamily="34" charset="0"/>
                          <a:ea typeface="ＭＳ Ｐゴシック" pitchFamily="34" charset="-128"/>
                        </a:defRPr>
                      </a:lvl4pPr>
                      <a:lvl5pPr marL="2057400" indent="-228600" eaLnBrk="0" hangingPunct="0">
                        <a:spcBef>
                          <a:spcPct val="20000"/>
                        </a:spcBef>
                        <a:buFont typeface="Arial" pitchFamily="34" charset="0"/>
                        <a:defRPr>
                          <a:solidFill>
                            <a:schemeClr val="tx1"/>
                          </a:solidFill>
                          <a:latin typeface="Calibri" pitchFamily="34" charset="0"/>
                          <a:ea typeface="ＭＳ Ｐゴシック" pitchFamily="34" charset="-128"/>
                        </a:defRPr>
                      </a:lvl5pPr>
                      <a:lvl6pPr marL="2514600" indent="-228600" defTabSz="457200" eaLnBrk="0" fontAlgn="base" hangingPunct="0">
                        <a:spcBef>
                          <a:spcPct val="20000"/>
                        </a:spcBef>
                        <a:spcAft>
                          <a:spcPct val="0"/>
                        </a:spcAft>
                        <a:buFont typeface="Arial" pitchFamily="34" charset="0"/>
                        <a:defRPr>
                          <a:solidFill>
                            <a:schemeClr val="tx1"/>
                          </a:solidFill>
                          <a:latin typeface="Calibri" pitchFamily="34" charset="0"/>
                          <a:ea typeface="ＭＳ Ｐゴシック" pitchFamily="34" charset="-128"/>
                        </a:defRPr>
                      </a:lvl6pPr>
                      <a:lvl7pPr marL="2971800" indent="-228600" defTabSz="457200" eaLnBrk="0" fontAlgn="base" hangingPunct="0">
                        <a:spcBef>
                          <a:spcPct val="20000"/>
                        </a:spcBef>
                        <a:spcAft>
                          <a:spcPct val="0"/>
                        </a:spcAft>
                        <a:buFont typeface="Arial" pitchFamily="34" charset="0"/>
                        <a:defRPr>
                          <a:solidFill>
                            <a:schemeClr val="tx1"/>
                          </a:solidFill>
                          <a:latin typeface="Calibri" pitchFamily="34" charset="0"/>
                          <a:ea typeface="ＭＳ Ｐゴシック" pitchFamily="34" charset="-128"/>
                        </a:defRPr>
                      </a:lvl7pPr>
                      <a:lvl8pPr marL="3429000" indent="-228600" defTabSz="457200" eaLnBrk="0" fontAlgn="base" hangingPunct="0">
                        <a:spcBef>
                          <a:spcPct val="20000"/>
                        </a:spcBef>
                        <a:spcAft>
                          <a:spcPct val="0"/>
                        </a:spcAft>
                        <a:buFont typeface="Arial" pitchFamily="34" charset="0"/>
                        <a:defRPr>
                          <a:solidFill>
                            <a:schemeClr val="tx1"/>
                          </a:solidFill>
                          <a:latin typeface="Calibri" pitchFamily="34" charset="0"/>
                          <a:ea typeface="ＭＳ Ｐゴシック" pitchFamily="34" charset="-128"/>
                        </a:defRPr>
                      </a:lvl8pPr>
                      <a:lvl9pPr marL="3886200" indent="-228600" defTabSz="457200" eaLnBrk="0" fontAlgn="base" hangingPunct="0">
                        <a:spcBef>
                          <a:spcPct val="20000"/>
                        </a:spcBef>
                        <a:spcAft>
                          <a:spcPct val="0"/>
                        </a:spcAft>
                        <a:buFont typeface="Arial" pitchFamily="34" charset="0"/>
                        <a:defRPr>
                          <a:solidFill>
                            <a:schemeClr val="tx1"/>
                          </a:solidFill>
                          <a:latin typeface="Calibri" pitchFamily="34" charset="0"/>
                          <a:ea typeface="ＭＳ Ｐゴシック" pitchFamily="34" charset="-128"/>
                        </a:defRPr>
                      </a:lvl9pPr>
                    </a:lstStyle>
                    <a:p>
                      <a:pPr marL="0" marR="0" lvl="0" indent="0" algn="ctr" defTabSz="457200" rtl="0" eaLnBrk="1" fontAlgn="b" latinLnBrk="0" hangingPunct="1">
                        <a:lnSpc>
                          <a:spcPct val="100000"/>
                        </a:lnSpc>
                        <a:spcBef>
                          <a:spcPct val="0"/>
                        </a:spcBef>
                        <a:spcAft>
                          <a:spcPct val="0"/>
                        </a:spcAft>
                        <a:buClrTx/>
                        <a:buSzTx/>
                        <a:buFontTx/>
                        <a:buNone/>
                        <a:tabLst/>
                      </a:pPr>
                      <a:r>
                        <a:rPr kumimoji="0" lang="en-US" altLang="en-US" sz="2100" b="1" i="0" u="none" strike="noStrike" cap="none" normalizeH="0" baseline="0" dirty="0">
                          <a:ln>
                            <a:noFill/>
                          </a:ln>
                          <a:solidFill>
                            <a:srgbClr val="000000"/>
                          </a:solidFill>
                          <a:effectLst/>
                          <a:latin typeface="Calibri" pitchFamily="34" charset="0"/>
                          <a:ea typeface="ＭＳ Ｐゴシック" pitchFamily="34" charset="-128"/>
                        </a:rPr>
                        <a:t>Price ($1000)</a:t>
                      </a:r>
                    </a:p>
                    <a:p>
                      <a:pPr marL="0" marR="0" lvl="0" indent="0" algn="ctr" defTabSz="457200" rtl="0" eaLnBrk="1" fontAlgn="b" latinLnBrk="0" hangingPunct="1">
                        <a:lnSpc>
                          <a:spcPct val="100000"/>
                        </a:lnSpc>
                        <a:spcBef>
                          <a:spcPct val="0"/>
                        </a:spcBef>
                        <a:spcAft>
                          <a:spcPct val="0"/>
                        </a:spcAft>
                        <a:buClrTx/>
                        <a:buSzTx/>
                        <a:buFontTx/>
                        <a:buNone/>
                        <a:tabLst/>
                      </a:pPr>
                      <a:endParaRPr kumimoji="0" lang="en-US" altLang="en-US" sz="2100" b="1" i="0" u="none" strike="noStrike" cap="none" normalizeH="0" baseline="0" dirty="0">
                        <a:ln>
                          <a:noFill/>
                        </a:ln>
                        <a:solidFill>
                          <a:srgbClr val="000000"/>
                        </a:solidFill>
                        <a:effectLst/>
                        <a:latin typeface="Calibri" pitchFamily="34" charset="0"/>
                        <a:ea typeface="ＭＳ Ｐゴシック" pitchFamily="34" charset="-128"/>
                      </a:endParaRPr>
                    </a:p>
                    <a:p>
                      <a:pPr marL="0" marR="0" lvl="0" indent="0" algn="ctr" defTabSz="457200" rtl="0" eaLnBrk="1" fontAlgn="b" latinLnBrk="0" hangingPunct="1">
                        <a:lnSpc>
                          <a:spcPct val="100000"/>
                        </a:lnSpc>
                        <a:spcBef>
                          <a:spcPct val="0"/>
                        </a:spcBef>
                        <a:spcAft>
                          <a:spcPct val="0"/>
                        </a:spcAft>
                        <a:buClrTx/>
                        <a:buSzTx/>
                        <a:buFontTx/>
                        <a:buNone/>
                        <a:tabLst/>
                      </a:pPr>
                      <a:endParaRPr kumimoji="0" lang="en-US" altLang="en-US" sz="2100" b="1" i="0" u="none" strike="noStrike" cap="none" normalizeH="0" baseline="0" dirty="0">
                        <a:ln>
                          <a:noFill/>
                        </a:ln>
                        <a:solidFill>
                          <a:srgbClr val="000000"/>
                        </a:solidFill>
                        <a:effectLst/>
                        <a:latin typeface="Calibri" pitchFamily="34" charset="0"/>
                        <a:ea typeface="ＭＳ Ｐゴシック" pitchFamily="34" charset="-128"/>
                      </a:endParaRPr>
                    </a:p>
                  </a:txBody>
                  <a:tcPr marL="7620" marR="7620" marT="10158" marB="0" anchor="b" horzOverflow="overflow">
                    <a:lnL w="12700" cap="flat" cmpd="sng" algn="ctr">
                      <a:solidFill>
                        <a:schemeClr val="tx1"/>
                      </a:solidFill>
                      <a:prstDash val="solid"/>
                      <a:round/>
                      <a:headEnd type="none" w="med" len="med"/>
                      <a:tailEnd type="none" w="med" len="med"/>
                    </a:lnL>
                    <a:lnR>
                      <a:noFill/>
                    </a:lnR>
                    <a:lnT>
                      <a:noFill/>
                    </a:lnT>
                    <a:lnB w="12700" cap="flat" cmpd="sng" algn="ctr">
                      <a:solidFill>
                        <a:schemeClr val="tx1"/>
                      </a:solidFill>
                      <a:prstDash val="solid"/>
                      <a:round/>
                      <a:headEnd type="none" w="med" len="med"/>
                      <a:tailEnd type="none" w="med" len="med"/>
                    </a:lnB>
                    <a:lnTlToBr>
                      <a:noFill/>
                    </a:lnTlToBr>
                    <a:lnBlToTr>
                      <a:noFill/>
                    </a:lnBlToTr>
                    <a:solidFill>
                      <a:schemeClr val="bg1"/>
                    </a:solidFill>
                  </a:tcPr>
                </a:tc>
                <a:extLst>
                  <a:ext uri="{0D108BD9-81ED-4DB2-BD59-A6C34878D82A}">
                    <a16:rowId xmlns:a16="http://schemas.microsoft.com/office/drawing/2014/main" val="10000"/>
                  </a:ext>
                </a:extLst>
              </a:tr>
              <a:tr h="376238">
                <a:tc>
                  <a:txBody>
                    <a:bodyPr/>
                    <a:lstStyle>
                      <a:lvl1pPr eaLnBrk="0" hangingPunct="0">
                        <a:spcBef>
                          <a:spcPct val="20000"/>
                        </a:spcBef>
                        <a:buFont typeface="Arial" pitchFamily="34" charset="0"/>
                        <a:defRPr sz="2800">
                          <a:solidFill>
                            <a:schemeClr val="tx1"/>
                          </a:solidFill>
                          <a:latin typeface="Calibri" pitchFamily="34" charset="0"/>
                          <a:ea typeface="ＭＳ Ｐゴシック" pitchFamily="34" charset="-128"/>
                        </a:defRPr>
                      </a:lvl1pPr>
                      <a:lvl2pPr marL="742950" indent="-285750" eaLnBrk="0" hangingPunct="0">
                        <a:spcBef>
                          <a:spcPct val="20000"/>
                        </a:spcBef>
                        <a:buFont typeface="Arial" pitchFamily="34" charset="0"/>
                        <a:defRPr sz="2400">
                          <a:solidFill>
                            <a:schemeClr val="tx1"/>
                          </a:solidFill>
                          <a:latin typeface="Calibri" pitchFamily="34" charset="0"/>
                          <a:ea typeface="ＭＳ Ｐゴシック" pitchFamily="34" charset="-128"/>
                        </a:defRPr>
                      </a:lvl2pPr>
                      <a:lvl3pPr marL="1143000" indent="-228600" eaLnBrk="0" hangingPunct="0">
                        <a:spcBef>
                          <a:spcPct val="20000"/>
                        </a:spcBef>
                        <a:buFont typeface="Arial" pitchFamily="34" charset="0"/>
                        <a:defRPr sz="2000">
                          <a:solidFill>
                            <a:schemeClr val="tx1"/>
                          </a:solidFill>
                          <a:latin typeface="Calibri" pitchFamily="34" charset="0"/>
                          <a:ea typeface="ＭＳ Ｐゴシック" pitchFamily="34" charset="-128"/>
                        </a:defRPr>
                      </a:lvl3pPr>
                      <a:lvl4pPr marL="1600200" indent="-228600" eaLnBrk="0" hangingPunct="0">
                        <a:spcBef>
                          <a:spcPct val="20000"/>
                        </a:spcBef>
                        <a:buFont typeface="Arial" pitchFamily="34" charset="0"/>
                        <a:defRPr>
                          <a:solidFill>
                            <a:schemeClr val="tx1"/>
                          </a:solidFill>
                          <a:latin typeface="Calibri" pitchFamily="34" charset="0"/>
                          <a:ea typeface="ＭＳ Ｐゴシック" pitchFamily="34" charset="-128"/>
                        </a:defRPr>
                      </a:lvl4pPr>
                      <a:lvl5pPr marL="2057400" indent="-228600" eaLnBrk="0" hangingPunct="0">
                        <a:spcBef>
                          <a:spcPct val="20000"/>
                        </a:spcBef>
                        <a:buFont typeface="Arial" pitchFamily="34" charset="0"/>
                        <a:defRPr>
                          <a:solidFill>
                            <a:schemeClr val="tx1"/>
                          </a:solidFill>
                          <a:latin typeface="Calibri" pitchFamily="34" charset="0"/>
                          <a:ea typeface="ＭＳ Ｐゴシック" pitchFamily="34" charset="-128"/>
                        </a:defRPr>
                      </a:lvl5pPr>
                      <a:lvl6pPr marL="2514600" indent="-228600" defTabSz="457200" eaLnBrk="0" fontAlgn="base" hangingPunct="0">
                        <a:spcBef>
                          <a:spcPct val="20000"/>
                        </a:spcBef>
                        <a:spcAft>
                          <a:spcPct val="0"/>
                        </a:spcAft>
                        <a:buFont typeface="Arial" pitchFamily="34" charset="0"/>
                        <a:defRPr>
                          <a:solidFill>
                            <a:schemeClr val="tx1"/>
                          </a:solidFill>
                          <a:latin typeface="Calibri" pitchFamily="34" charset="0"/>
                          <a:ea typeface="ＭＳ Ｐゴシック" pitchFamily="34" charset="-128"/>
                        </a:defRPr>
                      </a:lvl6pPr>
                      <a:lvl7pPr marL="2971800" indent="-228600" defTabSz="457200" eaLnBrk="0" fontAlgn="base" hangingPunct="0">
                        <a:spcBef>
                          <a:spcPct val="20000"/>
                        </a:spcBef>
                        <a:spcAft>
                          <a:spcPct val="0"/>
                        </a:spcAft>
                        <a:buFont typeface="Arial" pitchFamily="34" charset="0"/>
                        <a:defRPr>
                          <a:solidFill>
                            <a:schemeClr val="tx1"/>
                          </a:solidFill>
                          <a:latin typeface="Calibri" pitchFamily="34" charset="0"/>
                          <a:ea typeface="ＭＳ Ｐゴシック" pitchFamily="34" charset="-128"/>
                        </a:defRPr>
                      </a:lvl7pPr>
                      <a:lvl8pPr marL="3429000" indent="-228600" defTabSz="457200" eaLnBrk="0" fontAlgn="base" hangingPunct="0">
                        <a:spcBef>
                          <a:spcPct val="20000"/>
                        </a:spcBef>
                        <a:spcAft>
                          <a:spcPct val="0"/>
                        </a:spcAft>
                        <a:buFont typeface="Arial" pitchFamily="34" charset="0"/>
                        <a:defRPr>
                          <a:solidFill>
                            <a:schemeClr val="tx1"/>
                          </a:solidFill>
                          <a:latin typeface="Calibri" pitchFamily="34" charset="0"/>
                          <a:ea typeface="ＭＳ Ｐゴシック" pitchFamily="34" charset="-128"/>
                        </a:defRPr>
                      </a:lvl8pPr>
                      <a:lvl9pPr marL="3886200" indent="-228600" defTabSz="457200" eaLnBrk="0" fontAlgn="base" hangingPunct="0">
                        <a:spcBef>
                          <a:spcPct val="20000"/>
                        </a:spcBef>
                        <a:spcAft>
                          <a:spcPct val="0"/>
                        </a:spcAft>
                        <a:buFont typeface="Arial" pitchFamily="34" charset="0"/>
                        <a:defRPr>
                          <a:solidFill>
                            <a:schemeClr val="tx1"/>
                          </a:solidFill>
                          <a:latin typeface="Calibri" pitchFamily="34" charset="0"/>
                          <a:ea typeface="ＭＳ Ｐゴシック" pitchFamily="34" charset="-128"/>
                        </a:defRPr>
                      </a:lvl9pPr>
                    </a:lstStyle>
                    <a:p>
                      <a:pPr marL="0" marR="0" lvl="0" indent="0" algn="ctr" defTabSz="457200" rtl="0" eaLnBrk="1" fontAlgn="b" latinLnBrk="0" hangingPunct="1">
                        <a:lnSpc>
                          <a:spcPct val="100000"/>
                        </a:lnSpc>
                        <a:spcBef>
                          <a:spcPct val="0"/>
                        </a:spcBef>
                        <a:spcAft>
                          <a:spcPct val="0"/>
                        </a:spcAft>
                        <a:buClrTx/>
                        <a:buSzTx/>
                        <a:buFontTx/>
                        <a:buNone/>
                        <a:tabLst/>
                      </a:pPr>
                      <a:r>
                        <a:rPr kumimoji="0" lang="en-US" altLang="en-US" sz="2400" b="0" i="0" u="none" strike="noStrike" cap="none" normalizeH="0" baseline="0">
                          <a:ln>
                            <a:noFill/>
                          </a:ln>
                          <a:solidFill>
                            <a:srgbClr val="000000"/>
                          </a:solidFill>
                          <a:effectLst/>
                          <a:latin typeface="Calibri" pitchFamily="34" charset="0"/>
                          <a:ea typeface="ＭＳ Ｐゴシック" pitchFamily="34" charset="-128"/>
                        </a:rPr>
                        <a:t>1</a:t>
                      </a:r>
                    </a:p>
                  </a:txBody>
                  <a:tcPr marL="7620" marR="7620" marT="10158" marB="0" anchor="b" horzOverflow="overflow">
                    <a:lnL>
                      <a:noFill/>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a:noFill/>
                    </a:lnB>
                    <a:lnTlToBr>
                      <a:noFill/>
                    </a:lnTlToBr>
                    <a:lnBlToTr>
                      <a:noFill/>
                    </a:lnBlToTr>
                    <a:solidFill>
                      <a:schemeClr val="bg1"/>
                    </a:solidFill>
                  </a:tcPr>
                </a:tc>
                <a:tc>
                  <a:txBody>
                    <a:bodyPr/>
                    <a:lstStyle>
                      <a:lvl1pPr eaLnBrk="0" hangingPunct="0">
                        <a:spcBef>
                          <a:spcPct val="20000"/>
                        </a:spcBef>
                        <a:buFont typeface="Arial" pitchFamily="34" charset="0"/>
                        <a:defRPr sz="2800">
                          <a:solidFill>
                            <a:schemeClr val="tx1"/>
                          </a:solidFill>
                          <a:latin typeface="Calibri" pitchFamily="34" charset="0"/>
                          <a:ea typeface="ＭＳ Ｐゴシック" pitchFamily="34" charset="-128"/>
                        </a:defRPr>
                      </a:lvl1pPr>
                      <a:lvl2pPr marL="742950" indent="-285750" eaLnBrk="0" hangingPunct="0">
                        <a:spcBef>
                          <a:spcPct val="20000"/>
                        </a:spcBef>
                        <a:buFont typeface="Arial" pitchFamily="34" charset="0"/>
                        <a:defRPr sz="2400">
                          <a:solidFill>
                            <a:schemeClr val="tx1"/>
                          </a:solidFill>
                          <a:latin typeface="Calibri" pitchFamily="34" charset="0"/>
                          <a:ea typeface="ＭＳ Ｐゴシック" pitchFamily="34" charset="-128"/>
                        </a:defRPr>
                      </a:lvl2pPr>
                      <a:lvl3pPr marL="1143000" indent="-228600" eaLnBrk="0" hangingPunct="0">
                        <a:spcBef>
                          <a:spcPct val="20000"/>
                        </a:spcBef>
                        <a:buFont typeface="Arial" pitchFamily="34" charset="0"/>
                        <a:defRPr sz="2000">
                          <a:solidFill>
                            <a:schemeClr val="tx1"/>
                          </a:solidFill>
                          <a:latin typeface="Calibri" pitchFamily="34" charset="0"/>
                          <a:ea typeface="ＭＳ Ｐゴシック" pitchFamily="34" charset="-128"/>
                        </a:defRPr>
                      </a:lvl3pPr>
                      <a:lvl4pPr marL="1600200" indent="-228600" eaLnBrk="0" hangingPunct="0">
                        <a:spcBef>
                          <a:spcPct val="20000"/>
                        </a:spcBef>
                        <a:buFont typeface="Arial" pitchFamily="34" charset="0"/>
                        <a:defRPr>
                          <a:solidFill>
                            <a:schemeClr val="tx1"/>
                          </a:solidFill>
                          <a:latin typeface="Calibri" pitchFamily="34" charset="0"/>
                          <a:ea typeface="ＭＳ Ｐゴシック" pitchFamily="34" charset="-128"/>
                        </a:defRPr>
                      </a:lvl4pPr>
                      <a:lvl5pPr marL="2057400" indent="-228600" eaLnBrk="0" hangingPunct="0">
                        <a:spcBef>
                          <a:spcPct val="20000"/>
                        </a:spcBef>
                        <a:buFont typeface="Arial" pitchFamily="34" charset="0"/>
                        <a:defRPr>
                          <a:solidFill>
                            <a:schemeClr val="tx1"/>
                          </a:solidFill>
                          <a:latin typeface="Calibri" pitchFamily="34" charset="0"/>
                          <a:ea typeface="ＭＳ Ｐゴシック" pitchFamily="34" charset="-128"/>
                        </a:defRPr>
                      </a:lvl5pPr>
                      <a:lvl6pPr marL="2514600" indent="-228600" defTabSz="457200" eaLnBrk="0" fontAlgn="base" hangingPunct="0">
                        <a:spcBef>
                          <a:spcPct val="20000"/>
                        </a:spcBef>
                        <a:spcAft>
                          <a:spcPct val="0"/>
                        </a:spcAft>
                        <a:buFont typeface="Arial" pitchFamily="34" charset="0"/>
                        <a:defRPr>
                          <a:solidFill>
                            <a:schemeClr val="tx1"/>
                          </a:solidFill>
                          <a:latin typeface="Calibri" pitchFamily="34" charset="0"/>
                          <a:ea typeface="ＭＳ Ｐゴシック" pitchFamily="34" charset="-128"/>
                        </a:defRPr>
                      </a:lvl6pPr>
                      <a:lvl7pPr marL="2971800" indent="-228600" defTabSz="457200" eaLnBrk="0" fontAlgn="base" hangingPunct="0">
                        <a:spcBef>
                          <a:spcPct val="20000"/>
                        </a:spcBef>
                        <a:spcAft>
                          <a:spcPct val="0"/>
                        </a:spcAft>
                        <a:buFont typeface="Arial" pitchFamily="34" charset="0"/>
                        <a:defRPr>
                          <a:solidFill>
                            <a:schemeClr val="tx1"/>
                          </a:solidFill>
                          <a:latin typeface="Calibri" pitchFamily="34" charset="0"/>
                          <a:ea typeface="ＭＳ Ｐゴシック" pitchFamily="34" charset="-128"/>
                        </a:defRPr>
                      </a:lvl7pPr>
                      <a:lvl8pPr marL="3429000" indent="-228600" defTabSz="457200" eaLnBrk="0" fontAlgn="base" hangingPunct="0">
                        <a:spcBef>
                          <a:spcPct val="20000"/>
                        </a:spcBef>
                        <a:spcAft>
                          <a:spcPct val="0"/>
                        </a:spcAft>
                        <a:buFont typeface="Arial" pitchFamily="34" charset="0"/>
                        <a:defRPr>
                          <a:solidFill>
                            <a:schemeClr val="tx1"/>
                          </a:solidFill>
                          <a:latin typeface="Calibri" pitchFamily="34" charset="0"/>
                          <a:ea typeface="ＭＳ Ｐゴシック" pitchFamily="34" charset="-128"/>
                        </a:defRPr>
                      </a:lvl8pPr>
                      <a:lvl9pPr marL="3886200" indent="-228600" defTabSz="457200" eaLnBrk="0" fontAlgn="base" hangingPunct="0">
                        <a:spcBef>
                          <a:spcPct val="20000"/>
                        </a:spcBef>
                        <a:spcAft>
                          <a:spcPct val="0"/>
                        </a:spcAft>
                        <a:buFont typeface="Arial" pitchFamily="34" charset="0"/>
                        <a:defRPr>
                          <a:solidFill>
                            <a:schemeClr val="tx1"/>
                          </a:solidFill>
                          <a:latin typeface="Calibri" pitchFamily="34" charset="0"/>
                          <a:ea typeface="ＭＳ Ｐゴシック" pitchFamily="34" charset="-128"/>
                        </a:defRPr>
                      </a:lvl9pPr>
                    </a:lstStyle>
                    <a:p>
                      <a:pPr marL="0" marR="0" lvl="0" indent="0" algn="ctr" defTabSz="457200" rtl="0" eaLnBrk="1" fontAlgn="b" latinLnBrk="0" hangingPunct="1">
                        <a:lnSpc>
                          <a:spcPct val="100000"/>
                        </a:lnSpc>
                        <a:spcBef>
                          <a:spcPct val="0"/>
                        </a:spcBef>
                        <a:spcAft>
                          <a:spcPct val="0"/>
                        </a:spcAft>
                        <a:buClrTx/>
                        <a:buSzTx/>
                        <a:buFontTx/>
                        <a:buNone/>
                        <a:tabLst/>
                      </a:pPr>
                      <a:r>
                        <a:rPr kumimoji="0" lang="en-US" altLang="en-US" sz="2400" b="0" i="0" u="none" strike="noStrike" cap="none" normalizeH="0" baseline="0">
                          <a:ln>
                            <a:noFill/>
                          </a:ln>
                          <a:solidFill>
                            <a:schemeClr val="tx1"/>
                          </a:solidFill>
                          <a:effectLst/>
                          <a:latin typeface="Calibri" pitchFamily="34" charset="0"/>
                          <a:ea typeface="ＭＳ Ｐゴシック" pitchFamily="34" charset="-128"/>
                        </a:rPr>
                        <a:t>2104</a:t>
                      </a:r>
                      <a:endParaRPr kumimoji="0" lang="en-US" altLang="en-US" sz="2400" b="0" i="0" u="none" strike="noStrike" cap="none" normalizeH="0" baseline="0">
                        <a:ln>
                          <a:noFill/>
                        </a:ln>
                        <a:solidFill>
                          <a:srgbClr val="000000"/>
                        </a:solidFill>
                        <a:effectLst/>
                        <a:latin typeface="Calibri" pitchFamily="34" charset="0"/>
                        <a:ea typeface="ＭＳ Ｐゴシック" pitchFamily="34" charset="-128"/>
                      </a:endParaRPr>
                    </a:p>
                  </a:txBody>
                  <a:tcPr marL="7620" marR="7620" marT="10158" marB="0" anchor="b" horzOverflow="overflow">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a:noFill/>
                    </a:lnB>
                    <a:lnTlToBr>
                      <a:noFill/>
                    </a:lnTlToBr>
                    <a:lnBlToTr>
                      <a:noFill/>
                    </a:lnBlToTr>
                    <a:solidFill>
                      <a:schemeClr val="bg1"/>
                    </a:solidFill>
                  </a:tcPr>
                </a:tc>
                <a:tc>
                  <a:txBody>
                    <a:bodyPr/>
                    <a:lstStyle>
                      <a:lvl1pPr eaLnBrk="0" hangingPunct="0">
                        <a:spcBef>
                          <a:spcPct val="20000"/>
                        </a:spcBef>
                        <a:buFont typeface="Arial" pitchFamily="34" charset="0"/>
                        <a:defRPr sz="2800">
                          <a:solidFill>
                            <a:schemeClr val="tx1"/>
                          </a:solidFill>
                          <a:latin typeface="Calibri" pitchFamily="34" charset="0"/>
                          <a:ea typeface="ＭＳ Ｐゴシック" pitchFamily="34" charset="-128"/>
                        </a:defRPr>
                      </a:lvl1pPr>
                      <a:lvl2pPr marL="742950" indent="-285750" eaLnBrk="0" hangingPunct="0">
                        <a:spcBef>
                          <a:spcPct val="20000"/>
                        </a:spcBef>
                        <a:buFont typeface="Arial" pitchFamily="34" charset="0"/>
                        <a:defRPr sz="2400">
                          <a:solidFill>
                            <a:schemeClr val="tx1"/>
                          </a:solidFill>
                          <a:latin typeface="Calibri" pitchFamily="34" charset="0"/>
                          <a:ea typeface="ＭＳ Ｐゴシック" pitchFamily="34" charset="-128"/>
                        </a:defRPr>
                      </a:lvl2pPr>
                      <a:lvl3pPr marL="1143000" indent="-228600" eaLnBrk="0" hangingPunct="0">
                        <a:spcBef>
                          <a:spcPct val="20000"/>
                        </a:spcBef>
                        <a:buFont typeface="Arial" pitchFamily="34" charset="0"/>
                        <a:defRPr sz="2000">
                          <a:solidFill>
                            <a:schemeClr val="tx1"/>
                          </a:solidFill>
                          <a:latin typeface="Calibri" pitchFamily="34" charset="0"/>
                          <a:ea typeface="ＭＳ Ｐゴシック" pitchFamily="34" charset="-128"/>
                        </a:defRPr>
                      </a:lvl3pPr>
                      <a:lvl4pPr marL="1600200" indent="-228600" eaLnBrk="0" hangingPunct="0">
                        <a:spcBef>
                          <a:spcPct val="20000"/>
                        </a:spcBef>
                        <a:buFont typeface="Arial" pitchFamily="34" charset="0"/>
                        <a:defRPr>
                          <a:solidFill>
                            <a:schemeClr val="tx1"/>
                          </a:solidFill>
                          <a:latin typeface="Calibri" pitchFamily="34" charset="0"/>
                          <a:ea typeface="ＭＳ Ｐゴシック" pitchFamily="34" charset="-128"/>
                        </a:defRPr>
                      </a:lvl4pPr>
                      <a:lvl5pPr marL="2057400" indent="-228600" eaLnBrk="0" hangingPunct="0">
                        <a:spcBef>
                          <a:spcPct val="20000"/>
                        </a:spcBef>
                        <a:buFont typeface="Arial" pitchFamily="34" charset="0"/>
                        <a:defRPr>
                          <a:solidFill>
                            <a:schemeClr val="tx1"/>
                          </a:solidFill>
                          <a:latin typeface="Calibri" pitchFamily="34" charset="0"/>
                          <a:ea typeface="ＭＳ Ｐゴシック" pitchFamily="34" charset="-128"/>
                        </a:defRPr>
                      </a:lvl5pPr>
                      <a:lvl6pPr marL="2514600" indent="-228600" defTabSz="457200" eaLnBrk="0" fontAlgn="base" hangingPunct="0">
                        <a:spcBef>
                          <a:spcPct val="20000"/>
                        </a:spcBef>
                        <a:spcAft>
                          <a:spcPct val="0"/>
                        </a:spcAft>
                        <a:buFont typeface="Arial" pitchFamily="34" charset="0"/>
                        <a:defRPr>
                          <a:solidFill>
                            <a:schemeClr val="tx1"/>
                          </a:solidFill>
                          <a:latin typeface="Calibri" pitchFamily="34" charset="0"/>
                          <a:ea typeface="ＭＳ Ｐゴシック" pitchFamily="34" charset="-128"/>
                        </a:defRPr>
                      </a:lvl6pPr>
                      <a:lvl7pPr marL="2971800" indent="-228600" defTabSz="457200" eaLnBrk="0" fontAlgn="base" hangingPunct="0">
                        <a:spcBef>
                          <a:spcPct val="20000"/>
                        </a:spcBef>
                        <a:spcAft>
                          <a:spcPct val="0"/>
                        </a:spcAft>
                        <a:buFont typeface="Arial" pitchFamily="34" charset="0"/>
                        <a:defRPr>
                          <a:solidFill>
                            <a:schemeClr val="tx1"/>
                          </a:solidFill>
                          <a:latin typeface="Calibri" pitchFamily="34" charset="0"/>
                          <a:ea typeface="ＭＳ Ｐゴシック" pitchFamily="34" charset="-128"/>
                        </a:defRPr>
                      </a:lvl7pPr>
                      <a:lvl8pPr marL="3429000" indent="-228600" defTabSz="457200" eaLnBrk="0" fontAlgn="base" hangingPunct="0">
                        <a:spcBef>
                          <a:spcPct val="20000"/>
                        </a:spcBef>
                        <a:spcAft>
                          <a:spcPct val="0"/>
                        </a:spcAft>
                        <a:buFont typeface="Arial" pitchFamily="34" charset="0"/>
                        <a:defRPr>
                          <a:solidFill>
                            <a:schemeClr val="tx1"/>
                          </a:solidFill>
                          <a:latin typeface="Calibri" pitchFamily="34" charset="0"/>
                          <a:ea typeface="ＭＳ Ｐゴシック" pitchFamily="34" charset="-128"/>
                        </a:defRPr>
                      </a:lvl8pPr>
                      <a:lvl9pPr marL="3886200" indent="-228600" defTabSz="457200" eaLnBrk="0" fontAlgn="base" hangingPunct="0">
                        <a:spcBef>
                          <a:spcPct val="20000"/>
                        </a:spcBef>
                        <a:spcAft>
                          <a:spcPct val="0"/>
                        </a:spcAft>
                        <a:buFont typeface="Arial" pitchFamily="34" charset="0"/>
                        <a:defRPr>
                          <a:solidFill>
                            <a:schemeClr val="tx1"/>
                          </a:solidFill>
                          <a:latin typeface="Calibri" pitchFamily="34" charset="0"/>
                          <a:ea typeface="ＭＳ Ｐゴシック" pitchFamily="34" charset="-128"/>
                        </a:defRPr>
                      </a:lvl9pPr>
                    </a:lstStyle>
                    <a:p>
                      <a:pPr marL="0" marR="0" lvl="0" indent="0" algn="ctr" defTabSz="457200" rtl="0" eaLnBrk="1" fontAlgn="b" latinLnBrk="0" hangingPunct="1">
                        <a:lnSpc>
                          <a:spcPct val="100000"/>
                        </a:lnSpc>
                        <a:spcBef>
                          <a:spcPct val="0"/>
                        </a:spcBef>
                        <a:spcAft>
                          <a:spcPct val="0"/>
                        </a:spcAft>
                        <a:buClrTx/>
                        <a:buSzTx/>
                        <a:buFontTx/>
                        <a:buNone/>
                        <a:tabLst/>
                      </a:pPr>
                      <a:r>
                        <a:rPr kumimoji="0" lang="en-US" altLang="en-US" sz="2400" b="0" i="0" u="none" strike="noStrike" cap="none" normalizeH="0" baseline="0">
                          <a:ln>
                            <a:noFill/>
                          </a:ln>
                          <a:solidFill>
                            <a:schemeClr val="tx1"/>
                          </a:solidFill>
                          <a:effectLst/>
                          <a:latin typeface="Calibri" pitchFamily="34" charset="0"/>
                          <a:ea typeface="ＭＳ Ｐゴシック" pitchFamily="34" charset="-128"/>
                        </a:rPr>
                        <a:t>5</a:t>
                      </a:r>
                      <a:endParaRPr kumimoji="0" lang="en-US" altLang="en-US" sz="2400" b="0" i="0" u="none" strike="noStrike" cap="none" normalizeH="0" baseline="0">
                        <a:ln>
                          <a:noFill/>
                        </a:ln>
                        <a:solidFill>
                          <a:srgbClr val="000000"/>
                        </a:solidFill>
                        <a:effectLst/>
                        <a:latin typeface="Calibri" pitchFamily="34" charset="0"/>
                        <a:ea typeface="ＭＳ Ｐゴシック" pitchFamily="34" charset="-128"/>
                      </a:endParaRPr>
                    </a:p>
                  </a:txBody>
                  <a:tcPr marL="7620" marR="7620" marT="10158" marB="0" anchor="b" horzOverflow="overflow">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a:noFill/>
                    </a:lnB>
                    <a:lnTlToBr>
                      <a:noFill/>
                    </a:lnTlToBr>
                    <a:lnBlToTr>
                      <a:noFill/>
                    </a:lnBlToTr>
                    <a:solidFill>
                      <a:schemeClr val="bg1"/>
                    </a:solidFill>
                  </a:tcPr>
                </a:tc>
                <a:tc>
                  <a:txBody>
                    <a:bodyPr/>
                    <a:lstStyle>
                      <a:lvl1pPr eaLnBrk="0" hangingPunct="0">
                        <a:spcBef>
                          <a:spcPct val="20000"/>
                        </a:spcBef>
                        <a:buFont typeface="Arial" pitchFamily="34" charset="0"/>
                        <a:defRPr sz="2800">
                          <a:solidFill>
                            <a:schemeClr val="tx1"/>
                          </a:solidFill>
                          <a:latin typeface="Calibri" pitchFamily="34" charset="0"/>
                          <a:ea typeface="ＭＳ Ｐゴシック" pitchFamily="34" charset="-128"/>
                        </a:defRPr>
                      </a:lvl1pPr>
                      <a:lvl2pPr marL="742950" indent="-285750" eaLnBrk="0" hangingPunct="0">
                        <a:spcBef>
                          <a:spcPct val="20000"/>
                        </a:spcBef>
                        <a:buFont typeface="Arial" pitchFamily="34" charset="0"/>
                        <a:defRPr sz="2400">
                          <a:solidFill>
                            <a:schemeClr val="tx1"/>
                          </a:solidFill>
                          <a:latin typeface="Calibri" pitchFamily="34" charset="0"/>
                          <a:ea typeface="ＭＳ Ｐゴシック" pitchFamily="34" charset="-128"/>
                        </a:defRPr>
                      </a:lvl2pPr>
                      <a:lvl3pPr marL="1143000" indent="-228600" eaLnBrk="0" hangingPunct="0">
                        <a:spcBef>
                          <a:spcPct val="20000"/>
                        </a:spcBef>
                        <a:buFont typeface="Arial" pitchFamily="34" charset="0"/>
                        <a:defRPr sz="2000">
                          <a:solidFill>
                            <a:schemeClr val="tx1"/>
                          </a:solidFill>
                          <a:latin typeface="Calibri" pitchFamily="34" charset="0"/>
                          <a:ea typeface="ＭＳ Ｐゴシック" pitchFamily="34" charset="-128"/>
                        </a:defRPr>
                      </a:lvl3pPr>
                      <a:lvl4pPr marL="1600200" indent="-228600" eaLnBrk="0" hangingPunct="0">
                        <a:spcBef>
                          <a:spcPct val="20000"/>
                        </a:spcBef>
                        <a:buFont typeface="Arial" pitchFamily="34" charset="0"/>
                        <a:defRPr>
                          <a:solidFill>
                            <a:schemeClr val="tx1"/>
                          </a:solidFill>
                          <a:latin typeface="Calibri" pitchFamily="34" charset="0"/>
                          <a:ea typeface="ＭＳ Ｐゴシック" pitchFamily="34" charset="-128"/>
                        </a:defRPr>
                      </a:lvl4pPr>
                      <a:lvl5pPr marL="2057400" indent="-228600" eaLnBrk="0" hangingPunct="0">
                        <a:spcBef>
                          <a:spcPct val="20000"/>
                        </a:spcBef>
                        <a:buFont typeface="Arial" pitchFamily="34" charset="0"/>
                        <a:defRPr>
                          <a:solidFill>
                            <a:schemeClr val="tx1"/>
                          </a:solidFill>
                          <a:latin typeface="Calibri" pitchFamily="34" charset="0"/>
                          <a:ea typeface="ＭＳ Ｐゴシック" pitchFamily="34" charset="-128"/>
                        </a:defRPr>
                      </a:lvl5pPr>
                      <a:lvl6pPr marL="2514600" indent="-228600" defTabSz="457200" eaLnBrk="0" fontAlgn="base" hangingPunct="0">
                        <a:spcBef>
                          <a:spcPct val="20000"/>
                        </a:spcBef>
                        <a:spcAft>
                          <a:spcPct val="0"/>
                        </a:spcAft>
                        <a:buFont typeface="Arial" pitchFamily="34" charset="0"/>
                        <a:defRPr>
                          <a:solidFill>
                            <a:schemeClr val="tx1"/>
                          </a:solidFill>
                          <a:latin typeface="Calibri" pitchFamily="34" charset="0"/>
                          <a:ea typeface="ＭＳ Ｐゴシック" pitchFamily="34" charset="-128"/>
                        </a:defRPr>
                      </a:lvl6pPr>
                      <a:lvl7pPr marL="2971800" indent="-228600" defTabSz="457200" eaLnBrk="0" fontAlgn="base" hangingPunct="0">
                        <a:spcBef>
                          <a:spcPct val="20000"/>
                        </a:spcBef>
                        <a:spcAft>
                          <a:spcPct val="0"/>
                        </a:spcAft>
                        <a:buFont typeface="Arial" pitchFamily="34" charset="0"/>
                        <a:defRPr>
                          <a:solidFill>
                            <a:schemeClr val="tx1"/>
                          </a:solidFill>
                          <a:latin typeface="Calibri" pitchFamily="34" charset="0"/>
                          <a:ea typeface="ＭＳ Ｐゴシック" pitchFamily="34" charset="-128"/>
                        </a:defRPr>
                      </a:lvl7pPr>
                      <a:lvl8pPr marL="3429000" indent="-228600" defTabSz="457200" eaLnBrk="0" fontAlgn="base" hangingPunct="0">
                        <a:spcBef>
                          <a:spcPct val="20000"/>
                        </a:spcBef>
                        <a:spcAft>
                          <a:spcPct val="0"/>
                        </a:spcAft>
                        <a:buFont typeface="Arial" pitchFamily="34" charset="0"/>
                        <a:defRPr>
                          <a:solidFill>
                            <a:schemeClr val="tx1"/>
                          </a:solidFill>
                          <a:latin typeface="Calibri" pitchFamily="34" charset="0"/>
                          <a:ea typeface="ＭＳ Ｐゴシック" pitchFamily="34" charset="-128"/>
                        </a:defRPr>
                      </a:lvl8pPr>
                      <a:lvl9pPr marL="3886200" indent="-228600" defTabSz="457200" eaLnBrk="0" fontAlgn="base" hangingPunct="0">
                        <a:spcBef>
                          <a:spcPct val="20000"/>
                        </a:spcBef>
                        <a:spcAft>
                          <a:spcPct val="0"/>
                        </a:spcAft>
                        <a:buFont typeface="Arial" pitchFamily="34" charset="0"/>
                        <a:defRPr>
                          <a:solidFill>
                            <a:schemeClr val="tx1"/>
                          </a:solidFill>
                          <a:latin typeface="Calibri" pitchFamily="34" charset="0"/>
                          <a:ea typeface="ＭＳ Ｐゴシック" pitchFamily="34" charset="-128"/>
                        </a:defRPr>
                      </a:lvl9pPr>
                    </a:lstStyle>
                    <a:p>
                      <a:pPr marL="0" marR="0" lvl="0" indent="0" algn="ctr" defTabSz="457200" rtl="0" eaLnBrk="1" fontAlgn="b" latinLnBrk="0" hangingPunct="1">
                        <a:lnSpc>
                          <a:spcPct val="100000"/>
                        </a:lnSpc>
                        <a:spcBef>
                          <a:spcPct val="0"/>
                        </a:spcBef>
                        <a:spcAft>
                          <a:spcPct val="0"/>
                        </a:spcAft>
                        <a:buClrTx/>
                        <a:buSzTx/>
                        <a:buFontTx/>
                        <a:buNone/>
                        <a:tabLst/>
                      </a:pPr>
                      <a:r>
                        <a:rPr kumimoji="0" lang="en-US" altLang="en-US" sz="2400" b="0" i="0" u="none" strike="noStrike" cap="none" normalizeH="0" baseline="0">
                          <a:ln>
                            <a:noFill/>
                          </a:ln>
                          <a:solidFill>
                            <a:srgbClr val="000000"/>
                          </a:solidFill>
                          <a:effectLst/>
                          <a:latin typeface="Calibri" pitchFamily="34" charset="0"/>
                          <a:ea typeface="ＭＳ Ｐゴシック" pitchFamily="34" charset="-128"/>
                        </a:rPr>
                        <a:t>1</a:t>
                      </a:r>
                    </a:p>
                  </a:txBody>
                  <a:tcPr marL="7620" marR="7620" marT="10158" marB="0" anchor="b" horzOverflow="overflow">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a:noFill/>
                    </a:lnB>
                    <a:lnTlToBr>
                      <a:noFill/>
                    </a:lnTlToBr>
                    <a:lnBlToTr>
                      <a:noFill/>
                    </a:lnBlToTr>
                    <a:solidFill>
                      <a:schemeClr val="bg1"/>
                    </a:solidFill>
                  </a:tcPr>
                </a:tc>
                <a:tc>
                  <a:txBody>
                    <a:bodyPr/>
                    <a:lstStyle>
                      <a:lvl1pPr eaLnBrk="0" hangingPunct="0">
                        <a:spcBef>
                          <a:spcPct val="20000"/>
                        </a:spcBef>
                        <a:buFont typeface="Arial" pitchFamily="34" charset="0"/>
                        <a:defRPr sz="2800">
                          <a:solidFill>
                            <a:schemeClr val="tx1"/>
                          </a:solidFill>
                          <a:latin typeface="Calibri" pitchFamily="34" charset="0"/>
                          <a:ea typeface="ＭＳ Ｐゴシック" pitchFamily="34" charset="-128"/>
                        </a:defRPr>
                      </a:lvl1pPr>
                      <a:lvl2pPr marL="742950" indent="-285750" eaLnBrk="0" hangingPunct="0">
                        <a:spcBef>
                          <a:spcPct val="20000"/>
                        </a:spcBef>
                        <a:buFont typeface="Arial" pitchFamily="34" charset="0"/>
                        <a:defRPr sz="2400">
                          <a:solidFill>
                            <a:schemeClr val="tx1"/>
                          </a:solidFill>
                          <a:latin typeface="Calibri" pitchFamily="34" charset="0"/>
                          <a:ea typeface="ＭＳ Ｐゴシック" pitchFamily="34" charset="-128"/>
                        </a:defRPr>
                      </a:lvl2pPr>
                      <a:lvl3pPr marL="1143000" indent="-228600" eaLnBrk="0" hangingPunct="0">
                        <a:spcBef>
                          <a:spcPct val="20000"/>
                        </a:spcBef>
                        <a:buFont typeface="Arial" pitchFamily="34" charset="0"/>
                        <a:defRPr sz="2000">
                          <a:solidFill>
                            <a:schemeClr val="tx1"/>
                          </a:solidFill>
                          <a:latin typeface="Calibri" pitchFamily="34" charset="0"/>
                          <a:ea typeface="ＭＳ Ｐゴシック" pitchFamily="34" charset="-128"/>
                        </a:defRPr>
                      </a:lvl3pPr>
                      <a:lvl4pPr marL="1600200" indent="-228600" eaLnBrk="0" hangingPunct="0">
                        <a:spcBef>
                          <a:spcPct val="20000"/>
                        </a:spcBef>
                        <a:buFont typeface="Arial" pitchFamily="34" charset="0"/>
                        <a:defRPr>
                          <a:solidFill>
                            <a:schemeClr val="tx1"/>
                          </a:solidFill>
                          <a:latin typeface="Calibri" pitchFamily="34" charset="0"/>
                          <a:ea typeface="ＭＳ Ｐゴシック" pitchFamily="34" charset="-128"/>
                        </a:defRPr>
                      </a:lvl4pPr>
                      <a:lvl5pPr marL="2057400" indent="-228600" eaLnBrk="0" hangingPunct="0">
                        <a:spcBef>
                          <a:spcPct val="20000"/>
                        </a:spcBef>
                        <a:buFont typeface="Arial" pitchFamily="34" charset="0"/>
                        <a:defRPr>
                          <a:solidFill>
                            <a:schemeClr val="tx1"/>
                          </a:solidFill>
                          <a:latin typeface="Calibri" pitchFamily="34" charset="0"/>
                          <a:ea typeface="ＭＳ Ｐゴシック" pitchFamily="34" charset="-128"/>
                        </a:defRPr>
                      </a:lvl5pPr>
                      <a:lvl6pPr marL="2514600" indent="-228600" defTabSz="457200" eaLnBrk="0" fontAlgn="base" hangingPunct="0">
                        <a:spcBef>
                          <a:spcPct val="20000"/>
                        </a:spcBef>
                        <a:spcAft>
                          <a:spcPct val="0"/>
                        </a:spcAft>
                        <a:buFont typeface="Arial" pitchFamily="34" charset="0"/>
                        <a:defRPr>
                          <a:solidFill>
                            <a:schemeClr val="tx1"/>
                          </a:solidFill>
                          <a:latin typeface="Calibri" pitchFamily="34" charset="0"/>
                          <a:ea typeface="ＭＳ Ｐゴシック" pitchFamily="34" charset="-128"/>
                        </a:defRPr>
                      </a:lvl6pPr>
                      <a:lvl7pPr marL="2971800" indent="-228600" defTabSz="457200" eaLnBrk="0" fontAlgn="base" hangingPunct="0">
                        <a:spcBef>
                          <a:spcPct val="20000"/>
                        </a:spcBef>
                        <a:spcAft>
                          <a:spcPct val="0"/>
                        </a:spcAft>
                        <a:buFont typeface="Arial" pitchFamily="34" charset="0"/>
                        <a:defRPr>
                          <a:solidFill>
                            <a:schemeClr val="tx1"/>
                          </a:solidFill>
                          <a:latin typeface="Calibri" pitchFamily="34" charset="0"/>
                          <a:ea typeface="ＭＳ Ｐゴシック" pitchFamily="34" charset="-128"/>
                        </a:defRPr>
                      </a:lvl7pPr>
                      <a:lvl8pPr marL="3429000" indent="-228600" defTabSz="457200" eaLnBrk="0" fontAlgn="base" hangingPunct="0">
                        <a:spcBef>
                          <a:spcPct val="20000"/>
                        </a:spcBef>
                        <a:spcAft>
                          <a:spcPct val="0"/>
                        </a:spcAft>
                        <a:buFont typeface="Arial" pitchFamily="34" charset="0"/>
                        <a:defRPr>
                          <a:solidFill>
                            <a:schemeClr val="tx1"/>
                          </a:solidFill>
                          <a:latin typeface="Calibri" pitchFamily="34" charset="0"/>
                          <a:ea typeface="ＭＳ Ｐゴシック" pitchFamily="34" charset="-128"/>
                        </a:defRPr>
                      </a:lvl8pPr>
                      <a:lvl9pPr marL="3886200" indent="-228600" defTabSz="457200" eaLnBrk="0" fontAlgn="base" hangingPunct="0">
                        <a:spcBef>
                          <a:spcPct val="20000"/>
                        </a:spcBef>
                        <a:spcAft>
                          <a:spcPct val="0"/>
                        </a:spcAft>
                        <a:buFont typeface="Arial" pitchFamily="34" charset="0"/>
                        <a:defRPr>
                          <a:solidFill>
                            <a:schemeClr val="tx1"/>
                          </a:solidFill>
                          <a:latin typeface="Calibri" pitchFamily="34" charset="0"/>
                          <a:ea typeface="ＭＳ Ｐゴシック" pitchFamily="34" charset="-128"/>
                        </a:defRPr>
                      </a:lvl9pPr>
                    </a:lstStyle>
                    <a:p>
                      <a:pPr marL="0" marR="0" lvl="0" indent="0" algn="ctr" defTabSz="457200" rtl="0" eaLnBrk="1" fontAlgn="b" latinLnBrk="0" hangingPunct="1">
                        <a:lnSpc>
                          <a:spcPct val="100000"/>
                        </a:lnSpc>
                        <a:spcBef>
                          <a:spcPct val="0"/>
                        </a:spcBef>
                        <a:spcAft>
                          <a:spcPct val="0"/>
                        </a:spcAft>
                        <a:buClrTx/>
                        <a:buSzTx/>
                        <a:buFontTx/>
                        <a:buNone/>
                        <a:tabLst/>
                      </a:pPr>
                      <a:r>
                        <a:rPr kumimoji="0" lang="en-US" altLang="en-US" sz="2400" b="0" i="0" u="none" strike="noStrike" cap="none" normalizeH="0" baseline="0" dirty="0">
                          <a:ln>
                            <a:noFill/>
                          </a:ln>
                          <a:solidFill>
                            <a:schemeClr val="tx1"/>
                          </a:solidFill>
                          <a:effectLst/>
                          <a:latin typeface="Calibri" pitchFamily="34" charset="0"/>
                          <a:ea typeface="ＭＳ Ｐゴシック" pitchFamily="34" charset="-128"/>
                        </a:rPr>
                        <a:t>45</a:t>
                      </a:r>
                      <a:endParaRPr kumimoji="0" lang="en-US" altLang="en-US" sz="2400" b="0" i="0" u="none" strike="noStrike" cap="none" normalizeH="0" baseline="0" dirty="0">
                        <a:ln>
                          <a:noFill/>
                        </a:ln>
                        <a:solidFill>
                          <a:srgbClr val="000000"/>
                        </a:solidFill>
                        <a:effectLst/>
                        <a:latin typeface="Calibri" pitchFamily="34" charset="0"/>
                        <a:ea typeface="ＭＳ Ｐゴシック" pitchFamily="34" charset="-128"/>
                      </a:endParaRPr>
                    </a:p>
                  </a:txBody>
                  <a:tcPr marL="7620" marR="7620" marT="10158" marB="0" anchor="b" horzOverflow="overflow">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a:noFill/>
                    </a:lnB>
                    <a:lnTlToBr>
                      <a:noFill/>
                    </a:lnTlToBr>
                    <a:lnBlToTr>
                      <a:noFill/>
                    </a:lnBlToTr>
                    <a:solidFill>
                      <a:schemeClr val="bg1"/>
                    </a:solidFill>
                  </a:tcPr>
                </a:tc>
                <a:tc>
                  <a:txBody>
                    <a:bodyPr/>
                    <a:lstStyle>
                      <a:lvl1pPr eaLnBrk="0" hangingPunct="0">
                        <a:spcBef>
                          <a:spcPct val="20000"/>
                        </a:spcBef>
                        <a:buFont typeface="Arial" pitchFamily="34" charset="0"/>
                        <a:defRPr sz="2800">
                          <a:solidFill>
                            <a:schemeClr val="tx1"/>
                          </a:solidFill>
                          <a:latin typeface="Calibri" pitchFamily="34" charset="0"/>
                          <a:ea typeface="ＭＳ Ｐゴシック" pitchFamily="34" charset="-128"/>
                        </a:defRPr>
                      </a:lvl1pPr>
                      <a:lvl2pPr marL="742950" indent="-285750" eaLnBrk="0" hangingPunct="0">
                        <a:spcBef>
                          <a:spcPct val="20000"/>
                        </a:spcBef>
                        <a:buFont typeface="Arial" pitchFamily="34" charset="0"/>
                        <a:defRPr sz="2400">
                          <a:solidFill>
                            <a:schemeClr val="tx1"/>
                          </a:solidFill>
                          <a:latin typeface="Calibri" pitchFamily="34" charset="0"/>
                          <a:ea typeface="ＭＳ Ｐゴシック" pitchFamily="34" charset="-128"/>
                        </a:defRPr>
                      </a:lvl2pPr>
                      <a:lvl3pPr marL="1143000" indent="-228600" eaLnBrk="0" hangingPunct="0">
                        <a:spcBef>
                          <a:spcPct val="20000"/>
                        </a:spcBef>
                        <a:buFont typeface="Arial" pitchFamily="34" charset="0"/>
                        <a:defRPr sz="2000">
                          <a:solidFill>
                            <a:schemeClr val="tx1"/>
                          </a:solidFill>
                          <a:latin typeface="Calibri" pitchFamily="34" charset="0"/>
                          <a:ea typeface="ＭＳ Ｐゴシック" pitchFamily="34" charset="-128"/>
                        </a:defRPr>
                      </a:lvl3pPr>
                      <a:lvl4pPr marL="1600200" indent="-228600" eaLnBrk="0" hangingPunct="0">
                        <a:spcBef>
                          <a:spcPct val="20000"/>
                        </a:spcBef>
                        <a:buFont typeface="Arial" pitchFamily="34" charset="0"/>
                        <a:defRPr>
                          <a:solidFill>
                            <a:schemeClr val="tx1"/>
                          </a:solidFill>
                          <a:latin typeface="Calibri" pitchFamily="34" charset="0"/>
                          <a:ea typeface="ＭＳ Ｐゴシック" pitchFamily="34" charset="-128"/>
                        </a:defRPr>
                      </a:lvl4pPr>
                      <a:lvl5pPr marL="2057400" indent="-228600" eaLnBrk="0" hangingPunct="0">
                        <a:spcBef>
                          <a:spcPct val="20000"/>
                        </a:spcBef>
                        <a:buFont typeface="Arial" pitchFamily="34" charset="0"/>
                        <a:defRPr>
                          <a:solidFill>
                            <a:schemeClr val="tx1"/>
                          </a:solidFill>
                          <a:latin typeface="Calibri" pitchFamily="34" charset="0"/>
                          <a:ea typeface="ＭＳ Ｐゴシック" pitchFamily="34" charset="-128"/>
                        </a:defRPr>
                      </a:lvl5pPr>
                      <a:lvl6pPr marL="2514600" indent="-228600" defTabSz="457200" eaLnBrk="0" fontAlgn="base" hangingPunct="0">
                        <a:spcBef>
                          <a:spcPct val="20000"/>
                        </a:spcBef>
                        <a:spcAft>
                          <a:spcPct val="0"/>
                        </a:spcAft>
                        <a:buFont typeface="Arial" pitchFamily="34" charset="0"/>
                        <a:defRPr>
                          <a:solidFill>
                            <a:schemeClr val="tx1"/>
                          </a:solidFill>
                          <a:latin typeface="Calibri" pitchFamily="34" charset="0"/>
                          <a:ea typeface="ＭＳ Ｐゴシック" pitchFamily="34" charset="-128"/>
                        </a:defRPr>
                      </a:lvl6pPr>
                      <a:lvl7pPr marL="2971800" indent="-228600" defTabSz="457200" eaLnBrk="0" fontAlgn="base" hangingPunct="0">
                        <a:spcBef>
                          <a:spcPct val="20000"/>
                        </a:spcBef>
                        <a:spcAft>
                          <a:spcPct val="0"/>
                        </a:spcAft>
                        <a:buFont typeface="Arial" pitchFamily="34" charset="0"/>
                        <a:defRPr>
                          <a:solidFill>
                            <a:schemeClr val="tx1"/>
                          </a:solidFill>
                          <a:latin typeface="Calibri" pitchFamily="34" charset="0"/>
                          <a:ea typeface="ＭＳ Ｐゴシック" pitchFamily="34" charset="-128"/>
                        </a:defRPr>
                      </a:lvl7pPr>
                      <a:lvl8pPr marL="3429000" indent="-228600" defTabSz="457200" eaLnBrk="0" fontAlgn="base" hangingPunct="0">
                        <a:spcBef>
                          <a:spcPct val="20000"/>
                        </a:spcBef>
                        <a:spcAft>
                          <a:spcPct val="0"/>
                        </a:spcAft>
                        <a:buFont typeface="Arial" pitchFamily="34" charset="0"/>
                        <a:defRPr>
                          <a:solidFill>
                            <a:schemeClr val="tx1"/>
                          </a:solidFill>
                          <a:latin typeface="Calibri" pitchFamily="34" charset="0"/>
                          <a:ea typeface="ＭＳ Ｐゴシック" pitchFamily="34" charset="-128"/>
                        </a:defRPr>
                      </a:lvl8pPr>
                      <a:lvl9pPr marL="3886200" indent="-228600" defTabSz="457200" eaLnBrk="0" fontAlgn="base" hangingPunct="0">
                        <a:spcBef>
                          <a:spcPct val="20000"/>
                        </a:spcBef>
                        <a:spcAft>
                          <a:spcPct val="0"/>
                        </a:spcAft>
                        <a:buFont typeface="Arial" pitchFamily="34" charset="0"/>
                        <a:defRPr>
                          <a:solidFill>
                            <a:schemeClr val="tx1"/>
                          </a:solidFill>
                          <a:latin typeface="Calibri" pitchFamily="34" charset="0"/>
                          <a:ea typeface="ＭＳ Ｐゴシック" pitchFamily="34" charset="-128"/>
                        </a:defRPr>
                      </a:lvl9pPr>
                    </a:lstStyle>
                    <a:p>
                      <a:pPr marL="0" marR="0" lvl="0" indent="0" algn="ctr" defTabSz="457200" rtl="0" eaLnBrk="1" fontAlgn="b" latinLnBrk="0" hangingPunct="1">
                        <a:lnSpc>
                          <a:spcPct val="100000"/>
                        </a:lnSpc>
                        <a:spcBef>
                          <a:spcPct val="0"/>
                        </a:spcBef>
                        <a:spcAft>
                          <a:spcPct val="0"/>
                        </a:spcAft>
                        <a:buClrTx/>
                        <a:buSzTx/>
                        <a:buFontTx/>
                        <a:buNone/>
                        <a:tabLst/>
                      </a:pPr>
                      <a:r>
                        <a:rPr kumimoji="0" lang="en-US" altLang="en-US" sz="2400" b="0" i="0" u="none" strike="noStrike" cap="none" normalizeH="0" baseline="0">
                          <a:ln>
                            <a:noFill/>
                          </a:ln>
                          <a:solidFill>
                            <a:srgbClr val="000000"/>
                          </a:solidFill>
                          <a:effectLst/>
                          <a:latin typeface="Calibri" pitchFamily="34" charset="0"/>
                          <a:ea typeface="ＭＳ Ｐゴシック" pitchFamily="34" charset="-128"/>
                        </a:rPr>
                        <a:t>460</a:t>
                      </a:r>
                    </a:p>
                  </a:txBody>
                  <a:tcPr marL="7620" marR="7620" marT="10158" marB="0" anchor="b" horzOverflow="overflow">
                    <a:lnL w="12700" cap="flat" cmpd="sng" algn="ctr">
                      <a:solidFill>
                        <a:schemeClr val="tx1"/>
                      </a:solidFill>
                      <a:prstDash val="solid"/>
                      <a:round/>
                      <a:headEnd type="none" w="med" len="med"/>
                      <a:tailEnd type="none" w="med" len="med"/>
                    </a:lnL>
                    <a:lnR>
                      <a:noFill/>
                    </a:lnR>
                    <a:lnT w="12700" cap="flat" cmpd="sng" algn="ctr">
                      <a:solidFill>
                        <a:schemeClr val="tx1"/>
                      </a:solidFill>
                      <a:prstDash val="solid"/>
                      <a:round/>
                      <a:headEnd type="none" w="med" len="med"/>
                      <a:tailEnd type="none" w="med" len="med"/>
                    </a:lnT>
                    <a:lnB>
                      <a:noFill/>
                    </a:lnB>
                    <a:lnTlToBr>
                      <a:noFill/>
                    </a:lnTlToBr>
                    <a:lnBlToTr>
                      <a:noFill/>
                    </a:lnBlToTr>
                    <a:solidFill>
                      <a:schemeClr val="bg1"/>
                    </a:solidFill>
                  </a:tcPr>
                </a:tc>
                <a:extLst>
                  <a:ext uri="{0D108BD9-81ED-4DB2-BD59-A6C34878D82A}">
                    <a16:rowId xmlns:a16="http://schemas.microsoft.com/office/drawing/2014/main" val="10001"/>
                  </a:ext>
                </a:extLst>
              </a:tr>
              <a:tr h="376238">
                <a:tc>
                  <a:txBody>
                    <a:bodyPr/>
                    <a:lstStyle>
                      <a:lvl1pPr eaLnBrk="0" hangingPunct="0">
                        <a:spcBef>
                          <a:spcPct val="20000"/>
                        </a:spcBef>
                        <a:buFont typeface="Arial" pitchFamily="34" charset="0"/>
                        <a:defRPr sz="2800">
                          <a:solidFill>
                            <a:schemeClr val="tx1"/>
                          </a:solidFill>
                          <a:latin typeface="Calibri" pitchFamily="34" charset="0"/>
                          <a:ea typeface="ＭＳ Ｐゴシック" pitchFamily="34" charset="-128"/>
                        </a:defRPr>
                      </a:lvl1pPr>
                      <a:lvl2pPr marL="742950" indent="-285750" eaLnBrk="0" hangingPunct="0">
                        <a:spcBef>
                          <a:spcPct val="20000"/>
                        </a:spcBef>
                        <a:buFont typeface="Arial" pitchFamily="34" charset="0"/>
                        <a:defRPr sz="2400">
                          <a:solidFill>
                            <a:schemeClr val="tx1"/>
                          </a:solidFill>
                          <a:latin typeface="Calibri" pitchFamily="34" charset="0"/>
                          <a:ea typeface="ＭＳ Ｐゴシック" pitchFamily="34" charset="-128"/>
                        </a:defRPr>
                      </a:lvl2pPr>
                      <a:lvl3pPr marL="1143000" indent="-228600" eaLnBrk="0" hangingPunct="0">
                        <a:spcBef>
                          <a:spcPct val="20000"/>
                        </a:spcBef>
                        <a:buFont typeface="Arial" pitchFamily="34" charset="0"/>
                        <a:defRPr sz="2000">
                          <a:solidFill>
                            <a:schemeClr val="tx1"/>
                          </a:solidFill>
                          <a:latin typeface="Calibri" pitchFamily="34" charset="0"/>
                          <a:ea typeface="ＭＳ Ｐゴシック" pitchFamily="34" charset="-128"/>
                        </a:defRPr>
                      </a:lvl3pPr>
                      <a:lvl4pPr marL="1600200" indent="-228600" eaLnBrk="0" hangingPunct="0">
                        <a:spcBef>
                          <a:spcPct val="20000"/>
                        </a:spcBef>
                        <a:buFont typeface="Arial" pitchFamily="34" charset="0"/>
                        <a:defRPr>
                          <a:solidFill>
                            <a:schemeClr val="tx1"/>
                          </a:solidFill>
                          <a:latin typeface="Calibri" pitchFamily="34" charset="0"/>
                          <a:ea typeface="ＭＳ Ｐゴシック" pitchFamily="34" charset="-128"/>
                        </a:defRPr>
                      </a:lvl4pPr>
                      <a:lvl5pPr marL="2057400" indent="-228600" eaLnBrk="0" hangingPunct="0">
                        <a:spcBef>
                          <a:spcPct val="20000"/>
                        </a:spcBef>
                        <a:buFont typeface="Arial" pitchFamily="34" charset="0"/>
                        <a:defRPr>
                          <a:solidFill>
                            <a:schemeClr val="tx1"/>
                          </a:solidFill>
                          <a:latin typeface="Calibri" pitchFamily="34" charset="0"/>
                          <a:ea typeface="ＭＳ Ｐゴシック" pitchFamily="34" charset="-128"/>
                        </a:defRPr>
                      </a:lvl5pPr>
                      <a:lvl6pPr marL="2514600" indent="-228600" defTabSz="457200" eaLnBrk="0" fontAlgn="base" hangingPunct="0">
                        <a:spcBef>
                          <a:spcPct val="20000"/>
                        </a:spcBef>
                        <a:spcAft>
                          <a:spcPct val="0"/>
                        </a:spcAft>
                        <a:buFont typeface="Arial" pitchFamily="34" charset="0"/>
                        <a:defRPr>
                          <a:solidFill>
                            <a:schemeClr val="tx1"/>
                          </a:solidFill>
                          <a:latin typeface="Calibri" pitchFamily="34" charset="0"/>
                          <a:ea typeface="ＭＳ Ｐゴシック" pitchFamily="34" charset="-128"/>
                        </a:defRPr>
                      </a:lvl6pPr>
                      <a:lvl7pPr marL="2971800" indent="-228600" defTabSz="457200" eaLnBrk="0" fontAlgn="base" hangingPunct="0">
                        <a:spcBef>
                          <a:spcPct val="20000"/>
                        </a:spcBef>
                        <a:spcAft>
                          <a:spcPct val="0"/>
                        </a:spcAft>
                        <a:buFont typeface="Arial" pitchFamily="34" charset="0"/>
                        <a:defRPr>
                          <a:solidFill>
                            <a:schemeClr val="tx1"/>
                          </a:solidFill>
                          <a:latin typeface="Calibri" pitchFamily="34" charset="0"/>
                          <a:ea typeface="ＭＳ Ｐゴシック" pitchFamily="34" charset="-128"/>
                        </a:defRPr>
                      </a:lvl7pPr>
                      <a:lvl8pPr marL="3429000" indent="-228600" defTabSz="457200" eaLnBrk="0" fontAlgn="base" hangingPunct="0">
                        <a:spcBef>
                          <a:spcPct val="20000"/>
                        </a:spcBef>
                        <a:spcAft>
                          <a:spcPct val="0"/>
                        </a:spcAft>
                        <a:buFont typeface="Arial" pitchFamily="34" charset="0"/>
                        <a:defRPr>
                          <a:solidFill>
                            <a:schemeClr val="tx1"/>
                          </a:solidFill>
                          <a:latin typeface="Calibri" pitchFamily="34" charset="0"/>
                          <a:ea typeface="ＭＳ Ｐゴシック" pitchFamily="34" charset="-128"/>
                        </a:defRPr>
                      </a:lvl8pPr>
                      <a:lvl9pPr marL="3886200" indent="-228600" defTabSz="457200" eaLnBrk="0" fontAlgn="base" hangingPunct="0">
                        <a:spcBef>
                          <a:spcPct val="20000"/>
                        </a:spcBef>
                        <a:spcAft>
                          <a:spcPct val="0"/>
                        </a:spcAft>
                        <a:buFont typeface="Arial" pitchFamily="34" charset="0"/>
                        <a:defRPr>
                          <a:solidFill>
                            <a:schemeClr val="tx1"/>
                          </a:solidFill>
                          <a:latin typeface="Calibri" pitchFamily="34" charset="0"/>
                          <a:ea typeface="ＭＳ Ｐゴシック" pitchFamily="34" charset="-128"/>
                        </a:defRPr>
                      </a:lvl9pPr>
                    </a:lstStyle>
                    <a:p>
                      <a:pPr marL="0" marR="0" lvl="0" indent="0" algn="ctr" defTabSz="457200" rtl="0" eaLnBrk="1" fontAlgn="b" latinLnBrk="0" hangingPunct="1">
                        <a:lnSpc>
                          <a:spcPct val="100000"/>
                        </a:lnSpc>
                        <a:spcBef>
                          <a:spcPct val="0"/>
                        </a:spcBef>
                        <a:spcAft>
                          <a:spcPct val="0"/>
                        </a:spcAft>
                        <a:buClrTx/>
                        <a:buSzTx/>
                        <a:buFontTx/>
                        <a:buNone/>
                        <a:tabLst/>
                      </a:pPr>
                      <a:r>
                        <a:rPr kumimoji="0" lang="en-US" altLang="en-US" sz="2400" b="0" i="0" u="none" strike="noStrike" cap="none" normalizeH="0" baseline="0">
                          <a:ln>
                            <a:noFill/>
                          </a:ln>
                          <a:solidFill>
                            <a:srgbClr val="000000"/>
                          </a:solidFill>
                          <a:effectLst/>
                          <a:latin typeface="Calibri" pitchFamily="34" charset="0"/>
                          <a:ea typeface="ＭＳ Ｐゴシック" pitchFamily="34" charset="-128"/>
                        </a:rPr>
                        <a:t>1</a:t>
                      </a:r>
                    </a:p>
                  </a:txBody>
                  <a:tcPr marL="7620" marR="7620" marT="10158" marB="0" anchor="b" horzOverflow="overflow">
                    <a:lnL>
                      <a:noFill/>
                    </a:lnL>
                    <a:lnR w="12700" cap="flat" cmpd="sng" algn="ctr">
                      <a:solidFill>
                        <a:schemeClr val="tx1"/>
                      </a:solidFill>
                      <a:prstDash val="solid"/>
                      <a:round/>
                      <a:headEnd type="none" w="med" len="med"/>
                      <a:tailEnd type="none" w="med" len="med"/>
                    </a:lnR>
                    <a:lnT>
                      <a:noFill/>
                    </a:lnT>
                    <a:lnB>
                      <a:noFill/>
                    </a:lnB>
                    <a:lnTlToBr>
                      <a:noFill/>
                    </a:lnTlToBr>
                    <a:lnBlToTr>
                      <a:noFill/>
                    </a:lnBlToTr>
                    <a:solidFill>
                      <a:schemeClr val="bg1"/>
                    </a:solidFill>
                  </a:tcPr>
                </a:tc>
                <a:tc>
                  <a:txBody>
                    <a:bodyPr/>
                    <a:lstStyle>
                      <a:lvl1pPr eaLnBrk="0" hangingPunct="0">
                        <a:spcBef>
                          <a:spcPct val="20000"/>
                        </a:spcBef>
                        <a:buFont typeface="Arial" pitchFamily="34" charset="0"/>
                        <a:defRPr sz="2800">
                          <a:solidFill>
                            <a:schemeClr val="tx1"/>
                          </a:solidFill>
                          <a:latin typeface="Calibri" pitchFamily="34" charset="0"/>
                          <a:ea typeface="ＭＳ Ｐゴシック" pitchFamily="34" charset="-128"/>
                        </a:defRPr>
                      </a:lvl1pPr>
                      <a:lvl2pPr marL="742950" indent="-285750" eaLnBrk="0" hangingPunct="0">
                        <a:spcBef>
                          <a:spcPct val="20000"/>
                        </a:spcBef>
                        <a:buFont typeface="Arial" pitchFamily="34" charset="0"/>
                        <a:defRPr sz="2400">
                          <a:solidFill>
                            <a:schemeClr val="tx1"/>
                          </a:solidFill>
                          <a:latin typeface="Calibri" pitchFamily="34" charset="0"/>
                          <a:ea typeface="ＭＳ Ｐゴシック" pitchFamily="34" charset="-128"/>
                        </a:defRPr>
                      </a:lvl2pPr>
                      <a:lvl3pPr marL="1143000" indent="-228600" eaLnBrk="0" hangingPunct="0">
                        <a:spcBef>
                          <a:spcPct val="20000"/>
                        </a:spcBef>
                        <a:buFont typeface="Arial" pitchFamily="34" charset="0"/>
                        <a:defRPr sz="2000">
                          <a:solidFill>
                            <a:schemeClr val="tx1"/>
                          </a:solidFill>
                          <a:latin typeface="Calibri" pitchFamily="34" charset="0"/>
                          <a:ea typeface="ＭＳ Ｐゴシック" pitchFamily="34" charset="-128"/>
                        </a:defRPr>
                      </a:lvl3pPr>
                      <a:lvl4pPr marL="1600200" indent="-228600" eaLnBrk="0" hangingPunct="0">
                        <a:spcBef>
                          <a:spcPct val="20000"/>
                        </a:spcBef>
                        <a:buFont typeface="Arial" pitchFamily="34" charset="0"/>
                        <a:defRPr>
                          <a:solidFill>
                            <a:schemeClr val="tx1"/>
                          </a:solidFill>
                          <a:latin typeface="Calibri" pitchFamily="34" charset="0"/>
                          <a:ea typeface="ＭＳ Ｐゴシック" pitchFamily="34" charset="-128"/>
                        </a:defRPr>
                      </a:lvl4pPr>
                      <a:lvl5pPr marL="2057400" indent="-228600" eaLnBrk="0" hangingPunct="0">
                        <a:spcBef>
                          <a:spcPct val="20000"/>
                        </a:spcBef>
                        <a:buFont typeface="Arial" pitchFamily="34" charset="0"/>
                        <a:defRPr>
                          <a:solidFill>
                            <a:schemeClr val="tx1"/>
                          </a:solidFill>
                          <a:latin typeface="Calibri" pitchFamily="34" charset="0"/>
                          <a:ea typeface="ＭＳ Ｐゴシック" pitchFamily="34" charset="-128"/>
                        </a:defRPr>
                      </a:lvl5pPr>
                      <a:lvl6pPr marL="2514600" indent="-228600" defTabSz="457200" eaLnBrk="0" fontAlgn="base" hangingPunct="0">
                        <a:spcBef>
                          <a:spcPct val="20000"/>
                        </a:spcBef>
                        <a:spcAft>
                          <a:spcPct val="0"/>
                        </a:spcAft>
                        <a:buFont typeface="Arial" pitchFamily="34" charset="0"/>
                        <a:defRPr>
                          <a:solidFill>
                            <a:schemeClr val="tx1"/>
                          </a:solidFill>
                          <a:latin typeface="Calibri" pitchFamily="34" charset="0"/>
                          <a:ea typeface="ＭＳ Ｐゴシック" pitchFamily="34" charset="-128"/>
                        </a:defRPr>
                      </a:lvl6pPr>
                      <a:lvl7pPr marL="2971800" indent="-228600" defTabSz="457200" eaLnBrk="0" fontAlgn="base" hangingPunct="0">
                        <a:spcBef>
                          <a:spcPct val="20000"/>
                        </a:spcBef>
                        <a:spcAft>
                          <a:spcPct val="0"/>
                        </a:spcAft>
                        <a:buFont typeface="Arial" pitchFamily="34" charset="0"/>
                        <a:defRPr>
                          <a:solidFill>
                            <a:schemeClr val="tx1"/>
                          </a:solidFill>
                          <a:latin typeface="Calibri" pitchFamily="34" charset="0"/>
                          <a:ea typeface="ＭＳ Ｐゴシック" pitchFamily="34" charset="-128"/>
                        </a:defRPr>
                      </a:lvl7pPr>
                      <a:lvl8pPr marL="3429000" indent="-228600" defTabSz="457200" eaLnBrk="0" fontAlgn="base" hangingPunct="0">
                        <a:spcBef>
                          <a:spcPct val="20000"/>
                        </a:spcBef>
                        <a:spcAft>
                          <a:spcPct val="0"/>
                        </a:spcAft>
                        <a:buFont typeface="Arial" pitchFamily="34" charset="0"/>
                        <a:defRPr>
                          <a:solidFill>
                            <a:schemeClr val="tx1"/>
                          </a:solidFill>
                          <a:latin typeface="Calibri" pitchFamily="34" charset="0"/>
                          <a:ea typeface="ＭＳ Ｐゴシック" pitchFamily="34" charset="-128"/>
                        </a:defRPr>
                      </a:lvl8pPr>
                      <a:lvl9pPr marL="3886200" indent="-228600" defTabSz="457200" eaLnBrk="0" fontAlgn="base" hangingPunct="0">
                        <a:spcBef>
                          <a:spcPct val="20000"/>
                        </a:spcBef>
                        <a:spcAft>
                          <a:spcPct val="0"/>
                        </a:spcAft>
                        <a:buFont typeface="Arial" pitchFamily="34" charset="0"/>
                        <a:defRPr>
                          <a:solidFill>
                            <a:schemeClr val="tx1"/>
                          </a:solidFill>
                          <a:latin typeface="Calibri" pitchFamily="34" charset="0"/>
                          <a:ea typeface="ＭＳ Ｐゴシック" pitchFamily="34" charset="-128"/>
                        </a:defRPr>
                      </a:lvl9pPr>
                    </a:lstStyle>
                    <a:p>
                      <a:pPr marL="0" marR="0" lvl="0" indent="0" algn="ctr" defTabSz="457200" rtl="0" eaLnBrk="1" fontAlgn="b" latinLnBrk="0" hangingPunct="1">
                        <a:lnSpc>
                          <a:spcPct val="100000"/>
                        </a:lnSpc>
                        <a:spcBef>
                          <a:spcPct val="0"/>
                        </a:spcBef>
                        <a:spcAft>
                          <a:spcPct val="0"/>
                        </a:spcAft>
                        <a:buClrTx/>
                        <a:buSzTx/>
                        <a:buFontTx/>
                        <a:buNone/>
                        <a:tabLst/>
                      </a:pPr>
                      <a:r>
                        <a:rPr kumimoji="0" lang="en-US" altLang="en-US" sz="2400" b="0" i="0" u="none" strike="noStrike" cap="none" normalizeH="0" baseline="0">
                          <a:ln>
                            <a:noFill/>
                          </a:ln>
                          <a:solidFill>
                            <a:schemeClr val="tx1"/>
                          </a:solidFill>
                          <a:effectLst/>
                          <a:latin typeface="Calibri" pitchFamily="34" charset="0"/>
                          <a:ea typeface="ＭＳ Ｐゴシック" pitchFamily="34" charset="-128"/>
                        </a:rPr>
                        <a:t>1416</a:t>
                      </a:r>
                      <a:endParaRPr kumimoji="0" lang="en-US" altLang="en-US" sz="2400" b="0" i="0" u="none" strike="noStrike" cap="none" normalizeH="0" baseline="0">
                        <a:ln>
                          <a:noFill/>
                        </a:ln>
                        <a:solidFill>
                          <a:srgbClr val="000000"/>
                        </a:solidFill>
                        <a:effectLst/>
                        <a:latin typeface="Calibri" pitchFamily="34" charset="0"/>
                        <a:ea typeface="ＭＳ Ｐゴシック" pitchFamily="34" charset="-128"/>
                      </a:endParaRPr>
                    </a:p>
                  </a:txBody>
                  <a:tcPr marL="7620" marR="7620" marT="10158" marB="0" anchor="b" horzOverflow="overflow">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a:noFill/>
                    </a:lnT>
                    <a:lnB>
                      <a:noFill/>
                    </a:lnB>
                    <a:lnTlToBr>
                      <a:noFill/>
                    </a:lnTlToBr>
                    <a:lnBlToTr>
                      <a:noFill/>
                    </a:lnBlToTr>
                    <a:solidFill>
                      <a:schemeClr val="bg1"/>
                    </a:solidFill>
                  </a:tcPr>
                </a:tc>
                <a:tc>
                  <a:txBody>
                    <a:bodyPr/>
                    <a:lstStyle>
                      <a:lvl1pPr eaLnBrk="0" hangingPunct="0">
                        <a:spcBef>
                          <a:spcPct val="20000"/>
                        </a:spcBef>
                        <a:buFont typeface="Arial" pitchFamily="34" charset="0"/>
                        <a:defRPr sz="2800">
                          <a:solidFill>
                            <a:schemeClr val="tx1"/>
                          </a:solidFill>
                          <a:latin typeface="Calibri" pitchFamily="34" charset="0"/>
                          <a:ea typeface="ＭＳ Ｐゴシック" pitchFamily="34" charset="-128"/>
                        </a:defRPr>
                      </a:lvl1pPr>
                      <a:lvl2pPr marL="742950" indent="-285750" eaLnBrk="0" hangingPunct="0">
                        <a:spcBef>
                          <a:spcPct val="20000"/>
                        </a:spcBef>
                        <a:buFont typeface="Arial" pitchFamily="34" charset="0"/>
                        <a:defRPr sz="2400">
                          <a:solidFill>
                            <a:schemeClr val="tx1"/>
                          </a:solidFill>
                          <a:latin typeface="Calibri" pitchFamily="34" charset="0"/>
                          <a:ea typeface="ＭＳ Ｐゴシック" pitchFamily="34" charset="-128"/>
                        </a:defRPr>
                      </a:lvl2pPr>
                      <a:lvl3pPr marL="1143000" indent="-228600" eaLnBrk="0" hangingPunct="0">
                        <a:spcBef>
                          <a:spcPct val="20000"/>
                        </a:spcBef>
                        <a:buFont typeface="Arial" pitchFamily="34" charset="0"/>
                        <a:defRPr sz="2000">
                          <a:solidFill>
                            <a:schemeClr val="tx1"/>
                          </a:solidFill>
                          <a:latin typeface="Calibri" pitchFamily="34" charset="0"/>
                          <a:ea typeface="ＭＳ Ｐゴシック" pitchFamily="34" charset="-128"/>
                        </a:defRPr>
                      </a:lvl3pPr>
                      <a:lvl4pPr marL="1600200" indent="-228600" eaLnBrk="0" hangingPunct="0">
                        <a:spcBef>
                          <a:spcPct val="20000"/>
                        </a:spcBef>
                        <a:buFont typeface="Arial" pitchFamily="34" charset="0"/>
                        <a:defRPr>
                          <a:solidFill>
                            <a:schemeClr val="tx1"/>
                          </a:solidFill>
                          <a:latin typeface="Calibri" pitchFamily="34" charset="0"/>
                          <a:ea typeface="ＭＳ Ｐゴシック" pitchFamily="34" charset="-128"/>
                        </a:defRPr>
                      </a:lvl4pPr>
                      <a:lvl5pPr marL="2057400" indent="-228600" eaLnBrk="0" hangingPunct="0">
                        <a:spcBef>
                          <a:spcPct val="20000"/>
                        </a:spcBef>
                        <a:buFont typeface="Arial" pitchFamily="34" charset="0"/>
                        <a:defRPr>
                          <a:solidFill>
                            <a:schemeClr val="tx1"/>
                          </a:solidFill>
                          <a:latin typeface="Calibri" pitchFamily="34" charset="0"/>
                          <a:ea typeface="ＭＳ Ｐゴシック" pitchFamily="34" charset="-128"/>
                        </a:defRPr>
                      </a:lvl5pPr>
                      <a:lvl6pPr marL="2514600" indent="-228600" defTabSz="457200" eaLnBrk="0" fontAlgn="base" hangingPunct="0">
                        <a:spcBef>
                          <a:spcPct val="20000"/>
                        </a:spcBef>
                        <a:spcAft>
                          <a:spcPct val="0"/>
                        </a:spcAft>
                        <a:buFont typeface="Arial" pitchFamily="34" charset="0"/>
                        <a:defRPr>
                          <a:solidFill>
                            <a:schemeClr val="tx1"/>
                          </a:solidFill>
                          <a:latin typeface="Calibri" pitchFamily="34" charset="0"/>
                          <a:ea typeface="ＭＳ Ｐゴシック" pitchFamily="34" charset="-128"/>
                        </a:defRPr>
                      </a:lvl6pPr>
                      <a:lvl7pPr marL="2971800" indent="-228600" defTabSz="457200" eaLnBrk="0" fontAlgn="base" hangingPunct="0">
                        <a:spcBef>
                          <a:spcPct val="20000"/>
                        </a:spcBef>
                        <a:spcAft>
                          <a:spcPct val="0"/>
                        </a:spcAft>
                        <a:buFont typeface="Arial" pitchFamily="34" charset="0"/>
                        <a:defRPr>
                          <a:solidFill>
                            <a:schemeClr val="tx1"/>
                          </a:solidFill>
                          <a:latin typeface="Calibri" pitchFamily="34" charset="0"/>
                          <a:ea typeface="ＭＳ Ｐゴシック" pitchFamily="34" charset="-128"/>
                        </a:defRPr>
                      </a:lvl7pPr>
                      <a:lvl8pPr marL="3429000" indent="-228600" defTabSz="457200" eaLnBrk="0" fontAlgn="base" hangingPunct="0">
                        <a:spcBef>
                          <a:spcPct val="20000"/>
                        </a:spcBef>
                        <a:spcAft>
                          <a:spcPct val="0"/>
                        </a:spcAft>
                        <a:buFont typeface="Arial" pitchFamily="34" charset="0"/>
                        <a:defRPr>
                          <a:solidFill>
                            <a:schemeClr val="tx1"/>
                          </a:solidFill>
                          <a:latin typeface="Calibri" pitchFamily="34" charset="0"/>
                          <a:ea typeface="ＭＳ Ｐゴシック" pitchFamily="34" charset="-128"/>
                        </a:defRPr>
                      </a:lvl8pPr>
                      <a:lvl9pPr marL="3886200" indent="-228600" defTabSz="457200" eaLnBrk="0" fontAlgn="base" hangingPunct="0">
                        <a:spcBef>
                          <a:spcPct val="20000"/>
                        </a:spcBef>
                        <a:spcAft>
                          <a:spcPct val="0"/>
                        </a:spcAft>
                        <a:buFont typeface="Arial" pitchFamily="34" charset="0"/>
                        <a:defRPr>
                          <a:solidFill>
                            <a:schemeClr val="tx1"/>
                          </a:solidFill>
                          <a:latin typeface="Calibri" pitchFamily="34" charset="0"/>
                          <a:ea typeface="ＭＳ Ｐゴシック" pitchFamily="34" charset="-128"/>
                        </a:defRPr>
                      </a:lvl9pPr>
                    </a:lstStyle>
                    <a:p>
                      <a:pPr marL="0" marR="0" lvl="0" indent="0" algn="ctr" defTabSz="457200" rtl="0" eaLnBrk="1" fontAlgn="b" latinLnBrk="0" hangingPunct="1">
                        <a:lnSpc>
                          <a:spcPct val="100000"/>
                        </a:lnSpc>
                        <a:spcBef>
                          <a:spcPct val="0"/>
                        </a:spcBef>
                        <a:spcAft>
                          <a:spcPct val="0"/>
                        </a:spcAft>
                        <a:buClrTx/>
                        <a:buSzTx/>
                        <a:buFontTx/>
                        <a:buNone/>
                        <a:tabLst/>
                      </a:pPr>
                      <a:r>
                        <a:rPr kumimoji="0" lang="en-US" altLang="en-US" sz="2400" b="0" i="0" u="none" strike="noStrike" cap="none" normalizeH="0" baseline="0">
                          <a:ln>
                            <a:noFill/>
                          </a:ln>
                          <a:solidFill>
                            <a:schemeClr val="tx1"/>
                          </a:solidFill>
                          <a:effectLst/>
                          <a:latin typeface="Calibri" pitchFamily="34" charset="0"/>
                          <a:ea typeface="ＭＳ Ｐゴシック" pitchFamily="34" charset="-128"/>
                        </a:rPr>
                        <a:t>3</a:t>
                      </a:r>
                      <a:endParaRPr kumimoji="0" lang="en-US" altLang="en-US" sz="2400" b="0" i="0" u="none" strike="noStrike" cap="none" normalizeH="0" baseline="0">
                        <a:ln>
                          <a:noFill/>
                        </a:ln>
                        <a:solidFill>
                          <a:srgbClr val="000000"/>
                        </a:solidFill>
                        <a:effectLst/>
                        <a:latin typeface="Calibri" pitchFamily="34" charset="0"/>
                        <a:ea typeface="ＭＳ Ｐゴシック" pitchFamily="34" charset="-128"/>
                      </a:endParaRPr>
                    </a:p>
                  </a:txBody>
                  <a:tcPr marL="7620" marR="7620" marT="10158" marB="0" anchor="b" horzOverflow="overflow">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a:noFill/>
                    </a:lnT>
                    <a:lnB>
                      <a:noFill/>
                    </a:lnB>
                    <a:lnTlToBr>
                      <a:noFill/>
                    </a:lnTlToBr>
                    <a:lnBlToTr>
                      <a:noFill/>
                    </a:lnBlToTr>
                    <a:solidFill>
                      <a:schemeClr val="bg1"/>
                    </a:solidFill>
                  </a:tcPr>
                </a:tc>
                <a:tc>
                  <a:txBody>
                    <a:bodyPr/>
                    <a:lstStyle>
                      <a:lvl1pPr eaLnBrk="0" hangingPunct="0">
                        <a:spcBef>
                          <a:spcPct val="20000"/>
                        </a:spcBef>
                        <a:buFont typeface="Arial" pitchFamily="34" charset="0"/>
                        <a:defRPr sz="2800">
                          <a:solidFill>
                            <a:schemeClr val="tx1"/>
                          </a:solidFill>
                          <a:latin typeface="Calibri" pitchFamily="34" charset="0"/>
                          <a:ea typeface="ＭＳ Ｐゴシック" pitchFamily="34" charset="-128"/>
                        </a:defRPr>
                      </a:lvl1pPr>
                      <a:lvl2pPr marL="742950" indent="-285750" eaLnBrk="0" hangingPunct="0">
                        <a:spcBef>
                          <a:spcPct val="20000"/>
                        </a:spcBef>
                        <a:buFont typeface="Arial" pitchFamily="34" charset="0"/>
                        <a:defRPr sz="2400">
                          <a:solidFill>
                            <a:schemeClr val="tx1"/>
                          </a:solidFill>
                          <a:latin typeface="Calibri" pitchFamily="34" charset="0"/>
                          <a:ea typeface="ＭＳ Ｐゴシック" pitchFamily="34" charset="-128"/>
                        </a:defRPr>
                      </a:lvl2pPr>
                      <a:lvl3pPr marL="1143000" indent="-228600" eaLnBrk="0" hangingPunct="0">
                        <a:spcBef>
                          <a:spcPct val="20000"/>
                        </a:spcBef>
                        <a:buFont typeface="Arial" pitchFamily="34" charset="0"/>
                        <a:defRPr sz="2000">
                          <a:solidFill>
                            <a:schemeClr val="tx1"/>
                          </a:solidFill>
                          <a:latin typeface="Calibri" pitchFamily="34" charset="0"/>
                          <a:ea typeface="ＭＳ Ｐゴシック" pitchFamily="34" charset="-128"/>
                        </a:defRPr>
                      </a:lvl3pPr>
                      <a:lvl4pPr marL="1600200" indent="-228600" eaLnBrk="0" hangingPunct="0">
                        <a:spcBef>
                          <a:spcPct val="20000"/>
                        </a:spcBef>
                        <a:buFont typeface="Arial" pitchFamily="34" charset="0"/>
                        <a:defRPr>
                          <a:solidFill>
                            <a:schemeClr val="tx1"/>
                          </a:solidFill>
                          <a:latin typeface="Calibri" pitchFamily="34" charset="0"/>
                          <a:ea typeface="ＭＳ Ｐゴシック" pitchFamily="34" charset="-128"/>
                        </a:defRPr>
                      </a:lvl4pPr>
                      <a:lvl5pPr marL="2057400" indent="-228600" eaLnBrk="0" hangingPunct="0">
                        <a:spcBef>
                          <a:spcPct val="20000"/>
                        </a:spcBef>
                        <a:buFont typeface="Arial" pitchFamily="34" charset="0"/>
                        <a:defRPr>
                          <a:solidFill>
                            <a:schemeClr val="tx1"/>
                          </a:solidFill>
                          <a:latin typeface="Calibri" pitchFamily="34" charset="0"/>
                          <a:ea typeface="ＭＳ Ｐゴシック" pitchFamily="34" charset="-128"/>
                        </a:defRPr>
                      </a:lvl5pPr>
                      <a:lvl6pPr marL="2514600" indent="-228600" defTabSz="457200" eaLnBrk="0" fontAlgn="base" hangingPunct="0">
                        <a:spcBef>
                          <a:spcPct val="20000"/>
                        </a:spcBef>
                        <a:spcAft>
                          <a:spcPct val="0"/>
                        </a:spcAft>
                        <a:buFont typeface="Arial" pitchFamily="34" charset="0"/>
                        <a:defRPr>
                          <a:solidFill>
                            <a:schemeClr val="tx1"/>
                          </a:solidFill>
                          <a:latin typeface="Calibri" pitchFamily="34" charset="0"/>
                          <a:ea typeface="ＭＳ Ｐゴシック" pitchFamily="34" charset="-128"/>
                        </a:defRPr>
                      </a:lvl6pPr>
                      <a:lvl7pPr marL="2971800" indent="-228600" defTabSz="457200" eaLnBrk="0" fontAlgn="base" hangingPunct="0">
                        <a:spcBef>
                          <a:spcPct val="20000"/>
                        </a:spcBef>
                        <a:spcAft>
                          <a:spcPct val="0"/>
                        </a:spcAft>
                        <a:buFont typeface="Arial" pitchFamily="34" charset="0"/>
                        <a:defRPr>
                          <a:solidFill>
                            <a:schemeClr val="tx1"/>
                          </a:solidFill>
                          <a:latin typeface="Calibri" pitchFamily="34" charset="0"/>
                          <a:ea typeface="ＭＳ Ｐゴシック" pitchFamily="34" charset="-128"/>
                        </a:defRPr>
                      </a:lvl7pPr>
                      <a:lvl8pPr marL="3429000" indent="-228600" defTabSz="457200" eaLnBrk="0" fontAlgn="base" hangingPunct="0">
                        <a:spcBef>
                          <a:spcPct val="20000"/>
                        </a:spcBef>
                        <a:spcAft>
                          <a:spcPct val="0"/>
                        </a:spcAft>
                        <a:buFont typeface="Arial" pitchFamily="34" charset="0"/>
                        <a:defRPr>
                          <a:solidFill>
                            <a:schemeClr val="tx1"/>
                          </a:solidFill>
                          <a:latin typeface="Calibri" pitchFamily="34" charset="0"/>
                          <a:ea typeface="ＭＳ Ｐゴシック" pitchFamily="34" charset="-128"/>
                        </a:defRPr>
                      </a:lvl8pPr>
                      <a:lvl9pPr marL="3886200" indent="-228600" defTabSz="457200" eaLnBrk="0" fontAlgn="base" hangingPunct="0">
                        <a:spcBef>
                          <a:spcPct val="20000"/>
                        </a:spcBef>
                        <a:spcAft>
                          <a:spcPct val="0"/>
                        </a:spcAft>
                        <a:buFont typeface="Arial" pitchFamily="34" charset="0"/>
                        <a:defRPr>
                          <a:solidFill>
                            <a:schemeClr val="tx1"/>
                          </a:solidFill>
                          <a:latin typeface="Calibri" pitchFamily="34" charset="0"/>
                          <a:ea typeface="ＭＳ Ｐゴシック" pitchFamily="34" charset="-128"/>
                        </a:defRPr>
                      </a:lvl9pPr>
                    </a:lstStyle>
                    <a:p>
                      <a:pPr marL="0" marR="0" lvl="0" indent="0" algn="ctr" defTabSz="457200" rtl="0" eaLnBrk="1" fontAlgn="b" latinLnBrk="0" hangingPunct="1">
                        <a:lnSpc>
                          <a:spcPct val="100000"/>
                        </a:lnSpc>
                        <a:spcBef>
                          <a:spcPct val="0"/>
                        </a:spcBef>
                        <a:spcAft>
                          <a:spcPct val="0"/>
                        </a:spcAft>
                        <a:buClrTx/>
                        <a:buSzTx/>
                        <a:buFontTx/>
                        <a:buNone/>
                        <a:tabLst/>
                      </a:pPr>
                      <a:r>
                        <a:rPr kumimoji="0" lang="en-US" altLang="en-US" sz="2400" b="0" i="0" u="none" strike="noStrike" cap="none" normalizeH="0" baseline="0">
                          <a:ln>
                            <a:noFill/>
                          </a:ln>
                          <a:solidFill>
                            <a:srgbClr val="000000"/>
                          </a:solidFill>
                          <a:effectLst/>
                          <a:latin typeface="Calibri" pitchFamily="34" charset="0"/>
                          <a:ea typeface="ＭＳ Ｐゴシック" pitchFamily="34" charset="-128"/>
                        </a:rPr>
                        <a:t>2</a:t>
                      </a:r>
                    </a:p>
                  </a:txBody>
                  <a:tcPr marL="7620" marR="7620" marT="10158" marB="0" anchor="b" horzOverflow="overflow">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a:noFill/>
                    </a:lnT>
                    <a:lnB>
                      <a:noFill/>
                    </a:lnB>
                    <a:lnTlToBr>
                      <a:noFill/>
                    </a:lnTlToBr>
                    <a:lnBlToTr>
                      <a:noFill/>
                    </a:lnBlToTr>
                    <a:solidFill>
                      <a:schemeClr val="bg1"/>
                    </a:solidFill>
                  </a:tcPr>
                </a:tc>
                <a:tc>
                  <a:txBody>
                    <a:bodyPr/>
                    <a:lstStyle>
                      <a:lvl1pPr eaLnBrk="0" hangingPunct="0">
                        <a:spcBef>
                          <a:spcPct val="20000"/>
                        </a:spcBef>
                        <a:buFont typeface="Arial" pitchFamily="34" charset="0"/>
                        <a:defRPr sz="2800">
                          <a:solidFill>
                            <a:schemeClr val="tx1"/>
                          </a:solidFill>
                          <a:latin typeface="Calibri" pitchFamily="34" charset="0"/>
                          <a:ea typeface="ＭＳ Ｐゴシック" pitchFamily="34" charset="-128"/>
                        </a:defRPr>
                      </a:lvl1pPr>
                      <a:lvl2pPr marL="742950" indent="-285750" eaLnBrk="0" hangingPunct="0">
                        <a:spcBef>
                          <a:spcPct val="20000"/>
                        </a:spcBef>
                        <a:buFont typeface="Arial" pitchFamily="34" charset="0"/>
                        <a:defRPr sz="2400">
                          <a:solidFill>
                            <a:schemeClr val="tx1"/>
                          </a:solidFill>
                          <a:latin typeface="Calibri" pitchFamily="34" charset="0"/>
                          <a:ea typeface="ＭＳ Ｐゴシック" pitchFamily="34" charset="-128"/>
                        </a:defRPr>
                      </a:lvl2pPr>
                      <a:lvl3pPr marL="1143000" indent="-228600" eaLnBrk="0" hangingPunct="0">
                        <a:spcBef>
                          <a:spcPct val="20000"/>
                        </a:spcBef>
                        <a:buFont typeface="Arial" pitchFamily="34" charset="0"/>
                        <a:defRPr sz="2000">
                          <a:solidFill>
                            <a:schemeClr val="tx1"/>
                          </a:solidFill>
                          <a:latin typeface="Calibri" pitchFamily="34" charset="0"/>
                          <a:ea typeface="ＭＳ Ｐゴシック" pitchFamily="34" charset="-128"/>
                        </a:defRPr>
                      </a:lvl3pPr>
                      <a:lvl4pPr marL="1600200" indent="-228600" eaLnBrk="0" hangingPunct="0">
                        <a:spcBef>
                          <a:spcPct val="20000"/>
                        </a:spcBef>
                        <a:buFont typeface="Arial" pitchFamily="34" charset="0"/>
                        <a:defRPr>
                          <a:solidFill>
                            <a:schemeClr val="tx1"/>
                          </a:solidFill>
                          <a:latin typeface="Calibri" pitchFamily="34" charset="0"/>
                          <a:ea typeface="ＭＳ Ｐゴシック" pitchFamily="34" charset="-128"/>
                        </a:defRPr>
                      </a:lvl4pPr>
                      <a:lvl5pPr marL="2057400" indent="-228600" eaLnBrk="0" hangingPunct="0">
                        <a:spcBef>
                          <a:spcPct val="20000"/>
                        </a:spcBef>
                        <a:buFont typeface="Arial" pitchFamily="34" charset="0"/>
                        <a:defRPr>
                          <a:solidFill>
                            <a:schemeClr val="tx1"/>
                          </a:solidFill>
                          <a:latin typeface="Calibri" pitchFamily="34" charset="0"/>
                          <a:ea typeface="ＭＳ Ｐゴシック" pitchFamily="34" charset="-128"/>
                        </a:defRPr>
                      </a:lvl5pPr>
                      <a:lvl6pPr marL="2514600" indent="-228600" defTabSz="457200" eaLnBrk="0" fontAlgn="base" hangingPunct="0">
                        <a:spcBef>
                          <a:spcPct val="20000"/>
                        </a:spcBef>
                        <a:spcAft>
                          <a:spcPct val="0"/>
                        </a:spcAft>
                        <a:buFont typeface="Arial" pitchFamily="34" charset="0"/>
                        <a:defRPr>
                          <a:solidFill>
                            <a:schemeClr val="tx1"/>
                          </a:solidFill>
                          <a:latin typeface="Calibri" pitchFamily="34" charset="0"/>
                          <a:ea typeface="ＭＳ Ｐゴシック" pitchFamily="34" charset="-128"/>
                        </a:defRPr>
                      </a:lvl6pPr>
                      <a:lvl7pPr marL="2971800" indent="-228600" defTabSz="457200" eaLnBrk="0" fontAlgn="base" hangingPunct="0">
                        <a:spcBef>
                          <a:spcPct val="20000"/>
                        </a:spcBef>
                        <a:spcAft>
                          <a:spcPct val="0"/>
                        </a:spcAft>
                        <a:buFont typeface="Arial" pitchFamily="34" charset="0"/>
                        <a:defRPr>
                          <a:solidFill>
                            <a:schemeClr val="tx1"/>
                          </a:solidFill>
                          <a:latin typeface="Calibri" pitchFamily="34" charset="0"/>
                          <a:ea typeface="ＭＳ Ｐゴシック" pitchFamily="34" charset="-128"/>
                        </a:defRPr>
                      </a:lvl7pPr>
                      <a:lvl8pPr marL="3429000" indent="-228600" defTabSz="457200" eaLnBrk="0" fontAlgn="base" hangingPunct="0">
                        <a:spcBef>
                          <a:spcPct val="20000"/>
                        </a:spcBef>
                        <a:spcAft>
                          <a:spcPct val="0"/>
                        </a:spcAft>
                        <a:buFont typeface="Arial" pitchFamily="34" charset="0"/>
                        <a:defRPr>
                          <a:solidFill>
                            <a:schemeClr val="tx1"/>
                          </a:solidFill>
                          <a:latin typeface="Calibri" pitchFamily="34" charset="0"/>
                          <a:ea typeface="ＭＳ Ｐゴシック" pitchFamily="34" charset="-128"/>
                        </a:defRPr>
                      </a:lvl8pPr>
                      <a:lvl9pPr marL="3886200" indent="-228600" defTabSz="457200" eaLnBrk="0" fontAlgn="base" hangingPunct="0">
                        <a:spcBef>
                          <a:spcPct val="20000"/>
                        </a:spcBef>
                        <a:spcAft>
                          <a:spcPct val="0"/>
                        </a:spcAft>
                        <a:buFont typeface="Arial" pitchFamily="34" charset="0"/>
                        <a:defRPr>
                          <a:solidFill>
                            <a:schemeClr val="tx1"/>
                          </a:solidFill>
                          <a:latin typeface="Calibri" pitchFamily="34" charset="0"/>
                          <a:ea typeface="ＭＳ Ｐゴシック" pitchFamily="34" charset="-128"/>
                        </a:defRPr>
                      </a:lvl9pPr>
                    </a:lstStyle>
                    <a:p>
                      <a:pPr marL="0" marR="0" lvl="0" indent="0" algn="ctr" defTabSz="457200" rtl="0" eaLnBrk="1" fontAlgn="b" latinLnBrk="0" hangingPunct="1">
                        <a:lnSpc>
                          <a:spcPct val="100000"/>
                        </a:lnSpc>
                        <a:spcBef>
                          <a:spcPct val="0"/>
                        </a:spcBef>
                        <a:spcAft>
                          <a:spcPct val="0"/>
                        </a:spcAft>
                        <a:buClrTx/>
                        <a:buSzTx/>
                        <a:buFontTx/>
                        <a:buNone/>
                        <a:tabLst/>
                      </a:pPr>
                      <a:r>
                        <a:rPr kumimoji="0" lang="en-US" altLang="en-US" sz="2400" b="0" i="0" u="none" strike="noStrike" cap="none" normalizeH="0" baseline="0">
                          <a:ln>
                            <a:noFill/>
                          </a:ln>
                          <a:solidFill>
                            <a:schemeClr val="tx1"/>
                          </a:solidFill>
                          <a:effectLst/>
                          <a:latin typeface="Calibri" pitchFamily="34" charset="0"/>
                          <a:ea typeface="ＭＳ Ｐゴシック" pitchFamily="34" charset="-128"/>
                        </a:rPr>
                        <a:t>40</a:t>
                      </a:r>
                      <a:endParaRPr kumimoji="0" lang="en-US" altLang="en-US" sz="2400" b="0" i="0" u="none" strike="noStrike" cap="none" normalizeH="0" baseline="0">
                        <a:ln>
                          <a:noFill/>
                        </a:ln>
                        <a:solidFill>
                          <a:srgbClr val="000000"/>
                        </a:solidFill>
                        <a:effectLst/>
                        <a:latin typeface="Calibri" pitchFamily="34" charset="0"/>
                        <a:ea typeface="ＭＳ Ｐゴシック" pitchFamily="34" charset="-128"/>
                      </a:endParaRPr>
                    </a:p>
                  </a:txBody>
                  <a:tcPr marL="7620" marR="7620" marT="10158" marB="0" anchor="b" horzOverflow="overflow">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a:noFill/>
                    </a:lnT>
                    <a:lnB>
                      <a:noFill/>
                    </a:lnB>
                    <a:lnTlToBr>
                      <a:noFill/>
                    </a:lnTlToBr>
                    <a:lnBlToTr>
                      <a:noFill/>
                    </a:lnBlToTr>
                    <a:solidFill>
                      <a:schemeClr val="bg1"/>
                    </a:solidFill>
                  </a:tcPr>
                </a:tc>
                <a:tc>
                  <a:txBody>
                    <a:bodyPr/>
                    <a:lstStyle>
                      <a:lvl1pPr eaLnBrk="0" hangingPunct="0">
                        <a:spcBef>
                          <a:spcPct val="20000"/>
                        </a:spcBef>
                        <a:buFont typeface="Arial" pitchFamily="34" charset="0"/>
                        <a:defRPr sz="2800">
                          <a:solidFill>
                            <a:schemeClr val="tx1"/>
                          </a:solidFill>
                          <a:latin typeface="Calibri" pitchFamily="34" charset="0"/>
                          <a:ea typeface="ＭＳ Ｐゴシック" pitchFamily="34" charset="-128"/>
                        </a:defRPr>
                      </a:lvl1pPr>
                      <a:lvl2pPr marL="742950" indent="-285750" eaLnBrk="0" hangingPunct="0">
                        <a:spcBef>
                          <a:spcPct val="20000"/>
                        </a:spcBef>
                        <a:buFont typeface="Arial" pitchFamily="34" charset="0"/>
                        <a:defRPr sz="2400">
                          <a:solidFill>
                            <a:schemeClr val="tx1"/>
                          </a:solidFill>
                          <a:latin typeface="Calibri" pitchFamily="34" charset="0"/>
                          <a:ea typeface="ＭＳ Ｐゴシック" pitchFamily="34" charset="-128"/>
                        </a:defRPr>
                      </a:lvl2pPr>
                      <a:lvl3pPr marL="1143000" indent="-228600" eaLnBrk="0" hangingPunct="0">
                        <a:spcBef>
                          <a:spcPct val="20000"/>
                        </a:spcBef>
                        <a:buFont typeface="Arial" pitchFamily="34" charset="0"/>
                        <a:defRPr sz="2000">
                          <a:solidFill>
                            <a:schemeClr val="tx1"/>
                          </a:solidFill>
                          <a:latin typeface="Calibri" pitchFamily="34" charset="0"/>
                          <a:ea typeface="ＭＳ Ｐゴシック" pitchFamily="34" charset="-128"/>
                        </a:defRPr>
                      </a:lvl3pPr>
                      <a:lvl4pPr marL="1600200" indent="-228600" eaLnBrk="0" hangingPunct="0">
                        <a:spcBef>
                          <a:spcPct val="20000"/>
                        </a:spcBef>
                        <a:buFont typeface="Arial" pitchFamily="34" charset="0"/>
                        <a:defRPr>
                          <a:solidFill>
                            <a:schemeClr val="tx1"/>
                          </a:solidFill>
                          <a:latin typeface="Calibri" pitchFamily="34" charset="0"/>
                          <a:ea typeface="ＭＳ Ｐゴシック" pitchFamily="34" charset="-128"/>
                        </a:defRPr>
                      </a:lvl4pPr>
                      <a:lvl5pPr marL="2057400" indent="-228600" eaLnBrk="0" hangingPunct="0">
                        <a:spcBef>
                          <a:spcPct val="20000"/>
                        </a:spcBef>
                        <a:buFont typeface="Arial" pitchFamily="34" charset="0"/>
                        <a:defRPr>
                          <a:solidFill>
                            <a:schemeClr val="tx1"/>
                          </a:solidFill>
                          <a:latin typeface="Calibri" pitchFamily="34" charset="0"/>
                          <a:ea typeface="ＭＳ Ｐゴシック" pitchFamily="34" charset="-128"/>
                        </a:defRPr>
                      </a:lvl5pPr>
                      <a:lvl6pPr marL="2514600" indent="-228600" defTabSz="457200" eaLnBrk="0" fontAlgn="base" hangingPunct="0">
                        <a:spcBef>
                          <a:spcPct val="20000"/>
                        </a:spcBef>
                        <a:spcAft>
                          <a:spcPct val="0"/>
                        </a:spcAft>
                        <a:buFont typeface="Arial" pitchFamily="34" charset="0"/>
                        <a:defRPr>
                          <a:solidFill>
                            <a:schemeClr val="tx1"/>
                          </a:solidFill>
                          <a:latin typeface="Calibri" pitchFamily="34" charset="0"/>
                          <a:ea typeface="ＭＳ Ｐゴシック" pitchFamily="34" charset="-128"/>
                        </a:defRPr>
                      </a:lvl6pPr>
                      <a:lvl7pPr marL="2971800" indent="-228600" defTabSz="457200" eaLnBrk="0" fontAlgn="base" hangingPunct="0">
                        <a:spcBef>
                          <a:spcPct val="20000"/>
                        </a:spcBef>
                        <a:spcAft>
                          <a:spcPct val="0"/>
                        </a:spcAft>
                        <a:buFont typeface="Arial" pitchFamily="34" charset="0"/>
                        <a:defRPr>
                          <a:solidFill>
                            <a:schemeClr val="tx1"/>
                          </a:solidFill>
                          <a:latin typeface="Calibri" pitchFamily="34" charset="0"/>
                          <a:ea typeface="ＭＳ Ｐゴシック" pitchFamily="34" charset="-128"/>
                        </a:defRPr>
                      </a:lvl7pPr>
                      <a:lvl8pPr marL="3429000" indent="-228600" defTabSz="457200" eaLnBrk="0" fontAlgn="base" hangingPunct="0">
                        <a:spcBef>
                          <a:spcPct val="20000"/>
                        </a:spcBef>
                        <a:spcAft>
                          <a:spcPct val="0"/>
                        </a:spcAft>
                        <a:buFont typeface="Arial" pitchFamily="34" charset="0"/>
                        <a:defRPr>
                          <a:solidFill>
                            <a:schemeClr val="tx1"/>
                          </a:solidFill>
                          <a:latin typeface="Calibri" pitchFamily="34" charset="0"/>
                          <a:ea typeface="ＭＳ Ｐゴシック" pitchFamily="34" charset="-128"/>
                        </a:defRPr>
                      </a:lvl8pPr>
                      <a:lvl9pPr marL="3886200" indent="-228600" defTabSz="457200" eaLnBrk="0" fontAlgn="base" hangingPunct="0">
                        <a:spcBef>
                          <a:spcPct val="20000"/>
                        </a:spcBef>
                        <a:spcAft>
                          <a:spcPct val="0"/>
                        </a:spcAft>
                        <a:buFont typeface="Arial" pitchFamily="34" charset="0"/>
                        <a:defRPr>
                          <a:solidFill>
                            <a:schemeClr val="tx1"/>
                          </a:solidFill>
                          <a:latin typeface="Calibri" pitchFamily="34" charset="0"/>
                          <a:ea typeface="ＭＳ Ｐゴシック" pitchFamily="34" charset="-128"/>
                        </a:defRPr>
                      </a:lvl9pPr>
                    </a:lstStyle>
                    <a:p>
                      <a:pPr marL="0" marR="0" lvl="0" indent="0" algn="ctr" defTabSz="457200" rtl="0" eaLnBrk="1" fontAlgn="b" latinLnBrk="0" hangingPunct="1">
                        <a:lnSpc>
                          <a:spcPct val="100000"/>
                        </a:lnSpc>
                        <a:spcBef>
                          <a:spcPct val="0"/>
                        </a:spcBef>
                        <a:spcAft>
                          <a:spcPct val="0"/>
                        </a:spcAft>
                        <a:buClrTx/>
                        <a:buSzTx/>
                        <a:buFontTx/>
                        <a:buNone/>
                        <a:tabLst/>
                      </a:pPr>
                      <a:r>
                        <a:rPr kumimoji="0" lang="en-US" altLang="en-US" sz="2400" b="0" i="0" u="none" strike="noStrike" cap="none" normalizeH="0" baseline="0">
                          <a:ln>
                            <a:noFill/>
                          </a:ln>
                          <a:solidFill>
                            <a:srgbClr val="000000"/>
                          </a:solidFill>
                          <a:effectLst/>
                          <a:latin typeface="Calibri" pitchFamily="34" charset="0"/>
                          <a:ea typeface="ＭＳ Ｐゴシック" pitchFamily="34" charset="-128"/>
                        </a:rPr>
                        <a:t>232</a:t>
                      </a:r>
                    </a:p>
                  </a:txBody>
                  <a:tcPr marL="7620" marR="7620" marT="10158" marB="0" anchor="b" horzOverflow="overflow">
                    <a:lnL w="12700" cap="flat" cmpd="sng" algn="ctr">
                      <a:solidFill>
                        <a:schemeClr val="tx1"/>
                      </a:solidFill>
                      <a:prstDash val="solid"/>
                      <a:round/>
                      <a:headEnd type="none" w="med" len="med"/>
                      <a:tailEnd type="none" w="med" len="med"/>
                    </a:lnL>
                    <a:lnR>
                      <a:noFill/>
                    </a:lnR>
                    <a:lnT>
                      <a:noFill/>
                    </a:lnT>
                    <a:lnB>
                      <a:noFill/>
                    </a:lnB>
                    <a:lnTlToBr>
                      <a:noFill/>
                    </a:lnTlToBr>
                    <a:lnBlToTr>
                      <a:noFill/>
                    </a:lnBlToTr>
                    <a:solidFill>
                      <a:schemeClr val="bg1"/>
                    </a:solidFill>
                  </a:tcPr>
                </a:tc>
                <a:extLst>
                  <a:ext uri="{0D108BD9-81ED-4DB2-BD59-A6C34878D82A}">
                    <a16:rowId xmlns:a16="http://schemas.microsoft.com/office/drawing/2014/main" val="10002"/>
                  </a:ext>
                </a:extLst>
              </a:tr>
              <a:tr h="376238">
                <a:tc>
                  <a:txBody>
                    <a:bodyPr/>
                    <a:lstStyle>
                      <a:lvl1pPr eaLnBrk="0" hangingPunct="0">
                        <a:spcBef>
                          <a:spcPct val="20000"/>
                        </a:spcBef>
                        <a:buFont typeface="Arial" pitchFamily="34" charset="0"/>
                        <a:defRPr sz="2800">
                          <a:solidFill>
                            <a:schemeClr val="tx1"/>
                          </a:solidFill>
                          <a:latin typeface="Calibri" pitchFamily="34" charset="0"/>
                          <a:ea typeface="ＭＳ Ｐゴシック" pitchFamily="34" charset="-128"/>
                        </a:defRPr>
                      </a:lvl1pPr>
                      <a:lvl2pPr marL="742950" indent="-285750" eaLnBrk="0" hangingPunct="0">
                        <a:spcBef>
                          <a:spcPct val="20000"/>
                        </a:spcBef>
                        <a:buFont typeface="Arial" pitchFamily="34" charset="0"/>
                        <a:defRPr sz="2400">
                          <a:solidFill>
                            <a:schemeClr val="tx1"/>
                          </a:solidFill>
                          <a:latin typeface="Calibri" pitchFamily="34" charset="0"/>
                          <a:ea typeface="ＭＳ Ｐゴシック" pitchFamily="34" charset="-128"/>
                        </a:defRPr>
                      </a:lvl2pPr>
                      <a:lvl3pPr marL="1143000" indent="-228600" eaLnBrk="0" hangingPunct="0">
                        <a:spcBef>
                          <a:spcPct val="20000"/>
                        </a:spcBef>
                        <a:buFont typeface="Arial" pitchFamily="34" charset="0"/>
                        <a:defRPr sz="2000">
                          <a:solidFill>
                            <a:schemeClr val="tx1"/>
                          </a:solidFill>
                          <a:latin typeface="Calibri" pitchFamily="34" charset="0"/>
                          <a:ea typeface="ＭＳ Ｐゴシック" pitchFamily="34" charset="-128"/>
                        </a:defRPr>
                      </a:lvl3pPr>
                      <a:lvl4pPr marL="1600200" indent="-228600" eaLnBrk="0" hangingPunct="0">
                        <a:spcBef>
                          <a:spcPct val="20000"/>
                        </a:spcBef>
                        <a:buFont typeface="Arial" pitchFamily="34" charset="0"/>
                        <a:defRPr>
                          <a:solidFill>
                            <a:schemeClr val="tx1"/>
                          </a:solidFill>
                          <a:latin typeface="Calibri" pitchFamily="34" charset="0"/>
                          <a:ea typeface="ＭＳ Ｐゴシック" pitchFamily="34" charset="-128"/>
                        </a:defRPr>
                      </a:lvl4pPr>
                      <a:lvl5pPr marL="2057400" indent="-228600" eaLnBrk="0" hangingPunct="0">
                        <a:spcBef>
                          <a:spcPct val="20000"/>
                        </a:spcBef>
                        <a:buFont typeface="Arial" pitchFamily="34" charset="0"/>
                        <a:defRPr>
                          <a:solidFill>
                            <a:schemeClr val="tx1"/>
                          </a:solidFill>
                          <a:latin typeface="Calibri" pitchFamily="34" charset="0"/>
                          <a:ea typeface="ＭＳ Ｐゴシック" pitchFamily="34" charset="-128"/>
                        </a:defRPr>
                      </a:lvl5pPr>
                      <a:lvl6pPr marL="2514600" indent="-228600" defTabSz="457200" eaLnBrk="0" fontAlgn="base" hangingPunct="0">
                        <a:spcBef>
                          <a:spcPct val="20000"/>
                        </a:spcBef>
                        <a:spcAft>
                          <a:spcPct val="0"/>
                        </a:spcAft>
                        <a:buFont typeface="Arial" pitchFamily="34" charset="0"/>
                        <a:defRPr>
                          <a:solidFill>
                            <a:schemeClr val="tx1"/>
                          </a:solidFill>
                          <a:latin typeface="Calibri" pitchFamily="34" charset="0"/>
                          <a:ea typeface="ＭＳ Ｐゴシック" pitchFamily="34" charset="-128"/>
                        </a:defRPr>
                      </a:lvl6pPr>
                      <a:lvl7pPr marL="2971800" indent="-228600" defTabSz="457200" eaLnBrk="0" fontAlgn="base" hangingPunct="0">
                        <a:spcBef>
                          <a:spcPct val="20000"/>
                        </a:spcBef>
                        <a:spcAft>
                          <a:spcPct val="0"/>
                        </a:spcAft>
                        <a:buFont typeface="Arial" pitchFamily="34" charset="0"/>
                        <a:defRPr>
                          <a:solidFill>
                            <a:schemeClr val="tx1"/>
                          </a:solidFill>
                          <a:latin typeface="Calibri" pitchFamily="34" charset="0"/>
                          <a:ea typeface="ＭＳ Ｐゴシック" pitchFamily="34" charset="-128"/>
                        </a:defRPr>
                      </a:lvl7pPr>
                      <a:lvl8pPr marL="3429000" indent="-228600" defTabSz="457200" eaLnBrk="0" fontAlgn="base" hangingPunct="0">
                        <a:spcBef>
                          <a:spcPct val="20000"/>
                        </a:spcBef>
                        <a:spcAft>
                          <a:spcPct val="0"/>
                        </a:spcAft>
                        <a:buFont typeface="Arial" pitchFamily="34" charset="0"/>
                        <a:defRPr>
                          <a:solidFill>
                            <a:schemeClr val="tx1"/>
                          </a:solidFill>
                          <a:latin typeface="Calibri" pitchFamily="34" charset="0"/>
                          <a:ea typeface="ＭＳ Ｐゴシック" pitchFamily="34" charset="-128"/>
                        </a:defRPr>
                      </a:lvl8pPr>
                      <a:lvl9pPr marL="3886200" indent="-228600" defTabSz="457200" eaLnBrk="0" fontAlgn="base" hangingPunct="0">
                        <a:spcBef>
                          <a:spcPct val="20000"/>
                        </a:spcBef>
                        <a:spcAft>
                          <a:spcPct val="0"/>
                        </a:spcAft>
                        <a:buFont typeface="Arial" pitchFamily="34" charset="0"/>
                        <a:defRPr>
                          <a:solidFill>
                            <a:schemeClr val="tx1"/>
                          </a:solidFill>
                          <a:latin typeface="Calibri" pitchFamily="34" charset="0"/>
                          <a:ea typeface="ＭＳ Ｐゴシック" pitchFamily="34" charset="-128"/>
                        </a:defRPr>
                      </a:lvl9pPr>
                    </a:lstStyle>
                    <a:p>
                      <a:pPr marL="0" marR="0" lvl="0" indent="0" algn="ctr" defTabSz="457200" rtl="0" eaLnBrk="1" fontAlgn="b" latinLnBrk="0" hangingPunct="1">
                        <a:lnSpc>
                          <a:spcPct val="100000"/>
                        </a:lnSpc>
                        <a:spcBef>
                          <a:spcPct val="0"/>
                        </a:spcBef>
                        <a:spcAft>
                          <a:spcPct val="0"/>
                        </a:spcAft>
                        <a:buClrTx/>
                        <a:buSzTx/>
                        <a:buFontTx/>
                        <a:buNone/>
                        <a:tabLst/>
                      </a:pPr>
                      <a:r>
                        <a:rPr kumimoji="0" lang="en-US" altLang="en-US" sz="2400" b="0" i="0" u="none" strike="noStrike" cap="none" normalizeH="0" baseline="0">
                          <a:ln>
                            <a:noFill/>
                          </a:ln>
                          <a:solidFill>
                            <a:srgbClr val="000000"/>
                          </a:solidFill>
                          <a:effectLst/>
                          <a:latin typeface="Calibri" pitchFamily="34" charset="0"/>
                          <a:ea typeface="ＭＳ Ｐゴシック" pitchFamily="34" charset="-128"/>
                        </a:rPr>
                        <a:t>1</a:t>
                      </a:r>
                    </a:p>
                  </a:txBody>
                  <a:tcPr marL="7620" marR="7620" marT="10158" marB="0" anchor="b" horzOverflow="overflow">
                    <a:lnL>
                      <a:noFill/>
                    </a:lnL>
                    <a:lnR w="12700" cap="flat" cmpd="sng" algn="ctr">
                      <a:solidFill>
                        <a:schemeClr val="tx1"/>
                      </a:solidFill>
                      <a:prstDash val="solid"/>
                      <a:round/>
                      <a:headEnd type="none" w="med" len="med"/>
                      <a:tailEnd type="none" w="med" len="med"/>
                    </a:lnR>
                    <a:lnT>
                      <a:noFill/>
                    </a:lnT>
                    <a:lnB>
                      <a:noFill/>
                    </a:lnB>
                    <a:lnTlToBr>
                      <a:noFill/>
                    </a:lnTlToBr>
                    <a:lnBlToTr>
                      <a:noFill/>
                    </a:lnBlToTr>
                    <a:solidFill>
                      <a:schemeClr val="bg1"/>
                    </a:solidFill>
                  </a:tcPr>
                </a:tc>
                <a:tc>
                  <a:txBody>
                    <a:bodyPr/>
                    <a:lstStyle>
                      <a:lvl1pPr eaLnBrk="0" hangingPunct="0">
                        <a:spcBef>
                          <a:spcPct val="20000"/>
                        </a:spcBef>
                        <a:buFont typeface="Arial" pitchFamily="34" charset="0"/>
                        <a:defRPr sz="2800">
                          <a:solidFill>
                            <a:schemeClr val="tx1"/>
                          </a:solidFill>
                          <a:latin typeface="Calibri" pitchFamily="34" charset="0"/>
                          <a:ea typeface="ＭＳ Ｐゴシック" pitchFamily="34" charset="-128"/>
                        </a:defRPr>
                      </a:lvl1pPr>
                      <a:lvl2pPr marL="742950" indent="-285750" eaLnBrk="0" hangingPunct="0">
                        <a:spcBef>
                          <a:spcPct val="20000"/>
                        </a:spcBef>
                        <a:buFont typeface="Arial" pitchFamily="34" charset="0"/>
                        <a:defRPr sz="2400">
                          <a:solidFill>
                            <a:schemeClr val="tx1"/>
                          </a:solidFill>
                          <a:latin typeface="Calibri" pitchFamily="34" charset="0"/>
                          <a:ea typeface="ＭＳ Ｐゴシック" pitchFamily="34" charset="-128"/>
                        </a:defRPr>
                      </a:lvl2pPr>
                      <a:lvl3pPr marL="1143000" indent="-228600" eaLnBrk="0" hangingPunct="0">
                        <a:spcBef>
                          <a:spcPct val="20000"/>
                        </a:spcBef>
                        <a:buFont typeface="Arial" pitchFamily="34" charset="0"/>
                        <a:defRPr sz="2000">
                          <a:solidFill>
                            <a:schemeClr val="tx1"/>
                          </a:solidFill>
                          <a:latin typeface="Calibri" pitchFamily="34" charset="0"/>
                          <a:ea typeface="ＭＳ Ｐゴシック" pitchFamily="34" charset="-128"/>
                        </a:defRPr>
                      </a:lvl3pPr>
                      <a:lvl4pPr marL="1600200" indent="-228600" eaLnBrk="0" hangingPunct="0">
                        <a:spcBef>
                          <a:spcPct val="20000"/>
                        </a:spcBef>
                        <a:buFont typeface="Arial" pitchFamily="34" charset="0"/>
                        <a:defRPr>
                          <a:solidFill>
                            <a:schemeClr val="tx1"/>
                          </a:solidFill>
                          <a:latin typeface="Calibri" pitchFamily="34" charset="0"/>
                          <a:ea typeface="ＭＳ Ｐゴシック" pitchFamily="34" charset="-128"/>
                        </a:defRPr>
                      </a:lvl4pPr>
                      <a:lvl5pPr marL="2057400" indent="-228600" eaLnBrk="0" hangingPunct="0">
                        <a:spcBef>
                          <a:spcPct val="20000"/>
                        </a:spcBef>
                        <a:buFont typeface="Arial" pitchFamily="34" charset="0"/>
                        <a:defRPr>
                          <a:solidFill>
                            <a:schemeClr val="tx1"/>
                          </a:solidFill>
                          <a:latin typeface="Calibri" pitchFamily="34" charset="0"/>
                          <a:ea typeface="ＭＳ Ｐゴシック" pitchFamily="34" charset="-128"/>
                        </a:defRPr>
                      </a:lvl5pPr>
                      <a:lvl6pPr marL="2514600" indent="-228600" defTabSz="457200" eaLnBrk="0" fontAlgn="base" hangingPunct="0">
                        <a:spcBef>
                          <a:spcPct val="20000"/>
                        </a:spcBef>
                        <a:spcAft>
                          <a:spcPct val="0"/>
                        </a:spcAft>
                        <a:buFont typeface="Arial" pitchFamily="34" charset="0"/>
                        <a:defRPr>
                          <a:solidFill>
                            <a:schemeClr val="tx1"/>
                          </a:solidFill>
                          <a:latin typeface="Calibri" pitchFamily="34" charset="0"/>
                          <a:ea typeface="ＭＳ Ｐゴシック" pitchFamily="34" charset="-128"/>
                        </a:defRPr>
                      </a:lvl6pPr>
                      <a:lvl7pPr marL="2971800" indent="-228600" defTabSz="457200" eaLnBrk="0" fontAlgn="base" hangingPunct="0">
                        <a:spcBef>
                          <a:spcPct val="20000"/>
                        </a:spcBef>
                        <a:spcAft>
                          <a:spcPct val="0"/>
                        </a:spcAft>
                        <a:buFont typeface="Arial" pitchFamily="34" charset="0"/>
                        <a:defRPr>
                          <a:solidFill>
                            <a:schemeClr val="tx1"/>
                          </a:solidFill>
                          <a:latin typeface="Calibri" pitchFamily="34" charset="0"/>
                          <a:ea typeface="ＭＳ Ｐゴシック" pitchFamily="34" charset="-128"/>
                        </a:defRPr>
                      </a:lvl7pPr>
                      <a:lvl8pPr marL="3429000" indent="-228600" defTabSz="457200" eaLnBrk="0" fontAlgn="base" hangingPunct="0">
                        <a:spcBef>
                          <a:spcPct val="20000"/>
                        </a:spcBef>
                        <a:spcAft>
                          <a:spcPct val="0"/>
                        </a:spcAft>
                        <a:buFont typeface="Arial" pitchFamily="34" charset="0"/>
                        <a:defRPr>
                          <a:solidFill>
                            <a:schemeClr val="tx1"/>
                          </a:solidFill>
                          <a:latin typeface="Calibri" pitchFamily="34" charset="0"/>
                          <a:ea typeface="ＭＳ Ｐゴシック" pitchFamily="34" charset="-128"/>
                        </a:defRPr>
                      </a:lvl8pPr>
                      <a:lvl9pPr marL="3886200" indent="-228600" defTabSz="457200" eaLnBrk="0" fontAlgn="base" hangingPunct="0">
                        <a:spcBef>
                          <a:spcPct val="20000"/>
                        </a:spcBef>
                        <a:spcAft>
                          <a:spcPct val="0"/>
                        </a:spcAft>
                        <a:buFont typeface="Arial" pitchFamily="34" charset="0"/>
                        <a:defRPr>
                          <a:solidFill>
                            <a:schemeClr val="tx1"/>
                          </a:solidFill>
                          <a:latin typeface="Calibri" pitchFamily="34" charset="0"/>
                          <a:ea typeface="ＭＳ Ｐゴシック" pitchFamily="34" charset="-128"/>
                        </a:defRPr>
                      </a:lvl9pPr>
                    </a:lstStyle>
                    <a:p>
                      <a:pPr marL="0" marR="0" lvl="0" indent="0" algn="ctr" defTabSz="457200" rtl="0" eaLnBrk="1" fontAlgn="b" latinLnBrk="0" hangingPunct="1">
                        <a:lnSpc>
                          <a:spcPct val="100000"/>
                        </a:lnSpc>
                        <a:spcBef>
                          <a:spcPct val="0"/>
                        </a:spcBef>
                        <a:spcAft>
                          <a:spcPct val="0"/>
                        </a:spcAft>
                        <a:buClrTx/>
                        <a:buSzTx/>
                        <a:buFontTx/>
                        <a:buNone/>
                        <a:tabLst/>
                      </a:pPr>
                      <a:r>
                        <a:rPr kumimoji="0" lang="en-US" altLang="en-US" sz="2400" b="0" i="0" u="none" strike="noStrike" cap="none" normalizeH="0" baseline="0">
                          <a:ln>
                            <a:noFill/>
                          </a:ln>
                          <a:solidFill>
                            <a:srgbClr val="000000"/>
                          </a:solidFill>
                          <a:effectLst/>
                          <a:latin typeface="Calibri" pitchFamily="34" charset="0"/>
                          <a:ea typeface="ＭＳ Ｐゴシック" pitchFamily="34" charset="-128"/>
                        </a:rPr>
                        <a:t>1534</a:t>
                      </a:r>
                    </a:p>
                  </a:txBody>
                  <a:tcPr marL="7620" marR="7620" marT="10158" marB="0" anchor="b" horzOverflow="overflow">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a:noFill/>
                    </a:lnT>
                    <a:lnB>
                      <a:noFill/>
                    </a:lnB>
                    <a:lnTlToBr>
                      <a:noFill/>
                    </a:lnTlToBr>
                    <a:lnBlToTr>
                      <a:noFill/>
                    </a:lnBlToTr>
                    <a:solidFill>
                      <a:schemeClr val="bg1"/>
                    </a:solidFill>
                  </a:tcPr>
                </a:tc>
                <a:tc>
                  <a:txBody>
                    <a:bodyPr/>
                    <a:lstStyle>
                      <a:lvl1pPr eaLnBrk="0" hangingPunct="0">
                        <a:spcBef>
                          <a:spcPct val="20000"/>
                        </a:spcBef>
                        <a:buFont typeface="Arial" pitchFamily="34" charset="0"/>
                        <a:defRPr sz="2800">
                          <a:solidFill>
                            <a:schemeClr val="tx1"/>
                          </a:solidFill>
                          <a:latin typeface="Calibri" pitchFamily="34" charset="0"/>
                          <a:ea typeface="ＭＳ Ｐゴシック" pitchFamily="34" charset="-128"/>
                        </a:defRPr>
                      </a:lvl1pPr>
                      <a:lvl2pPr marL="742950" indent="-285750" eaLnBrk="0" hangingPunct="0">
                        <a:spcBef>
                          <a:spcPct val="20000"/>
                        </a:spcBef>
                        <a:buFont typeface="Arial" pitchFamily="34" charset="0"/>
                        <a:defRPr sz="2400">
                          <a:solidFill>
                            <a:schemeClr val="tx1"/>
                          </a:solidFill>
                          <a:latin typeface="Calibri" pitchFamily="34" charset="0"/>
                          <a:ea typeface="ＭＳ Ｐゴシック" pitchFamily="34" charset="-128"/>
                        </a:defRPr>
                      </a:lvl2pPr>
                      <a:lvl3pPr marL="1143000" indent="-228600" eaLnBrk="0" hangingPunct="0">
                        <a:spcBef>
                          <a:spcPct val="20000"/>
                        </a:spcBef>
                        <a:buFont typeface="Arial" pitchFamily="34" charset="0"/>
                        <a:defRPr sz="2000">
                          <a:solidFill>
                            <a:schemeClr val="tx1"/>
                          </a:solidFill>
                          <a:latin typeface="Calibri" pitchFamily="34" charset="0"/>
                          <a:ea typeface="ＭＳ Ｐゴシック" pitchFamily="34" charset="-128"/>
                        </a:defRPr>
                      </a:lvl3pPr>
                      <a:lvl4pPr marL="1600200" indent="-228600" eaLnBrk="0" hangingPunct="0">
                        <a:spcBef>
                          <a:spcPct val="20000"/>
                        </a:spcBef>
                        <a:buFont typeface="Arial" pitchFamily="34" charset="0"/>
                        <a:defRPr>
                          <a:solidFill>
                            <a:schemeClr val="tx1"/>
                          </a:solidFill>
                          <a:latin typeface="Calibri" pitchFamily="34" charset="0"/>
                          <a:ea typeface="ＭＳ Ｐゴシック" pitchFamily="34" charset="-128"/>
                        </a:defRPr>
                      </a:lvl4pPr>
                      <a:lvl5pPr marL="2057400" indent="-228600" eaLnBrk="0" hangingPunct="0">
                        <a:spcBef>
                          <a:spcPct val="20000"/>
                        </a:spcBef>
                        <a:buFont typeface="Arial" pitchFamily="34" charset="0"/>
                        <a:defRPr>
                          <a:solidFill>
                            <a:schemeClr val="tx1"/>
                          </a:solidFill>
                          <a:latin typeface="Calibri" pitchFamily="34" charset="0"/>
                          <a:ea typeface="ＭＳ Ｐゴシック" pitchFamily="34" charset="-128"/>
                        </a:defRPr>
                      </a:lvl5pPr>
                      <a:lvl6pPr marL="2514600" indent="-228600" defTabSz="457200" eaLnBrk="0" fontAlgn="base" hangingPunct="0">
                        <a:spcBef>
                          <a:spcPct val="20000"/>
                        </a:spcBef>
                        <a:spcAft>
                          <a:spcPct val="0"/>
                        </a:spcAft>
                        <a:buFont typeface="Arial" pitchFamily="34" charset="0"/>
                        <a:defRPr>
                          <a:solidFill>
                            <a:schemeClr val="tx1"/>
                          </a:solidFill>
                          <a:latin typeface="Calibri" pitchFamily="34" charset="0"/>
                          <a:ea typeface="ＭＳ Ｐゴシック" pitchFamily="34" charset="-128"/>
                        </a:defRPr>
                      </a:lvl6pPr>
                      <a:lvl7pPr marL="2971800" indent="-228600" defTabSz="457200" eaLnBrk="0" fontAlgn="base" hangingPunct="0">
                        <a:spcBef>
                          <a:spcPct val="20000"/>
                        </a:spcBef>
                        <a:spcAft>
                          <a:spcPct val="0"/>
                        </a:spcAft>
                        <a:buFont typeface="Arial" pitchFamily="34" charset="0"/>
                        <a:defRPr>
                          <a:solidFill>
                            <a:schemeClr val="tx1"/>
                          </a:solidFill>
                          <a:latin typeface="Calibri" pitchFamily="34" charset="0"/>
                          <a:ea typeface="ＭＳ Ｐゴシック" pitchFamily="34" charset="-128"/>
                        </a:defRPr>
                      </a:lvl7pPr>
                      <a:lvl8pPr marL="3429000" indent="-228600" defTabSz="457200" eaLnBrk="0" fontAlgn="base" hangingPunct="0">
                        <a:spcBef>
                          <a:spcPct val="20000"/>
                        </a:spcBef>
                        <a:spcAft>
                          <a:spcPct val="0"/>
                        </a:spcAft>
                        <a:buFont typeface="Arial" pitchFamily="34" charset="0"/>
                        <a:defRPr>
                          <a:solidFill>
                            <a:schemeClr val="tx1"/>
                          </a:solidFill>
                          <a:latin typeface="Calibri" pitchFamily="34" charset="0"/>
                          <a:ea typeface="ＭＳ Ｐゴシック" pitchFamily="34" charset="-128"/>
                        </a:defRPr>
                      </a:lvl8pPr>
                      <a:lvl9pPr marL="3886200" indent="-228600" defTabSz="457200" eaLnBrk="0" fontAlgn="base" hangingPunct="0">
                        <a:spcBef>
                          <a:spcPct val="20000"/>
                        </a:spcBef>
                        <a:spcAft>
                          <a:spcPct val="0"/>
                        </a:spcAft>
                        <a:buFont typeface="Arial" pitchFamily="34" charset="0"/>
                        <a:defRPr>
                          <a:solidFill>
                            <a:schemeClr val="tx1"/>
                          </a:solidFill>
                          <a:latin typeface="Calibri" pitchFamily="34" charset="0"/>
                          <a:ea typeface="ＭＳ Ｐゴシック" pitchFamily="34" charset="-128"/>
                        </a:defRPr>
                      </a:lvl9pPr>
                    </a:lstStyle>
                    <a:p>
                      <a:pPr marL="0" marR="0" lvl="0" indent="0" algn="ctr" defTabSz="457200" rtl="0" eaLnBrk="1" fontAlgn="b" latinLnBrk="0" hangingPunct="1">
                        <a:lnSpc>
                          <a:spcPct val="100000"/>
                        </a:lnSpc>
                        <a:spcBef>
                          <a:spcPct val="0"/>
                        </a:spcBef>
                        <a:spcAft>
                          <a:spcPct val="0"/>
                        </a:spcAft>
                        <a:buClrTx/>
                        <a:buSzTx/>
                        <a:buFontTx/>
                        <a:buNone/>
                        <a:tabLst/>
                      </a:pPr>
                      <a:r>
                        <a:rPr kumimoji="0" lang="en-US" altLang="en-US" sz="2400" b="0" i="0" u="none" strike="noStrike" cap="none" normalizeH="0" baseline="0">
                          <a:ln>
                            <a:noFill/>
                          </a:ln>
                          <a:solidFill>
                            <a:schemeClr val="tx1"/>
                          </a:solidFill>
                          <a:effectLst/>
                          <a:latin typeface="Calibri" pitchFamily="34" charset="0"/>
                          <a:ea typeface="ＭＳ Ｐゴシック" pitchFamily="34" charset="-128"/>
                        </a:rPr>
                        <a:t>3</a:t>
                      </a:r>
                      <a:endParaRPr kumimoji="0" lang="en-US" altLang="en-US" sz="2400" b="0" i="0" u="none" strike="noStrike" cap="none" normalizeH="0" baseline="0">
                        <a:ln>
                          <a:noFill/>
                        </a:ln>
                        <a:solidFill>
                          <a:srgbClr val="000000"/>
                        </a:solidFill>
                        <a:effectLst/>
                        <a:latin typeface="Calibri" pitchFamily="34" charset="0"/>
                        <a:ea typeface="ＭＳ Ｐゴシック" pitchFamily="34" charset="-128"/>
                      </a:endParaRPr>
                    </a:p>
                  </a:txBody>
                  <a:tcPr marL="7620" marR="7620" marT="10158" marB="0" anchor="b" horzOverflow="overflow">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a:noFill/>
                    </a:lnT>
                    <a:lnB>
                      <a:noFill/>
                    </a:lnB>
                    <a:lnTlToBr>
                      <a:noFill/>
                    </a:lnTlToBr>
                    <a:lnBlToTr>
                      <a:noFill/>
                    </a:lnBlToTr>
                    <a:solidFill>
                      <a:schemeClr val="bg1"/>
                    </a:solidFill>
                  </a:tcPr>
                </a:tc>
                <a:tc>
                  <a:txBody>
                    <a:bodyPr/>
                    <a:lstStyle>
                      <a:lvl1pPr eaLnBrk="0" hangingPunct="0">
                        <a:spcBef>
                          <a:spcPct val="20000"/>
                        </a:spcBef>
                        <a:buFont typeface="Arial" pitchFamily="34" charset="0"/>
                        <a:defRPr sz="2800">
                          <a:solidFill>
                            <a:schemeClr val="tx1"/>
                          </a:solidFill>
                          <a:latin typeface="Calibri" pitchFamily="34" charset="0"/>
                          <a:ea typeface="ＭＳ Ｐゴシック" pitchFamily="34" charset="-128"/>
                        </a:defRPr>
                      </a:lvl1pPr>
                      <a:lvl2pPr marL="742950" indent="-285750" eaLnBrk="0" hangingPunct="0">
                        <a:spcBef>
                          <a:spcPct val="20000"/>
                        </a:spcBef>
                        <a:buFont typeface="Arial" pitchFamily="34" charset="0"/>
                        <a:defRPr sz="2400">
                          <a:solidFill>
                            <a:schemeClr val="tx1"/>
                          </a:solidFill>
                          <a:latin typeface="Calibri" pitchFamily="34" charset="0"/>
                          <a:ea typeface="ＭＳ Ｐゴシック" pitchFamily="34" charset="-128"/>
                        </a:defRPr>
                      </a:lvl2pPr>
                      <a:lvl3pPr marL="1143000" indent="-228600" eaLnBrk="0" hangingPunct="0">
                        <a:spcBef>
                          <a:spcPct val="20000"/>
                        </a:spcBef>
                        <a:buFont typeface="Arial" pitchFamily="34" charset="0"/>
                        <a:defRPr sz="2000">
                          <a:solidFill>
                            <a:schemeClr val="tx1"/>
                          </a:solidFill>
                          <a:latin typeface="Calibri" pitchFamily="34" charset="0"/>
                          <a:ea typeface="ＭＳ Ｐゴシック" pitchFamily="34" charset="-128"/>
                        </a:defRPr>
                      </a:lvl3pPr>
                      <a:lvl4pPr marL="1600200" indent="-228600" eaLnBrk="0" hangingPunct="0">
                        <a:spcBef>
                          <a:spcPct val="20000"/>
                        </a:spcBef>
                        <a:buFont typeface="Arial" pitchFamily="34" charset="0"/>
                        <a:defRPr>
                          <a:solidFill>
                            <a:schemeClr val="tx1"/>
                          </a:solidFill>
                          <a:latin typeface="Calibri" pitchFamily="34" charset="0"/>
                          <a:ea typeface="ＭＳ Ｐゴシック" pitchFamily="34" charset="-128"/>
                        </a:defRPr>
                      </a:lvl4pPr>
                      <a:lvl5pPr marL="2057400" indent="-228600" eaLnBrk="0" hangingPunct="0">
                        <a:spcBef>
                          <a:spcPct val="20000"/>
                        </a:spcBef>
                        <a:buFont typeface="Arial" pitchFamily="34" charset="0"/>
                        <a:defRPr>
                          <a:solidFill>
                            <a:schemeClr val="tx1"/>
                          </a:solidFill>
                          <a:latin typeface="Calibri" pitchFamily="34" charset="0"/>
                          <a:ea typeface="ＭＳ Ｐゴシック" pitchFamily="34" charset="-128"/>
                        </a:defRPr>
                      </a:lvl5pPr>
                      <a:lvl6pPr marL="2514600" indent="-228600" defTabSz="457200" eaLnBrk="0" fontAlgn="base" hangingPunct="0">
                        <a:spcBef>
                          <a:spcPct val="20000"/>
                        </a:spcBef>
                        <a:spcAft>
                          <a:spcPct val="0"/>
                        </a:spcAft>
                        <a:buFont typeface="Arial" pitchFamily="34" charset="0"/>
                        <a:defRPr>
                          <a:solidFill>
                            <a:schemeClr val="tx1"/>
                          </a:solidFill>
                          <a:latin typeface="Calibri" pitchFamily="34" charset="0"/>
                          <a:ea typeface="ＭＳ Ｐゴシック" pitchFamily="34" charset="-128"/>
                        </a:defRPr>
                      </a:lvl6pPr>
                      <a:lvl7pPr marL="2971800" indent="-228600" defTabSz="457200" eaLnBrk="0" fontAlgn="base" hangingPunct="0">
                        <a:spcBef>
                          <a:spcPct val="20000"/>
                        </a:spcBef>
                        <a:spcAft>
                          <a:spcPct val="0"/>
                        </a:spcAft>
                        <a:buFont typeface="Arial" pitchFamily="34" charset="0"/>
                        <a:defRPr>
                          <a:solidFill>
                            <a:schemeClr val="tx1"/>
                          </a:solidFill>
                          <a:latin typeface="Calibri" pitchFamily="34" charset="0"/>
                          <a:ea typeface="ＭＳ Ｐゴシック" pitchFamily="34" charset="-128"/>
                        </a:defRPr>
                      </a:lvl7pPr>
                      <a:lvl8pPr marL="3429000" indent="-228600" defTabSz="457200" eaLnBrk="0" fontAlgn="base" hangingPunct="0">
                        <a:spcBef>
                          <a:spcPct val="20000"/>
                        </a:spcBef>
                        <a:spcAft>
                          <a:spcPct val="0"/>
                        </a:spcAft>
                        <a:buFont typeface="Arial" pitchFamily="34" charset="0"/>
                        <a:defRPr>
                          <a:solidFill>
                            <a:schemeClr val="tx1"/>
                          </a:solidFill>
                          <a:latin typeface="Calibri" pitchFamily="34" charset="0"/>
                          <a:ea typeface="ＭＳ Ｐゴシック" pitchFamily="34" charset="-128"/>
                        </a:defRPr>
                      </a:lvl8pPr>
                      <a:lvl9pPr marL="3886200" indent="-228600" defTabSz="457200" eaLnBrk="0" fontAlgn="base" hangingPunct="0">
                        <a:spcBef>
                          <a:spcPct val="20000"/>
                        </a:spcBef>
                        <a:spcAft>
                          <a:spcPct val="0"/>
                        </a:spcAft>
                        <a:buFont typeface="Arial" pitchFamily="34" charset="0"/>
                        <a:defRPr>
                          <a:solidFill>
                            <a:schemeClr val="tx1"/>
                          </a:solidFill>
                          <a:latin typeface="Calibri" pitchFamily="34" charset="0"/>
                          <a:ea typeface="ＭＳ Ｐゴシック" pitchFamily="34" charset="-128"/>
                        </a:defRPr>
                      </a:lvl9pPr>
                    </a:lstStyle>
                    <a:p>
                      <a:pPr marL="0" marR="0" lvl="0" indent="0" algn="ctr" defTabSz="457200" rtl="0" eaLnBrk="1" fontAlgn="b" latinLnBrk="0" hangingPunct="1">
                        <a:lnSpc>
                          <a:spcPct val="100000"/>
                        </a:lnSpc>
                        <a:spcBef>
                          <a:spcPct val="0"/>
                        </a:spcBef>
                        <a:spcAft>
                          <a:spcPct val="0"/>
                        </a:spcAft>
                        <a:buClrTx/>
                        <a:buSzTx/>
                        <a:buFontTx/>
                        <a:buNone/>
                        <a:tabLst/>
                      </a:pPr>
                      <a:r>
                        <a:rPr kumimoji="0" lang="en-US" altLang="en-US" sz="2400" b="0" i="0" u="none" strike="noStrike" cap="none" normalizeH="0" baseline="0">
                          <a:ln>
                            <a:noFill/>
                          </a:ln>
                          <a:solidFill>
                            <a:srgbClr val="000000"/>
                          </a:solidFill>
                          <a:effectLst/>
                          <a:latin typeface="Calibri" pitchFamily="34" charset="0"/>
                          <a:ea typeface="ＭＳ Ｐゴシック" pitchFamily="34" charset="-128"/>
                        </a:rPr>
                        <a:t>2</a:t>
                      </a:r>
                    </a:p>
                  </a:txBody>
                  <a:tcPr marL="7620" marR="7620" marT="10158" marB="0" anchor="b" horzOverflow="overflow">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a:noFill/>
                    </a:lnT>
                    <a:lnB>
                      <a:noFill/>
                    </a:lnB>
                    <a:lnTlToBr>
                      <a:noFill/>
                    </a:lnTlToBr>
                    <a:lnBlToTr>
                      <a:noFill/>
                    </a:lnBlToTr>
                    <a:solidFill>
                      <a:schemeClr val="bg1"/>
                    </a:solidFill>
                  </a:tcPr>
                </a:tc>
                <a:tc>
                  <a:txBody>
                    <a:bodyPr/>
                    <a:lstStyle>
                      <a:lvl1pPr eaLnBrk="0" hangingPunct="0">
                        <a:spcBef>
                          <a:spcPct val="20000"/>
                        </a:spcBef>
                        <a:buFont typeface="Arial" pitchFamily="34" charset="0"/>
                        <a:defRPr sz="2800">
                          <a:solidFill>
                            <a:schemeClr val="tx1"/>
                          </a:solidFill>
                          <a:latin typeface="Calibri" pitchFamily="34" charset="0"/>
                          <a:ea typeface="ＭＳ Ｐゴシック" pitchFamily="34" charset="-128"/>
                        </a:defRPr>
                      </a:lvl1pPr>
                      <a:lvl2pPr marL="742950" indent="-285750" eaLnBrk="0" hangingPunct="0">
                        <a:spcBef>
                          <a:spcPct val="20000"/>
                        </a:spcBef>
                        <a:buFont typeface="Arial" pitchFamily="34" charset="0"/>
                        <a:defRPr sz="2400">
                          <a:solidFill>
                            <a:schemeClr val="tx1"/>
                          </a:solidFill>
                          <a:latin typeface="Calibri" pitchFamily="34" charset="0"/>
                          <a:ea typeface="ＭＳ Ｐゴシック" pitchFamily="34" charset="-128"/>
                        </a:defRPr>
                      </a:lvl2pPr>
                      <a:lvl3pPr marL="1143000" indent="-228600" eaLnBrk="0" hangingPunct="0">
                        <a:spcBef>
                          <a:spcPct val="20000"/>
                        </a:spcBef>
                        <a:buFont typeface="Arial" pitchFamily="34" charset="0"/>
                        <a:defRPr sz="2000">
                          <a:solidFill>
                            <a:schemeClr val="tx1"/>
                          </a:solidFill>
                          <a:latin typeface="Calibri" pitchFamily="34" charset="0"/>
                          <a:ea typeface="ＭＳ Ｐゴシック" pitchFamily="34" charset="-128"/>
                        </a:defRPr>
                      </a:lvl3pPr>
                      <a:lvl4pPr marL="1600200" indent="-228600" eaLnBrk="0" hangingPunct="0">
                        <a:spcBef>
                          <a:spcPct val="20000"/>
                        </a:spcBef>
                        <a:buFont typeface="Arial" pitchFamily="34" charset="0"/>
                        <a:defRPr>
                          <a:solidFill>
                            <a:schemeClr val="tx1"/>
                          </a:solidFill>
                          <a:latin typeface="Calibri" pitchFamily="34" charset="0"/>
                          <a:ea typeface="ＭＳ Ｐゴシック" pitchFamily="34" charset="-128"/>
                        </a:defRPr>
                      </a:lvl4pPr>
                      <a:lvl5pPr marL="2057400" indent="-228600" eaLnBrk="0" hangingPunct="0">
                        <a:spcBef>
                          <a:spcPct val="20000"/>
                        </a:spcBef>
                        <a:buFont typeface="Arial" pitchFamily="34" charset="0"/>
                        <a:defRPr>
                          <a:solidFill>
                            <a:schemeClr val="tx1"/>
                          </a:solidFill>
                          <a:latin typeface="Calibri" pitchFamily="34" charset="0"/>
                          <a:ea typeface="ＭＳ Ｐゴシック" pitchFamily="34" charset="-128"/>
                        </a:defRPr>
                      </a:lvl5pPr>
                      <a:lvl6pPr marL="2514600" indent="-228600" defTabSz="457200" eaLnBrk="0" fontAlgn="base" hangingPunct="0">
                        <a:spcBef>
                          <a:spcPct val="20000"/>
                        </a:spcBef>
                        <a:spcAft>
                          <a:spcPct val="0"/>
                        </a:spcAft>
                        <a:buFont typeface="Arial" pitchFamily="34" charset="0"/>
                        <a:defRPr>
                          <a:solidFill>
                            <a:schemeClr val="tx1"/>
                          </a:solidFill>
                          <a:latin typeface="Calibri" pitchFamily="34" charset="0"/>
                          <a:ea typeface="ＭＳ Ｐゴシック" pitchFamily="34" charset="-128"/>
                        </a:defRPr>
                      </a:lvl6pPr>
                      <a:lvl7pPr marL="2971800" indent="-228600" defTabSz="457200" eaLnBrk="0" fontAlgn="base" hangingPunct="0">
                        <a:spcBef>
                          <a:spcPct val="20000"/>
                        </a:spcBef>
                        <a:spcAft>
                          <a:spcPct val="0"/>
                        </a:spcAft>
                        <a:buFont typeface="Arial" pitchFamily="34" charset="0"/>
                        <a:defRPr>
                          <a:solidFill>
                            <a:schemeClr val="tx1"/>
                          </a:solidFill>
                          <a:latin typeface="Calibri" pitchFamily="34" charset="0"/>
                          <a:ea typeface="ＭＳ Ｐゴシック" pitchFamily="34" charset="-128"/>
                        </a:defRPr>
                      </a:lvl7pPr>
                      <a:lvl8pPr marL="3429000" indent="-228600" defTabSz="457200" eaLnBrk="0" fontAlgn="base" hangingPunct="0">
                        <a:spcBef>
                          <a:spcPct val="20000"/>
                        </a:spcBef>
                        <a:spcAft>
                          <a:spcPct val="0"/>
                        </a:spcAft>
                        <a:buFont typeface="Arial" pitchFamily="34" charset="0"/>
                        <a:defRPr>
                          <a:solidFill>
                            <a:schemeClr val="tx1"/>
                          </a:solidFill>
                          <a:latin typeface="Calibri" pitchFamily="34" charset="0"/>
                          <a:ea typeface="ＭＳ Ｐゴシック" pitchFamily="34" charset="-128"/>
                        </a:defRPr>
                      </a:lvl8pPr>
                      <a:lvl9pPr marL="3886200" indent="-228600" defTabSz="457200" eaLnBrk="0" fontAlgn="base" hangingPunct="0">
                        <a:spcBef>
                          <a:spcPct val="20000"/>
                        </a:spcBef>
                        <a:spcAft>
                          <a:spcPct val="0"/>
                        </a:spcAft>
                        <a:buFont typeface="Arial" pitchFamily="34" charset="0"/>
                        <a:defRPr>
                          <a:solidFill>
                            <a:schemeClr val="tx1"/>
                          </a:solidFill>
                          <a:latin typeface="Calibri" pitchFamily="34" charset="0"/>
                          <a:ea typeface="ＭＳ Ｐゴシック" pitchFamily="34" charset="-128"/>
                        </a:defRPr>
                      </a:lvl9pPr>
                    </a:lstStyle>
                    <a:p>
                      <a:pPr marL="0" marR="0" lvl="0" indent="0" algn="ctr" defTabSz="457200" rtl="0" eaLnBrk="1" fontAlgn="b" latinLnBrk="0" hangingPunct="1">
                        <a:lnSpc>
                          <a:spcPct val="100000"/>
                        </a:lnSpc>
                        <a:spcBef>
                          <a:spcPct val="0"/>
                        </a:spcBef>
                        <a:spcAft>
                          <a:spcPct val="0"/>
                        </a:spcAft>
                        <a:buClrTx/>
                        <a:buSzTx/>
                        <a:buFontTx/>
                        <a:buNone/>
                        <a:tabLst/>
                      </a:pPr>
                      <a:r>
                        <a:rPr kumimoji="0" lang="en-US" altLang="en-US" sz="2400" b="0" i="0" u="none" strike="noStrike" cap="none" normalizeH="0" baseline="0">
                          <a:ln>
                            <a:noFill/>
                          </a:ln>
                          <a:solidFill>
                            <a:schemeClr val="tx1"/>
                          </a:solidFill>
                          <a:effectLst/>
                          <a:latin typeface="Calibri" pitchFamily="34" charset="0"/>
                          <a:ea typeface="ＭＳ Ｐゴシック" pitchFamily="34" charset="-128"/>
                        </a:rPr>
                        <a:t>30</a:t>
                      </a:r>
                      <a:endParaRPr kumimoji="0" lang="en-US" altLang="en-US" sz="2400" b="0" i="0" u="none" strike="noStrike" cap="none" normalizeH="0" baseline="0">
                        <a:ln>
                          <a:noFill/>
                        </a:ln>
                        <a:solidFill>
                          <a:srgbClr val="000000"/>
                        </a:solidFill>
                        <a:effectLst/>
                        <a:latin typeface="Calibri" pitchFamily="34" charset="0"/>
                        <a:ea typeface="ＭＳ Ｐゴシック" pitchFamily="34" charset="-128"/>
                      </a:endParaRPr>
                    </a:p>
                  </a:txBody>
                  <a:tcPr marL="7620" marR="7620" marT="10158" marB="0" anchor="b" horzOverflow="overflow">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a:noFill/>
                    </a:lnT>
                    <a:lnB>
                      <a:noFill/>
                    </a:lnB>
                    <a:lnTlToBr>
                      <a:noFill/>
                    </a:lnTlToBr>
                    <a:lnBlToTr>
                      <a:noFill/>
                    </a:lnBlToTr>
                    <a:solidFill>
                      <a:schemeClr val="bg1"/>
                    </a:solidFill>
                  </a:tcPr>
                </a:tc>
                <a:tc>
                  <a:txBody>
                    <a:bodyPr/>
                    <a:lstStyle>
                      <a:lvl1pPr eaLnBrk="0" hangingPunct="0">
                        <a:spcBef>
                          <a:spcPct val="20000"/>
                        </a:spcBef>
                        <a:buFont typeface="Arial" pitchFamily="34" charset="0"/>
                        <a:defRPr sz="2800">
                          <a:solidFill>
                            <a:schemeClr val="tx1"/>
                          </a:solidFill>
                          <a:latin typeface="Calibri" pitchFamily="34" charset="0"/>
                          <a:ea typeface="ＭＳ Ｐゴシック" pitchFamily="34" charset="-128"/>
                        </a:defRPr>
                      </a:lvl1pPr>
                      <a:lvl2pPr marL="742950" indent="-285750" eaLnBrk="0" hangingPunct="0">
                        <a:spcBef>
                          <a:spcPct val="20000"/>
                        </a:spcBef>
                        <a:buFont typeface="Arial" pitchFamily="34" charset="0"/>
                        <a:defRPr sz="2400">
                          <a:solidFill>
                            <a:schemeClr val="tx1"/>
                          </a:solidFill>
                          <a:latin typeface="Calibri" pitchFamily="34" charset="0"/>
                          <a:ea typeface="ＭＳ Ｐゴシック" pitchFamily="34" charset="-128"/>
                        </a:defRPr>
                      </a:lvl2pPr>
                      <a:lvl3pPr marL="1143000" indent="-228600" eaLnBrk="0" hangingPunct="0">
                        <a:spcBef>
                          <a:spcPct val="20000"/>
                        </a:spcBef>
                        <a:buFont typeface="Arial" pitchFamily="34" charset="0"/>
                        <a:defRPr sz="2000">
                          <a:solidFill>
                            <a:schemeClr val="tx1"/>
                          </a:solidFill>
                          <a:latin typeface="Calibri" pitchFamily="34" charset="0"/>
                          <a:ea typeface="ＭＳ Ｐゴシック" pitchFamily="34" charset="-128"/>
                        </a:defRPr>
                      </a:lvl3pPr>
                      <a:lvl4pPr marL="1600200" indent="-228600" eaLnBrk="0" hangingPunct="0">
                        <a:spcBef>
                          <a:spcPct val="20000"/>
                        </a:spcBef>
                        <a:buFont typeface="Arial" pitchFamily="34" charset="0"/>
                        <a:defRPr>
                          <a:solidFill>
                            <a:schemeClr val="tx1"/>
                          </a:solidFill>
                          <a:latin typeface="Calibri" pitchFamily="34" charset="0"/>
                          <a:ea typeface="ＭＳ Ｐゴシック" pitchFamily="34" charset="-128"/>
                        </a:defRPr>
                      </a:lvl4pPr>
                      <a:lvl5pPr marL="2057400" indent="-228600" eaLnBrk="0" hangingPunct="0">
                        <a:spcBef>
                          <a:spcPct val="20000"/>
                        </a:spcBef>
                        <a:buFont typeface="Arial" pitchFamily="34" charset="0"/>
                        <a:defRPr>
                          <a:solidFill>
                            <a:schemeClr val="tx1"/>
                          </a:solidFill>
                          <a:latin typeface="Calibri" pitchFamily="34" charset="0"/>
                          <a:ea typeface="ＭＳ Ｐゴシック" pitchFamily="34" charset="-128"/>
                        </a:defRPr>
                      </a:lvl5pPr>
                      <a:lvl6pPr marL="2514600" indent="-228600" defTabSz="457200" eaLnBrk="0" fontAlgn="base" hangingPunct="0">
                        <a:spcBef>
                          <a:spcPct val="20000"/>
                        </a:spcBef>
                        <a:spcAft>
                          <a:spcPct val="0"/>
                        </a:spcAft>
                        <a:buFont typeface="Arial" pitchFamily="34" charset="0"/>
                        <a:defRPr>
                          <a:solidFill>
                            <a:schemeClr val="tx1"/>
                          </a:solidFill>
                          <a:latin typeface="Calibri" pitchFamily="34" charset="0"/>
                          <a:ea typeface="ＭＳ Ｐゴシック" pitchFamily="34" charset="-128"/>
                        </a:defRPr>
                      </a:lvl6pPr>
                      <a:lvl7pPr marL="2971800" indent="-228600" defTabSz="457200" eaLnBrk="0" fontAlgn="base" hangingPunct="0">
                        <a:spcBef>
                          <a:spcPct val="20000"/>
                        </a:spcBef>
                        <a:spcAft>
                          <a:spcPct val="0"/>
                        </a:spcAft>
                        <a:buFont typeface="Arial" pitchFamily="34" charset="0"/>
                        <a:defRPr>
                          <a:solidFill>
                            <a:schemeClr val="tx1"/>
                          </a:solidFill>
                          <a:latin typeface="Calibri" pitchFamily="34" charset="0"/>
                          <a:ea typeface="ＭＳ Ｐゴシック" pitchFamily="34" charset="-128"/>
                        </a:defRPr>
                      </a:lvl7pPr>
                      <a:lvl8pPr marL="3429000" indent="-228600" defTabSz="457200" eaLnBrk="0" fontAlgn="base" hangingPunct="0">
                        <a:spcBef>
                          <a:spcPct val="20000"/>
                        </a:spcBef>
                        <a:spcAft>
                          <a:spcPct val="0"/>
                        </a:spcAft>
                        <a:buFont typeface="Arial" pitchFamily="34" charset="0"/>
                        <a:defRPr>
                          <a:solidFill>
                            <a:schemeClr val="tx1"/>
                          </a:solidFill>
                          <a:latin typeface="Calibri" pitchFamily="34" charset="0"/>
                          <a:ea typeface="ＭＳ Ｐゴシック" pitchFamily="34" charset="-128"/>
                        </a:defRPr>
                      </a:lvl8pPr>
                      <a:lvl9pPr marL="3886200" indent="-228600" defTabSz="457200" eaLnBrk="0" fontAlgn="base" hangingPunct="0">
                        <a:spcBef>
                          <a:spcPct val="20000"/>
                        </a:spcBef>
                        <a:spcAft>
                          <a:spcPct val="0"/>
                        </a:spcAft>
                        <a:buFont typeface="Arial" pitchFamily="34" charset="0"/>
                        <a:defRPr>
                          <a:solidFill>
                            <a:schemeClr val="tx1"/>
                          </a:solidFill>
                          <a:latin typeface="Calibri" pitchFamily="34" charset="0"/>
                          <a:ea typeface="ＭＳ Ｐゴシック" pitchFamily="34" charset="-128"/>
                        </a:defRPr>
                      </a:lvl9pPr>
                    </a:lstStyle>
                    <a:p>
                      <a:pPr marL="0" marR="0" lvl="0" indent="0" algn="ctr" defTabSz="457200" rtl="0" eaLnBrk="1" fontAlgn="b" latinLnBrk="0" hangingPunct="1">
                        <a:lnSpc>
                          <a:spcPct val="100000"/>
                        </a:lnSpc>
                        <a:spcBef>
                          <a:spcPct val="0"/>
                        </a:spcBef>
                        <a:spcAft>
                          <a:spcPct val="0"/>
                        </a:spcAft>
                        <a:buClrTx/>
                        <a:buSzTx/>
                        <a:buFontTx/>
                        <a:buNone/>
                        <a:tabLst/>
                      </a:pPr>
                      <a:r>
                        <a:rPr kumimoji="0" lang="en-US" altLang="en-US" sz="2400" b="0" i="0" u="none" strike="noStrike" cap="none" normalizeH="0" baseline="0">
                          <a:ln>
                            <a:noFill/>
                          </a:ln>
                          <a:solidFill>
                            <a:srgbClr val="000000"/>
                          </a:solidFill>
                          <a:effectLst/>
                          <a:latin typeface="Calibri" pitchFamily="34" charset="0"/>
                          <a:ea typeface="ＭＳ Ｐゴシック" pitchFamily="34" charset="-128"/>
                        </a:rPr>
                        <a:t>315</a:t>
                      </a:r>
                    </a:p>
                  </a:txBody>
                  <a:tcPr marL="7620" marR="7620" marT="10158" marB="0" anchor="b" horzOverflow="overflow">
                    <a:lnL w="12700" cap="flat" cmpd="sng" algn="ctr">
                      <a:solidFill>
                        <a:schemeClr val="tx1"/>
                      </a:solidFill>
                      <a:prstDash val="solid"/>
                      <a:round/>
                      <a:headEnd type="none" w="med" len="med"/>
                      <a:tailEnd type="none" w="med" len="med"/>
                    </a:lnL>
                    <a:lnR>
                      <a:noFill/>
                    </a:lnR>
                    <a:lnT>
                      <a:noFill/>
                    </a:lnT>
                    <a:lnB>
                      <a:noFill/>
                    </a:lnB>
                    <a:lnTlToBr>
                      <a:noFill/>
                    </a:lnTlToBr>
                    <a:lnBlToTr>
                      <a:noFill/>
                    </a:lnBlToTr>
                    <a:solidFill>
                      <a:schemeClr val="bg1"/>
                    </a:solidFill>
                  </a:tcPr>
                </a:tc>
                <a:extLst>
                  <a:ext uri="{0D108BD9-81ED-4DB2-BD59-A6C34878D82A}">
                    <a16:rowId xmlns:a16="http://schemas.microsoft.com/office/drawing/2014/main" val="10003"/>
                  </a:ext>
                </a:extLst>
              </a:tr>
              <a:tr h="376238">
                <a:tc>
                  <a:txBody>
                    <a:bodyPr/>
                    <a:lstStyle>
                      <a:lvl1pPr eaLnBrk="0" hangingPunct="0">
                        <a:spcBef>
                          <a:spcPct val="20000"/>
                        </a:spcBef>
                        <a:buFont typeface="Arial" pitchFamily="34" charset="0"/>
                        <a:defRPr sz="2800">
                          <a:solidFill>
                            <a:schemeClr val="tx1"/>
                          </a:solidFill>
                          <a:latin typeface="Calibri" pitchFamily="34" charset="0"/>
                          <a:ea typeface="ＭＳ Ｐゴシック" pitchFamily="34" charset="-128"/>
                        </a:defRPr>
                      </a:lvl1pPr>
                      <a:lvl2pPr marL="742950" indent="-285750" eaLnBrk="0" hangingPunct="0">
                        <a:spcBef>
                          <a:spcPct val="20000"/>
                        </a:spcBef>
                        <a:buFont typeface="Arial" pitchFamily="34" charset="0"/>
                        <a:defRPr sz="2400">
                          <a:solidFill>
                            <a:schemeClr val="tx1"/>
                          </a:solidFill>
                          <a:latin typeface="Calibri" pitchFamily="34" charset="0"/>
                          <a:ea typeface="ＭＳ Ｐゴシック" pitchFamily="34" charset="-128"/>
                        </a:defRPr>
                      </a:lvl2pPr>
                      <a:lvl3pPr marL="1143000" indent="-228600" eaLnBrk="0" hangingPunct="0">
                        <a:spcBef>
                          <a:spcPct val="20000"/>
                        </a:spcBef>
                        <a:buFont typeface="Arial" pitchFamily="34" charset="0"/>
                        <a:defRPr sz="2000">
                          <a:solidFill>
                            <a:schemeClr val="tx1"/>
                          </a:solidFill>
                          <a:latin typeface="Calibri" pitchFamily="34" charset="0"/>
                          <a:ea typeface="ＭＳ Ｐゴシック" pitchFamily="34" charset="-128"/>
                        </a:defRPr>
                      </a:lvl3pPr>
                      <a:lvl4pPr marL="1600200" indent="-228600" eaLnBrk="0" hangingPunct="0">
                        <a:spcBef>
                          <a:spcPct val="20000"/>
                        </a:spcBef>
                        <a:buFont typeface="Arial" pitchFamily="34" charset="0"/>
                        <a:defRPr>
                          <a:solidFill>
                            <a:schemeClr val="tx1"/>
                          </a:solidFill>
                          <a:latin typeface="Calibri" pitchFamily="34" charset="0"/>
                          <a:ea typeface="ＭＳ Ｐゴシック" pitchFamily="34" charset="-128"/>
                        </a:defRPr>
                      </a:lvl4pPr>
                      <a:lvl5pPr marL="2057400" indent="-228600" eaLnBrk="0" hangingPunct="0">
                        <a:spcBef>
                          <a:spcPct val="20000"/>
                        </a:spcBef>
                        <a:buFont typeface="Arial" pitchFamily="34" charset="0"/>
                        <a:defRPr>
                          <a:solidFill>
                            <a:schemeClr val="tx1"/>
                          </a:solidFill>
                          <a:latin typeface="Calibri" pitchFamily="34" charset="0"/>
                          <a:ea typeface="ＭＳ Ｐゴシック" pitchFamily="34" charset="-128"/>
                        </a:defRPr>
                      </a:lvl5pPr>
                      <a:lvl6pPr marL="2514600" indent="-228600" defTabSz="457200" eaLnBrk="0" fontAlgn="base" hangingPunct="0">
                        <a:spcBef>
                          <a:spcPct val="20000"/>
                        </a:spcBef>
                        <a:spcAft>
                          <a:spcPct val="0"/>
                        </a:spcAft>
                        <a:buFont typeface="Arial" pitchFamily="34" charset="0"/>
                        <a:defRPr>
                          <a:solidFill>
                            <a:schemeClr val="tx1"/>
                          </a:solidFill>
                          <a:latin typeface="Calibri" pitchFamily="34" charset="0"/>
                          <a:ea typeface="ＭＳ Ｐゴシック" pitchFamily="34" charset="-128"/>
                        </a:defRPr>
                      </a:lvl6pPr>
                      <a:lvl7pPr marL="2971800" indent="-228600" defTabSz="457200" eaLnBrk="0" fontAlgn="base" hangingPunct="0">
                        <a:spcBef>
                          <a:spcPct val="20000"/>
                        </a:spcBef>
                        <a:spcAft>
                          <a:spcPct val="0"/>
                        </a:spcAft>
                        <a:buFont typeface="Arial" pitchFamily="34" charset="0"/>
                        <a:defRPr>
                          <a:solidFill>
                            <a:schemeClr val="tx1"/>
                          </a:solidFill>
                          <a:latin typeface="Calibri" pitchFamily="34" charset="0"/>
                          <a:ea typeface="ＭＳ Ｐゴシック" pitchFamily="34" charset="-128"/>
                        </a:defRPr>
                      </a:lvl7pPr>
                      <a:lvl8pPr marL="3429000" indent="-228600" defTabSz="457200" eaLnBrk="0" fontAlgn="base" hangingPunct="0">
                        <a:spcBef>
                          <a:spcPct val="20000"/>
                        </a:spcBef>
                        <a:spcAft>
                          <a:spcPct val="0"/>
                        </a:spcAft>
                        <a:buFont typeface="Arial" pitchFamily="34" charset="0"/>
                        <a:defRPr>
                          <a:solidFill>
                            <a:schemeClr val="tx1"/>
                          </a:solidFill>
                          <a:latin typeface="Calibri" pitchFamily="34" charset="0"/>
                          <a:ea typeface="ＭＳ Ｐゴシック" pitchFamily="34" charset="-128"/>
                        </a:defRPr>
                      </a:lvl8pPr>
                      <a:lvl9pPr marL="3886200" indent="-228600" defTabSz="457200" eaLnBrk="0" fontAlgn="base" hangingPunct="0">
                        <a:spcBef>
                          <a:spcPct val="20000"/>
                        </a:spcBef>
                        <a:spcAft>
                          <a:spcPct val="0"/>
                        </a:spcAft>
                        <a:buFont typeface="Arial" pitchFamily="34" charset="0"/>
                        <a:defRPr>
                          <a:solidFill>
                            <a:schemeClr val="tx1"/>
                          </a:solidFill>
                          <a:latin typeface="Calibri" pitchFamily="34" charset="0"/>
                          <a:ea typeface="ＭＳ Ｐゴシック" pitchFamily="34" charset="-128"/>
                        </a:defRPr>
                      </a:lvl9pPr>
                    </a:lstStyle>
                    <a:p>
                      <a:pPr marL="0" marR="0" lvl="0" indent="0" algn="ctr" defTabSz="457200" rtl="0" eaLnBrk="1" fontAlgn="b" latinLnBrk="0" hangingPunct="1">
                        <a:lnSpc>
                          <a:spcPct val="100000"/>
                        </a:lnSpc>
                        <a:spcBef>
                          <a:spcPct val="0"/>
                        </a:spcBef>
                        <a:spcAft>
                          <a:spcPct val="0"/>
                        </a:spcAft>
                        <a:buClrTx/>
                        <a:buSzTx/>
                        <a:buFontTx/>
                        <a:buNone/>
                        <a:tabLst/>
                      </a:pPr>
                      <a:r>
                        <a:rPr kumimoji="0" lang="en-US" altLang="en-US" sz="2400" b="0" i="0" u="none" strike="noStrike" cap="none" normalizeH="0" baseline="0">
                          <a:ln>
                            <a:noFill/>
                          </a:ln>
                          <a:solidFill>
                            <a:srgbClr val="000000"/>
                          </a:solidFill>
                          <a:effectLst/>
                          <a:latin typeface="Calibri" pitchFamily="34" charset="0"/>
                          <a:ea typeface="ＭＳ Ｐゴシック" pitchFamily="34" charset="-128"/>
                        </a:rPr>
                        <a:t>1</a:t>
                      </a:r>
                    </a:p>
                  </a:txBody>
                  <a:tcPr marL="7620" marR="7620" marT="10158" marB="0" anchor="b" horzOverflow="overflow">
                    <a:lnL>
                      <a:noFill/>
                    </a:lnL>
                    <a:lnR w="12700" cap="flat" cmpd="sng" algn="ctr">
                      <a:solidFill>
                        <a:schemeClr val="tx1"/>
                      </a:solidFill>
                      <a:prstDash val="solid"/>
                      <a:round/>
                      <a:headEnd type="none" w="med" len="med"/>
                      <a:tailEnd type="none" w="med" len="med"/>
                    </a:lnR>
                    <a:lnT>
                      <a:noFill/>
                    </a:lnT>
                    <a:lnB>
                      <a:noFill/>
                    </a:lnB>
                    <a:lnTlToBr>
                      <a:noFill/>
                    </a:lnTlToBr>
                    <a:lnBlToTr>
                      <a:noFill/>
                    </a:lnBlToTr>
                    <a:solidFill>
                      <a:schemeClr val="bg1"/>
                    </a:solidFill>
                  </a:tcPr>
                </a:tc>
                <a:tc>
                  <a:txBody>
                    <a:bodyPr/>
                    <a:lstStyle>
                      <a:lvl1pPr eaLnBrk="0" hangingPunct="0">
                        <a:spcBef>
                          <a:spcPct val="20000"/>
                        </a:spcBef>
                        <a:buFont typeface="Arial" pitchFamily="34" charset="0"/>
                        <a:defRPr sz="2800">
                          <a:solidFill>
                            <a:schemeClr val="tx1"/>
                          </a:solidFill>
                          <a:latin typeface="Calibri" pitchFamily="34" charset="0"/>
                          <a:ea typeface="ＭＳ Ｐゴシック" pitchFamily="34" charset="-128"/>
                        </a:defRPr>
                      </a:lvl1pPr>
                      <a:lvl2pPr marL="742950" indent="-285750" eaLnBrk="0" hangingPunct="0">
                        <a:spcBef>
                          <a:spcPct val="20000"/>
                        </a:spcBef>
                        <a:buFont typeface="Arial" pitchFamily="34" charset="0"/>
                        <a:defRPr sz="2400">
                          <a:solidFill>
                            <a:schemeClr val="tx1"/>
                          </a:solidFill>
                          <a:latin typeface="Calibri" pitchFamily="34" charset="0"/>
                          <a:ea typeface="ＭＳ Ｐゴシック" pitchFamily="34" charset="-128"/>
                        </a:defRPr>
                      </a:lvl2pPr>
                      <a:lvl3pPr marL="1143000" indent="-228600" eaLnBrk="0" hangingPunct="0">
                        <a:spcBef>
                          <a:spcPct val="20000"/>
                        </a:spcBef>
                        <a:buFont typeface="Arial" pitchFamily="34" charset="0"/>
                        <a:defRPr sz="2000">
                          <a:solidFill>
                            <a:schemeClr val="tx1"/>
                          </a:solidFill>
                          <a:latin typeface="Calibri" pitchFamily="34" charset="0"/>
                          <a:ea typeface="ＭＳ Ｐゴシック" pitchFamily="34" charset="-128"/>
                        </a:defRPr>
                      </a:lvl3pPr>
                      <a:lvl4pPr marL="1600200" indent="-228600" eaLnBrk="0" hangingPunct="0">
                        <a:spcBef>
                          <a:spcPct val="20000"/>
                        </a:spcBef>
                        <a:buFont typeface="Arial" pitchFamily="34" charset="0"/>
                        <a:defRPr>
                          <a:solidFill>
                            <a:schemeClr val="tx1"/>
                          </a:solidFill>
                          <a:latin typeface="Calibri" pitchFamily="34" charset="0"/>
                          <a:ea typeface="ＭＳ Ｐゴシック" pitchFamily="34" charset="-128"/>
                        </a:defRPr>
                      </a:lvl4pPr>
                      <a:lvl5pPr marL="2057400" indent="-228600" eaLnBrk="0" hangingPunct="0">
                        <a:spcBef>
                          <a:spcPct val="20000"/>
                        </a:spcBef>
                        <a:buFont typeface="Arial" pitchFamily="34" charset="0"/>
                        <a:defRPr>
                          <a:solidFill>
                            <a:schemeClr val="tx1"/>
                          </a:solidFill>
                          <a:latin typeface="Calibri" pitchFamily="34" charset="0"/>
                          <a:ea typeface="ＭＳ Ｐゴシック" pitchFamily="34" charset="-128"/>
                        </a:defRPr>
                      </a:lvl5pPr>
                      <a:lvl6pPr marL="2514600" indent="-228600" defTabSz="457200" eaLnBrk="0" fontAlgn="base" hangingPunct="0">
                        <a:spcBef>
                          <a:spcPct val="20000"/>
                        </a:spcBef>
                        <a:spcAft>
                          <a:spcPct val="0"/>
                        </a:spcAft>
                        <a:buFont typeface="Arial" pitchFamily="34" charset="0"/>
                        <a:defRPr>
                          <a:solidFill>
                            <a:schemeClr val="tx1"/>
                          </a:solidFill>
                          <a:latin typeface="Calibri" pitchFamily="34" charset="0"/>
                          <a:ea typeface="ＭＳ Ｐゴシック" pitchFamily="34" charset="-128"/>
                        </a:defRPr>
                      </a:lvl6pPr>
                      <a:lvl7pPr marL="2971800" indent="-228600" defTabSz="457200" eaLnBrk="0" fontAlgn="base" hangingPunct="0">
                        <a:spcBef>
                          <a:spcPct val="20000"/>
                        </a:spcBef>
                        <a:spcAft>
                          <a:spcPct val="0"/>
                        </a:spcAft>
                        <a:buFont typeface="Arial" pitchFamily="34" charset="0"/>
                        <a:defRPr>
                          <a:solidFill>
                            <a:schemeClr val="tx1"/>
                          </a:solidFill>
                          <a:latin typeface="Calibri" pitchFamily="34" charset="0"/>
                          <a:ea typeface="ＭＳ Ｐゴシック" pitchFamily="34" charset="-128"/>
                        </a:defRPr>
                      </a:lvl7pPr>
                      <a:lvl8pPr marL="3429000" indent="-228600" defTabSz="457200" eaLnBrk="0" fontAlgn="base" hangingPunct="0">
                        <a:spcBef>
                          <a:spcPct val="20000"/>
                        </a:spcBef>
                        <a:spcAft>
                          <a:spcPct val="0"/>
                        </a:spcAft>
                        <a:buFont typeface="Arial" pitchFamily="34" charset="0"/>
                        <a:defRPr>
                          <a:solidFill>
                            <a:schemeClr val="tx1"/>
                          </a:solidFill>
                          <a:latin typeface="Calibri" pitchFamily="34" charset="0"/>
                          <a:ea typeface="ＭＳ Ｐゴシック" pitchFamily="34" charset="-128"/>
                        </a:defRPr>
                      </a:lvl8pPr>
                      <a:lvl9pPr marL="3886200" indent="-228600" defTabSz="457200" eaLnBrk="0" fontAlgn="base" hangingPunct="0">
                        <a:spcBef>
                          <a:spcPct val="20000"/>
                        </a:spcBef>
                        <a:spcAft>
                          <a:spcPct val="0"/>
                        </a:spcAft>
                        <a:buFont typeface="Arial" pitchFamily="34" charset="0"/>
                        <a:defRPr>
                          <a:solidFill>
                            <a:schemeClr val="tx1"/>
                          </a:solidFill>
                          <a:latin typeface="Calibri" pitchFamily="34" charset="0"/>
                          <a:ea typeface="ＭＳ Ｐゴシック" pitchFamily="34" charset="-128"/>
                        </a:defRPr>
                      </a:lvl9pPr>
                    </a:lstStyle>
                    <a:p>
                      <a:pPr marL="0" marR="0" lvl="0" indent="0" algn="ctr" defTabSz="457200" rtl="0" eaLnBrk="1" fontAlgn="b" latinLnBrk="0" hangingPunct="1">
                        <a:lnSpc>
                          <a:spcPct val="100000"/>
                        </a:lnSpc>
                        <a:spcBef>
                          <a:spcPct val="0"/>
                        </a:spcBef>
                        <a:spcAft>
                          <a:spcPct val="0"/>
                        </a:spcAft>
                        <a:buClrTx/>
                        <a:buSzTx/>
                        <a:buFontTx/>
                        <a:buNone/>
                        <a:tabLst/>
                      </a:pPr>
                      <a:r>
                        <a:rPr kumimoji="0" lang="en-US" altLang="en-US" sz="2400" b="0" i="0" u="none" strike="noStrike" cap="none" normalizeH="0" baseline="0">
                          <a:ln>
                            <a:noFill/>
                          </a:ln>
                          <a:solidFill>
                            <a:srgbClr val="000000"/>
                          </a:solidFill>
                          <a:effectLst/>
                          <a:latin typeface="Calibri" pitchFamily="34" charset="0"/>
                          <a:ea typeface="ＭＳ Ｐゴシック" pitchFamily="34" charset="-128"/>
                        </a:rPr>
                        <a:t>852</a:t>
                      </a:r>
                    </a:p>
                  </a:txBody>
                  <a:tcPr marL="7620" marR="7620" marT="10158" marB="0" anchor="b" horzOverflow="overflow">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a:noFill/>
                    </a:lnT>
                    <a:lnB>
                      <a:noFill/>
                    </a:lnB>
                    <a:lnTlToBr>
                      <a:noFill/>
                    </a:lnTlToBr>
                    <a:lnBlToTr>
                      <a:noFill/>
                    </a:lnBlToTr>
                    <a:solidFill>
                      <a:schemeClr val="bg1"/>
                    </a:solidFill>
                  </a:tcPr>
                </a:tc>
                <a:tc>
                  <a:txBody>
                    <a:bodyPr/>
                    <a:lstStyle>
                      <a:lvl1pPr eaLnBrk="0" hangingPunct="0">
                        <a:spcBef>
                          <a:spcPct val="20000"/>
                        </a:spcBef>
                        <a:buFont typeface="Arial" pitchFamily="34" charset="0"/>
                        <a:defRPr sz="2800">
                          <a:solidFill>
                            <a:schemeClr val="tx1"/>
                          </a:solidFill>
                          <a:latin typeface="Calibri" pitchFamily="34" charset="0"/>
                          <a:ea typeface="ＭＳ Ｐゴシック" pitchFamily="34" charset="-128"/>
                        </a:defRPr>
                      </a:lvl1pPr>
                      <a:lvl2pPr marL="742950" indent="-285750" eaLnBrk="0" hangingPunct="0">
                        <a:spcBef>
                          <a:spcPct val="20000"/>
                        </a:spcBef>
                        <a:buFont typeface="Arial" pitchFamily="34" charset="0"/>
                        <a:defRPr sz="2400">
                          <a:solidFill>
                            <a:schemeClr val="tx1"/>
                          </a:solidFill>
                          <a:latin typeface="Calibri" pitchFamily="34" charset="0"/>
                          <a:ea typeface="ＭＳ Ｐゴシック" pitchFamily="34" charset="-128"/>
                        </a:defRPr>
                      </a:lvl2pPr>
                      <a:lvl3pPr marL="1143000" indent="-228600" eaLnBrk="0" hangingPunct="0">
                        <a:spcBef>
                          <a:spcPct val="20000"/>
                        </a:spcBef>
                        <a:buFont typeface="Arial" pitchFamily="34" charset="0"/>
                        <a:defRPr sz="2000">
                          <a:solidFill>
                            <a:schemeClr val="tx1"/>
                          </a:solidFill>
                          <a:latin typeface="Calibri" pitchFamily="34" charset="0"/>
                          <a:ea typeface="ＭＳ Ｐゴシック" pitchFamily="34" charset="-128"/>
                        </a:defRPr>
                      </a:lvl3pPr>
                      <a:lvl4pPr marL="1600200" indent="-228600" eaLnBrk="0" hangingPunct="0">
                        <a:spcBef>
                          <a:spcPct val="20000"/>
                        </a:spcBef>
                        <a:buFont typeface="Arial" pitchFamily="34" charset="0"/>
                        <a:defRPr>
                          <a:solidFill>
                            <a:schemeClr val="tx1"/>
                          </a:solidFill>
                          <a:latin typeface="Calibri" pitchFamily="34" charset="0"/>
                          <a:ea typeface="ＭＳ Ｐゴシック" pitchFamily="34" charset="-128"/>
                        </a:defRPr>
                      </a:lvl4pPr>
                      <a:lvl5pPr marL="2057400" indent="-228600" eaLnBrk="0" hangingPunct="0">
                        <a:spcBef>
                          <a:spcPct val="20000"/>
                        </a:spcBef>
                        <a:buFont typeface="Arial" pitchFamily="34" charset="0"/>
                        <a:defRPr>
                          <a:solidFill>
                            <a:schemeClr val="tx1"/>
                          </a:solidFill>
                          <a:latin typeface="Calibri" pitchFamily="34" charset="0"/>
                          <a:ea typeface="ＭＳ Ｐゴシック" pitchFamily="34" charset="-128"/>
                        </a:defRPr>
                      </a:lvl5pPr>
                      <a:lvl6pPr marL="2514600" indent="-228600" defTabSz="457200" eaLnBrk="0" fontAlgn="base" hangingPunct="0">
                        <a:spcBef>
                          <a:spcPct val="20000"/>
                        </a:spcBef>
                        <a:spcAft>
                          <a:spcPct val="0"/>
                        </a:spcAft>
                        <a:buFont typeface="Arial" pitchFamily="34" charset="0"/>
                        <a:defRPr>
                          <a:solidFill>
                            <a:schemeClr val="tx1"/>
                          </a:solidFill>
                          <a:latin typeface="Calibri" pitchFamily="34" charset="0"/>
                          <a:ea typeface="ＭＳ Ｐゴシック" pitchFamily="34" charset="-128"/>
                        </a:defRPr>
                      </a:lvl6pPr>
                      <a:lvl7pPr marL="2971800" indent="-228600" defTabSz="457200" eaLnBrk="0" fontAlgn="base" hangingPunct="0">
                        <a:spcBef>
                          <a:spcPct val="20000"/>
                        </a:spcBef>
                        <a:spcAft>
                          <a:spcPct val="0"/>
                        </a:spcAft>
                        <a:buFont typeface="Arial" pitchFamily="34" charset="0"/>
                        <a:defRPr>
                          <a:solidFill>
                            <a:schemeClr val="tx1"/>
                          </a:solidFill>
                          <a:latin typeface="Calibri" pitchFamily="34" charset="0"/>
                          <a:ea typeface="ＭＳ Ｐゴシック" pitchFamily="34" charset="-128"/>
                        </a:defRPr>
                      </a:lvl7pPr>
                      <a:lvl8pPr marL="3429000" indent="-228600" defTabSz="457200" eaLnBrk="0" fontAlgn="base" hangingPunct="0">
                        <a:spcBef>
                          <a:spcPct val="20000"/>
                        </a:spcBef>
                        <a:spcAft>
                          <a:spcPct val="0"/>
                        </a:spcAft>
                        <a:buFont typeface="Arial" pitchFamily="34" charset="0"/>
                        <a:defRPr>
                          <a:solidFill>
                            <a:schemeClr val="tx1"/>
                          </a:solidFill>
                          <a:latin typeface="Calibri" pitchFamily="34" charset="0"/>
                          <a:ea typeface="ＭＳ Ｐゴシック" pitchFamily="34" charset="-128"/>
                        </a:defRPr>
                      </a:lvl8pPr>
                      <a:lvl9pPr marL="3886200" indent="-228600" defTabSz="457200" eaLnBrk="0" fontAlgn="base" hangingPunct="0">
                        <a:spcBef>
                          <a:spcPct val="20000"/>
                        </a:spcBef>
                        <a:spcAft>
                          <a:spcPct val="0"/>
                        </a:spcAft>
                        <a:buFont typeface="Arial" pitchFamily="34" charset="0"/>
                        <a:defRPr>
                          <a:solidFill>
                            <a:schemeClr val="tx1"/>
                          </a:solidFill>
                          <a:latin typeface="Calibri" pitchFamily="34" charset="0"/>
                          <a:ea typeface="ＭＳ Ｐゴシック" pitchFamily="34" charset="-128"/>
                        </a:defRPr>
                      </a:lvl9pPr>
                    </a:lstStyle>
                    <a:p>
                      <a:pPr marL="0" marR="0" lvl="0" indent="0" algn="ctr" defTabSz="457200" rtl="0" eaLnBrk="1" fontAlgn="b" latinLnBrk="0" hangingPunct="1">
                        <a:lnSpc>
                          <a:spcPct val="100000"/>
                        </a:lnSpc>
                        <a:spcBef>
                          <a:spcPct val="0"/>
                        </a:spcBef>
                        <a:spcAft>
                          <a:spcPct val="0"/>
                        </a:spcAft>
                        <a:buClrTx/>
                        <a:buSzTx/>
                        <a:buFontTx/>
                        <a:buNone/>
                        <a:tabLst/>
                      </a:pPr>
                      <a:r>
                        <a:rPr kumimoji="0" lang="en-US" altLang="en-US" sz="2400" b="0" i="0" u="none" strike="noStrike" cap="none" normalizeH="0" baseline="0">
                          <a:ln>
                            <a:noFill/>
                          </a:ln>
                          <a:solidFill>
                            <a:srgbClr val="000000"/>
                          </a:solidFill>
                          <a:effectLst/>
                          <a:latin typeface="Calibri" pitchFamily="34" charset="0"/>
                          <a:ea typeface="ＭＳ Ｐゴシック" pitchFamily="34" charset="-128"/>
                        </a:rPr>
                        <a:t>2</a:t>
                      </a:r>
                    </a:p>
                  </a:txBody>
                  <a:tcPr marL="7620" marR="7620" marT="10158" marB="0" anchor="b" horzOverflow="overflow">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a:noFill/>
                    </a:lnT>
                    <a:lnB>
                      <a:noFill/>
                    </a:lnB>
                    <a:lnTlToBr>
                      <a:noFill/>
                    </a:lnTlToBr>
                    <a:lnBlToTr>
                      <a:noFill/>
                    </a:lnBlToTr>
                    <a:solidFill>
                      <a:schemeClr val="bg1"/>
                    </a:solidFill>
                  </a:tcPr>
                </a:tc>
                <a:tc>
                  <a:txBody>
                    <a:bodyPr/>
                    <a:lstStyle>
                      <a:lvl1pPr eaLnBrk="0" hangingPunct="0">
                        <a:spcBef>
                          <a:spcPct val="20000"/>
                        </a:spcBef>
                        <a:buFont typeface="Arial" pitchFamily="34" charset="0"/>
                        <a:defRPr sz="2800">
                          <a:solidFill>
                            <a:schemeClr val="tx1"/>
                          </a:solidFill>
                          <a:latin typeface="Calibri" pitchFamily="34" charset="0"/>
                          <a:ea typeface="ＭＳ Ｐゴシック" pitchFamily="34" charset="-128"/>
                        </a:defRPr>
                      </a:lvl1pPr>
                      <a:lvl2pPr marL="742950" indent="-285750" eaLnBrk="0" hangingPunct="0">
                        <a:spcBef>
                          <a:spcPct val="20000"/>
                        </a:spcBef>
                        <a:buFont typeface="Arial" pitchFamily="34" charset="0"/>
                        <a:defRPr sz="2400">
                          <a:solidFill>
                            <a:schemeClr val="tx1"/>
                          </a:solidFill>
                          <a:latin typeface="Calibri" pitchFamily="34" charset="0"/>
                          <a:ea typeface="ＭＳ Ｐゴシック" pitchFamily="34" charset="-128"/>
                        </a:defRPr>
                      </a:lvl2pPr>
                      <a:lvl3pPr marL="1143000" indent="-228600" eaLnBrk="0" hangingPunct="0">
                        <a:spcBef>
                          <a:spcPct val="20000"/>
                        </a:spcBef>
                        <a:buFont typeface="Arial" pitchFamily="34" charset="0"/>
                        <a:defRPr sz="2000">
                          <a:solidFill>
                            <a:schemeClr val="tx1"/>
                          </a:solidFill>
                          <a:latin typeface="Calibri" pitchFamily="34" charset="0"/>
                          <a:ea typeface="ＭＳ Ｐゴシック" pitchFamily="34" charset="-128"/>
                        </a:defRPr>
                      </a:lvl3pPr>
                      <a:lvl4pPr marL="1600200" indent="-228600" eaLnBrk="0" hangingPunct="0">
                        <a:spcBef>
                          <a:spcPct val="20000"/>
                        </a:spcBef>
                        <a:buFont typeface="Arial" pitchFamily="34" charset="0"/>
                        <a:defRPr>
                          <a:solidFill>
                            <a:schemeClr val="tx1"/>
                          </a:solidFill>
                          <a:latin typeface="Calibri" pitchFamily="34" charset="0"/>
                          <a:ea typeface="ＭＳ Ｐゴシック" pitchFamily="34" charset="-128"/>
                        </a:defRPr>
                      </a:lvl4pPr>
                      <a:lvl5pPr marL="2057400" indent="-228600" eaLnBrk="0" hangingPunct="0">
                        <a:spcBef>
                          <a:spcPct val="20000"/>
                        </a:spcBef>
                        <a:buFont typeface="Arial" pitchFamily="34" charset="0"/>
                        <a:defRPr>
                          <a:solidFill>
                            <a:schemeClr val="tx1"/>
                          </a:solidFill>
                          <a:latin typeface="Calibri" pitchFamily="34" charset="0"/>
                          <a:ea typeface="ＭＳ Ｐゴシック" pitchFamily="34" charset="-128"/>
                        </a:defRPr>
                      </a:lvl5pPr>
                      <a:lvl6pPr marL="2514600" indent="-228600" defTabSz="457200" eaLnBrk="0" fontAlgn="base" hangingPunct="0">
                        <a:spcBef>
                          <a:spcPct val="20000"/>
                        </a:spcBef>
                        <a:spcAft>
                          <a:spcPct val="0"/>
                        </a:spcAft>
                        <a:buFont typeface="Arial" pitchFamily="34" charset="0"/>
                        <a:defRPr>
                          <a:solidFill>
                            <a:schemeClr val="tx1"/>
                          </a:solidFill>
                          <a:latin typeface="Calibri" pitchFamily="34" charset="0"/>
                          <a:ea typeface="ＭＳ Ｐゴシック" pitchFamily="34" charset="-128"/>
                        </a:defRPr>
                      </a:lvl6pPr>
                      <a:lvl7pPr marL="2971800" indent="-228600" defTabSz="457200" eaLnBrk="0" fontAlgn="base" hangingPunct="0">
                        <a:spcBef>
                          <a:spcPct val="20000"/>
                        </a:spcBef>
                        <a:spcAft>
                          <a:spcPct val="0"/>
                        </a:spcAft>
                        <a:buFont typeface="Arial" pitchFamily="34" charset="0"/>
                        <a:defRPr>
                          <a:solidFill>
                            <a:schemeClr val="tx1"/>
                          </a:solidFill>
                          <a:latin typeface="Calibri" pitchFamily="34" charset="0"/>
                          <a:ea typeface="ＭＳ Ｐゴシック" pitchFamily="34" charset="-128"/>
                        </a:defRPr>
                      </a:lvl7pPr>
                      <a:lvl8pPr marL="3429000" indent="-228600" defTabSz="457200" eaLnBrk="0" fontAlgn="base" hangingPunct="0">
                        <a:spcBef>
                          <a:spcPct val="20000"/>
                        </a:spcBef>
                        <a:spcAft>
                          <a:spcPct val="0"/>
                        </a:spcAft>
                        <a:buFont typeface="Arial" pitchFamily="34" charset="0"/>
                        <a:defRPr>
                          <a:solidFill>
                            <a:schemeClr val="tx1"/>
                          </a:solidFill>
                          <a:latin typeface="Calibri" pitchFamily="34" charset="0"/>
                          <a:ea typeface="ＭＳ Ｐゴシック" pitchFamily="34" charset="-128"/>
                        </a:defRPr>
                      </a:lvl8pPr>
                      <a:lvl9pPr marL="3886200" indent="-228600" defTabSz="457200" eaLnBrk="0" fontAlgn="base" hangingPunct="0">
                        <a:spcBef>
                          <a:spcPct val="20000"/>
                        </a:spcBef>
                        <a:spcAft>
                          <a:spcPct val="0"/>
                        </a:spcAft>
                        <a:buFont typeface="Arial" pitchFamily="34" charset="0"/>
                        <a:defRPr>
                          <a:solidFill>
                            <a:schemeClr val="tx1"/>
                          </a:solidFill>
                          <a:latin typeface="Calibri" pitchFamily="34" charset="0"/>
                          <a:ea typeface="ＭＳ Ｐゴシック" pitchFamily="34" charset="-128"/>
                        </a:defRPr>
                      </a:lvl9pPr>
                    </a:lstStyle>
                    <a:p>
                      <a:pPr marL="0" marR="0" lvl="0" indent="0" algn="ctr" defTabSz="457200" rtl="0" eaLnBrk="1" fontAlgn="b" latinLnBrk="0" hangingPunct="1">
                        <a:lnSpc>
                          <a:spcPct val="100000"/>
                        </a:lnSpc>
                        <a:spcBef>
                          <a:spcPct val="0"/>
                        </a:spcBef>
                        <a:spcAft>
                          <a:spcPct val="0"/>
                        </a:spcAft>
                        <a:buClrTx/>
                        <a:buSzTx/>
                        <a:buFontTx/>
                        <a:buNone/>
                        <a:tabLst/>
                      </a:pPr>
                      <a:r>
                        <a:rPr kumimoji="0" lang="en-US" altLang="en-US" sz="2400" b="0" i="0" u="none" strike="noStrike" cap="none" normalizeH="0" baseline="0">
                          <a:ln>
                            <a:noFill/>
                          </a:ln>
                          <a:solidFill>
                            <a:srgbClr val="000000"/>
                          </a:solidFill>
                          <a:effectLst/>
                          <a:latin typeface="Calibri" pitchFamily="34" charset="0"/>
                          <a:ea typeface="ＭＳ Ｐゴシック" pitchFamily="34" charset="-128"/>
                        </a:rPr>
                        <a:t>1</a:t>
                      </a:r>
                    </a:p>
                  </a:txBody>
                  <a:tcPr marL="7620" marR="7620" marT="10158" marB="0" anchor="b" horzOverflow="overflow">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a:noFill/>
                    </a:lnT>
                    <a:lnB>
                      <a:noFill/>
                    </a:lnB>
                    <a:lnTlToBr>
                      <a:noFill/>
                    </a:lnTlToBr>
                    <a:lnBlToTr>
                      <a:noFill/>
                    </a:lnBlToTr>
                    <a:solidFill>
                      <a:schemeClr val="bg1"/>
                    </a:solidFill>
                  </a:tcPr>
                </a:tc>
                <a:tc>
                  <a:txBody>
                    <a:bodyPr/>
                    <a:lstStyle>
                      <a:lvl1pPr eaLnBrk="0" hangingPunct="0">
                        <a:spcBef>
                          <a:spcPct val="20000"/>
                        </a:spcBef>
                        <a:buFont typeface="Arial" pitchFamily="34" charset="0"/>
                        <a:defRPr sz="2800">
                          <a:solidFill>
                            <a:schemeClr val="tx1"/>
                          </a:solidFill>
                          <a:latin typeface="Calibri" pitchFamily="34" charset="0"/>
                          <a:ea typeface="ＭＳ Ｐゴシック" pitchFamily="34" charset="-128"/>
                        </a:defRPr>
                      </a:lvl1pPr>
                      <a:lvl2pPr marL="742950" indent="-285750" eaLnBrk="0" hangingPunct="0">
                        <a:spcBef>
                          <a:spcPct val="20000"/>
                        </a:spcBef>
                        <a:buFont typeface="Arial" pitchFamily="34" charset="0"/>
                        <a:defRPr sz="2400">
                          <a:solidFill>
                            <a:schemeClr val="tx1"/>
                          </a:solidFill>
                          <a:latin typeface="Calibri" pitchFamily="34" charset="0"/>
                          <a:ea typeface="ＭＳ Ｐゴシック" pitchFamily="34" charset="-128"/>
                        </a:defRPr>
                      </a:lvl2pPr>
                      <a:lvl3pPr marL="1143000" indent="-228600" eaLnBrk="0" hangingPunct="0">
                        <a:spcBef>
                          <a:spcPct val="20000"/>
                        </a:spcBef>
                        <a:buFont typeface="Arial" pitchFamily="34" charset="0"/>
                        <a:defRPr sz="2000">
                          <a:solidFill>
                            <a:schemeClr val="tx1"/>
                          </a:solidFill>
                          <a:latin typeface="Calibri" pitchFamily="34" charset="0"/>
                          <a:ea typeface="ＭＳ Ｐゴシック" pitchFamily="34" charset="-128"/>
                        </a:defRPr>
                      </a:lvl3pPr>
                      <a:lvl4pPr marL="1600200" indent="-228600" eaLnBrk="0" hangingPunct="0">
                        <a:spcBef>
                          <a:spcPct val="20000"/>
                        </a:spcBef>
                        <a:buFont typeface="Arial" pitchFamily="34" charset="0"/>
                        <a:defRPr>
                          <a:solidFill>
                            <a:schemeClr val="tx1"/>
                          </a:solidFill>
                          <a:latin typeface="Calibri" pitchFamily="34" charset="0"/>
                          <a:ea typeface="ＭＳ Ｐゴシック" pitchFamily="34" charset="-128"/>
                        </a:defRPr>
                      </a:lvl4pPr>
                      <a:lvl5pPr marL="2057400" indent="-228600" eaLnBrk="0" hangingPunct="0">
                        <a:spcBef>
                          <a:spcPct val="20000"/>
                        </a:spcBef>
                        <a:buFont typeface="Arial" pitchFamily="34" charset="0"/>
                        <a:defRPr>
                          <a:solidFill>
                            <a:schemeClr val="tx1"/>
                          </a:solidFill>
                          <a:latin typeface="Calibri" pitchFamily="34" charset="0"/>
                          <a:ea typeface="ＭＳ Ｐゴシック" pitchFamily="34" charset="-128"/>
                        </a:defRPr>
                      </a:lvl5pPr>
                      <a:lvl6pPr marL="2514600" indent="-228600" defTabSz="457200" eaLnBrk="0" fontAlgn="base" hangingPunct="0">
                        <a:spcBef>
                          <a:spcPct val="20000"/>
                        </a:spcBef>
                        <a:spcAft>
                          <a:spcPct val="0"/>
                        </a:spcAft>
                        <a:buFont typeface="Arial" pitchFamily="34" charset="0"/>
                        <a:defRPr>
                          <a:solidFill>
                            <a:schemeClr val="tx1"/>
                          </a:solidFill>
                          <a:latin typeface="Calibri" pitchFamily="34" charset="0"/>
                          <a:ea typeface="ＭＳ Ｐゴシック" pitchFamily="34" charset="-128"/>
                        </a:defRPr>
                      </a:lvl6pPr>
                      <a:lvl7pPr marL="2971800" indent="-228600" defTabSz="457200" eaLnBrk="0" fontAlgn="base" hangingPunct="0">
                        <a:spcBef>
                          <a:spcPct val="20000"/>
                        </a:spcBef>
                        <a:spcAft>
                          <a:spcPct val="0"/>
                        </a:spcAft>
                        <a:buFont typeface="Arial" pitchFamily="34" charset="0"/>
                        <a:defRPr>
                          <a:solidFill>
                            <a:schemeClr val="tx1"/>
                          </a:solidFill>
                          <a:latin typeface="Calibri" pitchFamily="34" charset="0"/>
                          <a:ea typeface="ＭＳ Ｐゴシック" pitchFamily="34" charset="-128"/>
                        </a:defRPr>
                      </a:lvl7pPr>
                      <a:lvl8pPr marL="3429000" indent="-228600" defTabSz="457200" eaLnBrk="0" fontAlgn="base" hangingPunct="0">
                        <a:spcBef>
                          <a:spcPct val="20000"/>
                        </a:spcBef>
                        <a:spcAft>
                          <a:spcPct val="0"/>
                        </a:spcAft>
                        <a:buFont typeface="Arial" pitchFamily="34" charset="0"/>
                        <a:defRPr>
                          <a:solidFill>
                            <a:schemeClr val="tx1"/>
                          </a:solidFill>
                          <a:latin typeface="Calibri" pitchFamily="34" charset="0"/>
                          <a:ea typeface="ＭＳ Ｐゴシック" pitchFamily="34" charset="-128"/>
                        </a:defRPr>
                      </a:lvl8pPr>
                      <a:lvl9pPr marL="3886200" indent="-228600" defTabSz="457200" eaLnBrk="0" fontAlgn="base" hangingPunct="0">
                        <a:spcBef>
                          <a:spcPct val="20000"/>
                        </a:spcBef>
                        <a:spcAft>
                          <a:spcPct val="0"/>
                        </a:spcAft>
                        <a:buFont typeface="Arial" pitchFamily="34" charset="0"/>
                        <a:defRPr>
                          <a:solidFill>
                            <a:schemeClr val="tx1"/>
                          </a:solidFill>
                          <a:latin typeface="Calibri" pitchFamily="34" charset="0"/>
                          <a:ea typeface="ＭＳ Ｐゴシック" pitchFamily="34" charset="-128"/>
                        </a:defRPr>
                      </a:lvl9pPr>
                    </a:lstStyle>
                    <a:p>
                      <a:pPr marL="0" marR="0" lvl="0" indent="0" algn="ctr" defTabSz="457200" rtl="0" eaLnBrk="1" fontAlgn="b" latinLnBrk="0" hangingPunct="1">
                        <a:lnSpc>
                          <a:spcPct val="100000"/>
                        </a:lnSpc>
                        <a:spcBef>
                          <a:spcPct val="0"/>
                        </a:spcBef>
                        <a:spcAft>
                          <a:spcPct val="0"/>
                        </a:spcAft>
                        <a:buClrTx/>
                        <a:buSzTx/>
                        <a:buFontTx/>
                        <a:buNone/>
                        <a:tabLst/>
                      </a:pPr>
                      <a:r>
                        <a:rPr kumimoji="0" lang="en-US" altLang="en-US" sz="2400" b="0" i="0" u="none" strike="noStrike" cap="none" normalizeH="0" baseline="0">
                          <a:ln>
                            <a:noFill/>
                          </a:ln>
                          <a:solidFill>
                            <a:srgbClr val="000000"/>
                          </a:solidFill>
                          <a:effectLst/>
                          <a:latin typeface="Calibri" pitchFamily="34" charset="0"/>
                          <a:ea typeface="ＭＳ Ｐゴシック" pitchFamily="34" charset="-128"/>
                        </a:rPr>
                        <a:t>36</a:t>
                      </a:r>
                    </a:p>
                  </a:txBody>
                  <a:tcPr marL="7620" marR="7620" marT="10158" marB="0" anchor="b" horzOverflow="overflow">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a:noFill/>
                    </a:lnT>
                    <a:lnB>
                      <a:noFill/>
                    </a:lnB>
                    <a:lnTlToBr>
                      <a:noFill/>
                    </a:lnTlToBr>
                    <a:lnBlToTr>
                      <a:noFill/>
                    </a:lnBlToTr>
                    <a:solidFill>
                      <a:schemeClr val="bg1"/>
                    </a:solidFill>
                  </a:tcPr>
                </a:tc>
                <a:tc>
                  <a:txBody>
                    <a:bodyPr/>
                    <a:lstStyle>
                      <a:lvl1pPr eaLnBrk="0" hangingPunct="0">
                        <a:spcBef>
                          <a:spcPct val="20000"/>
                        </a:spcBef>
                        <a:buFont typeface="Arial" pitchFamily="34" charset="0"/>
                        <a:defRPr sz="2800">
                          <a:solidFill>
                            <a:schemeClr val="tx1"/>
                          </a:solidFill>
                          <a:latin typeface="Calibri" pitchFamily="34" charset="0"/>
                          <a:ea typeface="ＭＳ Ｐゴシック" pitchFamily="34" charset="-128"/>
                        </a:defRPr>
                      </a:lvl1pPr>
                      <a:lvl2pPr marL="742950" indent="-285750" eaLnBrk="0" hangingPunct="0">
                        <a:spcBef>
                          <a:spcPct val="20000"/>
                        </a:spcBef>
                        <a:buFont typeface="Arial" pitchFamily="34" charset="0"/>
                        <a:defRPr sz="2400">
                          <a:solidFill>
                            <a:schemeClr val="tx1"/>
                          </a:solidFill>
                          <a:latin typeface="Calibri" pitchFamily="34" charset="0"/>
                          <a:ea typeface="ＭＳ Ｐゴシック" pitchFamily="34" charset="-128"/>
                        </a:defRPr>
                      </a:lvl2pPr>
                      <a:lvl3pPr marL="1143000" indent="-228600" eaLnBrk="0" hangingPunct="0">
                        <a:spcBef>
                          <a:spcPct val="20000"/>
                        </a:spcBef>
                        <a:buFont typeface="Arial" pitchFamily="34" charset="0"/>
                        <a:defRPr sz="2000">
                          <a:solidFill>
                            <a:schemeClr val="tx1"/>
                          </a:solidFill>
                          <a:latin typeface="Calibri" pitchFamily="34" charset="0"/>
                          <a:ea typeface="ＭＳ Ｐゴシック" pitchFamily="34" charset="-128"/>
                        </a:defRPr>
                      </a:lvl3pPr>
                      <a:lvl4pPr marL="1600200" indent="-228600" eaLnBrk="0" hangingPunct="0">
                        <a:spcBef>
                          <a:spcPct val="20000"/>
                        </a:spcBef>
                        <a:buFont typeface="Arial" pitchFamily="34" charset="0"/>
                        <a:defRPr>
                          <a:solidFill>
                            <a:schemeClr val="tx1"/>
                          </a:solidFill>
                          <a:latin typeface="Calibri" pitchFamily="34" charset="0"/>
                          <a:ea typeface="ＭＳ Ｐゴシック" pitchFamily="34" charset="-128"/>
                        </a:defRPr>
                      </a:lvl4pPr>
                      <a:lvl5pPr marL="2057400" indent="-228600" eaLnBrk="0" hangingPunct="0">
                        <a:spcBef>
                          <a:spcPct val="20000"/>
                        </a:spcBef>
                        <a:buFont typeface="Arial" pitchFamily="34" charset="0"/>
                        <a:defRPr>
                          <a:solidFill>
                            <a:schemeClr val="tx1"/>
                          </a:solidFill>
                          <a:latin typeface="Calibri" pitchFamily="34" charset="0"/>
                          <a:ea typeface="ＭＳ Ｐゴシック" pitchFamily="34" charset="-128"/>
                        </a:defRPr>
                      </a:lvl5pPr>
                      <a:lvl6pPr marL="2514600" indent="-228600" defTabSz="457200" eaLnBrk="0" fontAlgn="base" hangingPunct="0">
                        <a:spcBef>
                          <a:spcPct val="20000"/>
                        </a:spcBef>
                        <a:spcAft>
                          <a:spcPct val="0"/>
                        </a:spcAft>
                        <a:buFont typeface="Arial" pitchFamily="34" charset="0"/>
                        <a:defRPr>
                          <a:solidFill>
                            <a:schemeClr val="tx1"/>
                          </a:solidFill>
                          <a:latin typeface="Calibri" pitchFamily="34" charset="0"/>
                          <a:ea typeface="ＭＳ Ｐゴシック" pitchFamily="34" charset="-128"/>
                        </a:defRPr>
                      </a:lvl6pPr>
                      <a:lvl7pPr marL="2971800" indent="-228600" defTabSz="457200" eaLnBrk="0" fontAlgn="base" hangingPunct="0">
                        <a:spcBef>
                          <a:spcPct val="20000"/>
                        </a:spcBef>
                        <a:spcAft>
                          <a:spcPct val="0"/>
                        </a:spcAft>
                        <a:buFont typeface="Arial" pitchFamily="34" charset="0"/>
                        <a:defRPr>
                          <a:solidFill>
                            <a:schemeClr val="tx1"/>
                          </a:solidFill>
                          <a:latin typeface="Calibri" pitchFamily="34" charset="0"/>
                          <a:ea typeface="ＭＳ Ｐゴシック" pitchFamily="34" charset="-128"/>
                        </a:defRPr>
                      </a:lvl7pPr>
                      <a:lvl8pPr marL="3429000" indent="-228600" defTabSz="457200" eaLnBrk="0" fontAlgn="base" hangingPunct="0">
                        <a:spcBef>
                          <a:spcPct val="20000"/>
                        </a:spcBef>
                        <a:spcAft>
                          <a:spcPct val="0"/>
                        </a:spcAft>
                        <a:buFont typeface="Arial" pitchFamily="34" charset="0"/>
                        <a:defRPr>
                          <a:solidFill>
                            <a:schemeClr val="tx1"/>
                          </a:solidFill>
                          <a:latin typeface="Calibri" pitchFamily="34" charset="0"/>
                          <a:ea typeface="ＭＳ Ｐゴシック" pitchFamily="34" charset="-128"/>
                        </a:defRPr>
                      </a:lvl8pPr>
                      <a:lvl9pPr marL="3886200" indent="-228600" defTabSz="457200" eaLnBrk="0" fontAlgn="base" hangingPunct="0">
                        <a:spcBef>
                          <a:spcPct val="20000"/>
                        </a:spcBef>
                        <a:spcAft>
                          <a:spcPct val="0"/>
                        </a:spcAft>
                        <a:buFont typeface="Arial" pitchFamily="34" charset="0"/>
                        <a:defRPr>
                          <a:solidFill>
                            <a:schemeClr val="tx1"/>
                          </a:solidFill>
                          <a:latin typeface="Calibri" pitchFamily="34" charset="0"/>
                          <a:ea typeface="ＭＳ Ｐゴシック" pitchFamily="34" charset="-128"/>
                        </a:defRPr>
                      </a:lvl9pPr>
                    </a:lstStyle>
                    <a:p>
                      <a:pPr marL="0" marR="0" lvl="0" indent="0" algn="ctr" defTabSz="457200" rtl="0" eaLnBrk="1" fontAlgn="b" latinLnBrk="0" hangingPunct="1">
                        <a:lnSpc>
                          <a:spcPct val="100000"/>
                        </a:lnSpc>
                        <a:spcBef>
                          <a:spcPct val="0"/>
                        </a:spcBef>
                        <a:spcAft>
                          <a:spcPct val="0"/>
                        </a:spcAft>
                        <a:buClrTx/>
                        <a:buSzTx/>
                        <a:buFontTx/>
                        <a:buNone/>
                        <a:tabLst/>
                      </a:pPr>
                      <a:r>
                        <a:rPr kumimoji="0" lang="en-US" altLang="en-US" sz="2400" b="0" i="0" u="none" strike="noStrike" cap="none" normalizeH="0" baseline="0" dirty="0">
                          <a:ln>
                            <a:noFill/>
                          </a:ln>
                          <a:solidFill>
                            <a:srgbClr val="000000"/>
                          </a:solidFill>
                          <a:effectLst/>
                          <a:latin typeface="Calibri" pitchFamily="34" charset="0"/>
                          <a:ea typeface="ＭＳ Ｐゴシック" pitchFamily="34" charset="-128"/>
                        </a:rPr>
                        <a:t>178</a:t>
                      </a:r>
                    </a:p>
                  </a:txBody>
                  <a:tcPr marL="7620" marR="7620" marT="10158" marB="0" anchor="b" horzOverflow="overflow">
                    <a:lnL w="12700" cap="flat" cmpd="sng" algn="ctr">
                      <a:solidFill>
                        <a:schemeClr val="tx1"/>
                      </a:solidFill>
                      <a:prstDash val="solid"/>
                      <a:round/>
                      <a:headEnd type="none" w="med" len="med"/>
                      <a:tailEnd type="none" w="med" len="med"/>
                    </a:lnL>
                    <a:lnR>
                      <a:noFill/>
                    </a:lnR>
                    <a:lnT>
                      <a:noFill/>
                    </a:lnT>
                    <a:lnB>
                      <a:noFill/>
                    </a:lnB>
                    <a:lnTlToBr>
                      <a:noFill/>
                    </a:lnTlToBr>
                    <a:lnBlToTr>
                      <a:noFill/>
                    </a:lnBlToTr>
                    <a:solidFill>
                      <a:schemeClr val="bg1"/>
                    </a:solidFill>
                  </a:tcPr>
                </a:tc>
                <a:extLst>
                  <a:ext uri="{0D108BD9-81ED-4DB2-BD59-A6C34878D82A}">
                    <a16:rowId xmlns:a16="http://schemas.microsoft.com/office/drawing/2014/main" val="10004"/>
                  </a:ext>
                </a:extLst>
              </a:tr>
            </a:tbl>
          </a:graphicData>
        </a:graphic>
      </p:graphicFrame>
      <p:pic>
        <p:nvPicPr>
          <p:cNvPr id="5" name="Picture 4"/>
          <p:cNvPicPr>
            <a:picLocks noChangeAspect="1"/>
          </p:cNvPicPr>
          <p:nvPr>
            <p:custDataLst>
              <p:tags r:id="rId1"/>
            </p:custDataLst>
          </p:nvPr>
        </p:nvPicPr>
        <p:blipFill>
          <a:blip r:embed="rId10">
            <a:extLst>
              <a:ext uri="{28A0092B-C50C-407E-A947-70E740481C1C}">
                <a14:useLocalDpi xmlns:a14="http://schemas.microsoft.com/office/drawing/2010/main" val="0"/>
              </a:ext>
            </a:extLst>
          </a:blip>
          <a:srcRect/>
          <a:stretch>
            <a:fillRect/>
          </a:stretch>
        </p:blipFill>
        <p:spPr bwMode="auto">
          <a:xfrm>
            <a:off x="1981200" y="2590800"/>
            <a:ext cx="230188" cy="206375"/>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pic>
      <p:pic>
        <p:nvPicPr>
          <p:cNvPr id="6" name="Picture 5"/>
          <p:cNvPicPr>
            <a:picLocks noChangeAspect="1"/>
          </p:cNvPicPr>
          <p:nvPr>
            <p:custDataLst>
              <p:tags r:id="rId2"/>
            </p:custDataLst>
          </p:nvPr>
        </p:nvPicPr>
        <p:blipFill>
          <a:blip r:embed="rId11">
            <a:extLst>
              <a:ext uri="{28A0092B-C50C-407E-A947-70E740481C1C}">
                <a14:useLocalDpi xmlns:a14="http://schemas.microsoft.com/office/drawing/2010/main" val="0"/>
              </a:ext>
            </a:extLst>
          </a:blip>
          <a:srcRect/>
          <a:stretch>
            <a:fillRect/>
          </a:stretch>
        </p:blipFill>
        <p:spPr bwMode="auto">
          <a:xfrm>
            <a:off x="3149600" y="2590800"/>
            <a:ext cx="223838" cy="200025"/>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pic>
      <p:pic>
        <p:nvPicPr>
          <p:cNvPr id="7" name="Picture 6"/>
          <p:cNvPicPr>
            <a:picLocks noChangeAspect="1"/>
          </p:cNvPicPr>
          <p:nvPr>
            <p:custDataLst>
              <p:tags r:id="rId3"/>
            </p:custDataLst>
          </p:nvPr>
        </p:nvPicPr>
        <p:blipFill>
          <a:blip r:embed="rId12">
            <a:extLst>
              <a:ext uri="{28A0092B-C50C-407E-A947-70E740481C1C}">
                <a14:useLocalDpi xmlns:a14="http://schemas.microsoft.com/office/drawing/2010/main" val="0"/>
              </a:ext>
            </a:extLst>
          </a:blip>
          <a:srcRect/>
          <a:stretch>
            <a:fillRect/>
          </a:stretch>
        </p:blipFill>
        <p:spPr bwMode="auto">
          <a:xfrm>
            <a:off x="4271963" y="2590800"/>
            <a:ext cx="228600" cy="200025"/>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pic>
      <p:pic>
        <p:nvPicPr>
          <p:cNvPr id="8" name="Picture 7"/>
          <p:cNvPicPr>
            <a:picLocks noChangeAspect="1"/>
          </p:cNvPicPr>
          <p:nvPr>
            <p:custDataLst>
              <p:tags r:id="rId4"/>
            </p:custDataLst>
          </p:nvPr>
        </p:nvPicPr>
        <p:blipFill>
          <a:blip r:embed="rId13">
            <a:extLst>
              <a:ext uri="{28A0092B-C50C-407E-A947-70E740481C1C}">
                <a14:useLocalDpi xmlns:a14="http://schemas.microsoft.com/office/drawing/2010/main" val="0"/>
              </a:ext>
            </a:extLst>
          </a:blip>
          <a:srcRect/>
          <a:stretch>
            <a:fillRect/>
          </a:stretch>
        </p:blipFill>
        <p:spPr bwMode="auto">
          <a:xfrm>
            <a:off x="5416550" y="2590800"/>
            <a:ext cx="230188" cy="206375"/>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pic>
      <p:pic>
        <p:nvPicPr>
          <p:cNvPr id="9" name="Picture 8"/>
          <p:cNvPicPr>
            <a:picLocks noChangeAspect="1"/>
          </p:cNvPicPr>
          <p:nvPr>
            <p:custDataLst>
              <p:tags r:id="rId5"/>
            </p:custDataLst>
          </p:nvPr>
        </p:nvPicPr>
        <p:blipFill>
          <a:blip r:embed="rId14">
            <a:extLst>
              <a:ext uri="{28A0092B-C50C-407E-A947-70E740481C1C}">
                <a14:useLocalDpi xmlns:a14="http://schemas.microsoft.com/office/drawing/2010/main" val="0"/>
              </a:ext>
            </a:extLst>
          </a:blip>
          <a:srcRect/>
          <a:stretch>
            <a:fillRect/>
          </a:stretch>
        </p:blipFill>
        <p:spPr bwMode="auto">
          <a:xfrm>
            <a:off x="8251825" y="2586038"/>
            <a:ext cx="119063" cy="217487"/>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pic>
      <p:pic>
        <p:nvPicPr>
          <p:cNvPr id="10" name="Picture 9"/>
          <p:cNvPicPr>
            <a:picLocks noChangeAspect="1"/>
          </p:cNvPicPr>
          <p:nvPr>
            <p:custDataLst>
              <p:tags r:id="rId6"/>
            </p:custDataLst>
          </p:nvPr>
        </p:nvPicPr>
        <p:blipFill>
          <a:blip r:embed="rId15">
            <a:extLst>
              <a:ext uri="{28A0092B-C50C-407E-A947-70E740481C1C}">
                <a14:useLocalDpi xmlns:a14="http://schemas.microsoft.com/office/drawing/2010/main" val="0"/>
              </a:ext>
            </a:extLst>
          </a:blip>
          <a:srcRect/>
          <a:stretch>
            <a:fillRect/>
          </a:stretch>
        </p:blipFill>
        <p:spPr bwMode="auto">
          <a:xfrm>
            <a:off x="6724650" y="2586038"/>
            <a:ext cx="233363" cy="200025"/>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pic>
      <p:sp>
        <p:nvSpPr>
          <p:cNvPr id="12" name="TextBox 11"/>
          <p:cNvSpPr txBox="1"/>
          <p:nvPr/>
        </p:nvSpPr>
        <p:spPr>
          <a:xfrm>
            <a:off x="2808525" y="4366180"/>
            <a:ext cx="575799" cy="369332"/>
          </a:xfrm>
          <a:prstGeom prst="rect">
            <a:avLst/>
          </a:prstGeom>
          <a:noFill/>
        </p:spPr>
        <p:txBody>
          <a:bodyPr wrap="none" rtlCol="0">
            <a:spAutoFit/>
          </a:bodyPr>
          <a:lstStyle/>
          <a:p>
            <a:r>
              <a:rPr lang="en-GB" dirty="0"/>
              <a:t>n=4</a:t>
            </a:r>
          </a:p>
        </p:txBody>
      </p:sp>
      <p:pic>
        <p:nvPicPr>
          <p:cNvPr id="13" name="Picture 12"/>
          <p:cNvPicPr>
            <a:picLocks noChangeAspect="1"/>
          </p:cNvPicPr>
          <p:nvPr>
            <p:custDataLst>
              <p:tags r:id="rId7"/>
            </p:custDataLst>
          </p:nvPr>
        </p:nvPicPr>
        <p:blipFill>
          <a:blip r:embed="rId16">
            <a:extLst>
              <a:ext uri="{28A0092B-C50C-407E-A947-70E740481C1C}">
                <a14:useLocalDpi xmlns:a14="http://schemas.microsoft.com/office/drawing/2010/main" val="0"/>
              </a:ext>
            </a:extLst>
          </a:blip>
          <a:srcRect/>
          <a:stretch>
            <a:fillRect/>
          </a:stretch>
        </p:blipFill>
        <p:spPr bwMode="auto">
          <a:xfrm>
            <a:off x="2667000" y="4735512"/>
            <a:ext cx="2970212" cy="1620837"/>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pic>
      <p:pic>
        <p:nvPicPr>
          <p:cNvPr id="14" name="Picture 13"/>
          <p:cNvPicPr>
            <a:picLocks noChangeAspect="1"/>
          </p:cNvPicPr>
          <p:nvPr>
            <p:custDataLst>
              <p:tags r:id="rId8"/>
            </p:custDataLst>
          </p:nvPr>
        </p:nvPicPr>
        <p:blipFill>
          <a:blip r:embed="rId17">
            <a:extLst>
              <a:ext uri="{28A0092B-C50C-407E-A947-70E740481C1C}">
                <a14:useLocalDpi xmlns:a14="http://schemas.microsoft.com/office/drawing/2010/main" val="0"/>
              </a:ext>
            </a:extLst>
          </a:blip>
          <a:srcRect/>
          <a:stretch>
            <a:fillRect/>
          </a:stretch>
        </p:blipFill>
        <p:spPr bwMode="auto">
          <a:xfrm>
            <a:off x="7235825" y="4735512"/>
            <a:ext cx="1101725" cy="1620837"/>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pic>
    </p:spTree>
    <p:extLst>
      <p:ext uri="{BB962C8B-B14F-4D97-AF65-F5344CB8AC3E}">
        <p14:creationId xmlns:p14="http://schemas.microsoft.com/office/powerpoint/2010/main" val="2881201714"/>
      </p:ext>
    </p:extLst>
  </p:cSld>
  <p:clrMapOvr>
    <a:masterClrMapping/>
  </p:clrMapOvr>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1" presetClass="entr" presetSubtype="0" fill="hold" nodeType="clickEffect">
                                  <p:stCondLst>
                                    <p:cond delay="0"/>
                                  </p:stCondLst>
                                  <p:childTnLst>
                                    <p:set>
                                      <p:cBhvr>
                                        <p:cTn id="6" dur="1" fill="hold">
                                          <p:stCondLst>
                                            <p:cond delay="0"/>
                                          </p:stCondLst>
                                        </p:cTn>
                                        <p:tgtEl>
                                          <p:spTgt spid="4"/>
                                        </p:tgtEl>
                                        <p:attrNameLst>
                                          <p:attrName>style.visibility</p:attrName>
                                        </p:attrNameLst>
                                      </p:cBhvr>
                                      <p:to>
                                        <p:strVal val="visible"/>
                                      </p:to>
                                    </p:set>
                                  </p:childTnLst>
                                </p:cTn>
                              </p:par>
                              <p:par>
                                <p:cTn id="7" presetID="1" presetClass="entr" presetSubtype="0" fill="hold" nodeType="withEffect">
                                  <p:stCondLst>
                                    <p:cond delay="0"/>
                                  </p:stCondLst>
                                  <p:childTnLst>
                                    <p:set>
                                      <p:cBhvr>
                                        <p:cTn id="8" dur="1" fill="hold">
                                          <p:stCondLst>
                                            <p:cond delay="0"/>
                                          </p:stCondLst>
                                        </p:cTn>
                                        <p:tgtEl>
                                          <p:spTgt spid="5"/>
                                        </p:tgtEl>
                                        <p:attrNameLst>
                                          <p:attrName>style.visibility</p:attrName>
                                        </p:attrNameLst>
                                      </p:cBhvr>
                                      <p:to>
                                        <p:strVal val="visible"/>
                                      </p:to>
                                    </p:set>
                                  </p:childTnLst>
                                </p:cTn>
                              </p:par>
                            </p:childTnLst>
                          </p:cTn>
                        </p:par>
                      </p:childTnLst>
                    </p:cTn>
                  </p:par>
                  <p:par>
                    <p:cTn id="9" fill="hold">
                      <p:stCondLst>
                        <p:cond delay="indefinite"/>
                      </p:stCondLst>
                      <p:childTnLst>
                        <p:par>
                          <p:cTn id="10" fill="hold">
                            <p:stCondLst>
                              <p:cond delay="0"/>
                            </p:stCondLst>
                            <p:childTnLst>
                              <p:par>
                                <p:cTn id="11" presetID="1" presetClass="entr" presetSubtype="0" fill="hold" grpId="0" nodeType="clickEffect">
                                  <p:stCondLst>
                                    <p:cond delay="0"/>
                                  </p:stCondLst>
                                  <p:childTnLst>
                                    <p:set>
                                      <p:cBhvr>
                                        <p:cTn id="12" dur="1" fill="hold">
                                          <p:stCondLst>
                                            <p:cond delay="0"/>
                                          </p:stCondLst>
                                        </p:cTn>
                                        <p:tgtEl>
                                          <p:spTgt spid="12"/>
                                        </p:tgtEl>
                                        <p:attrNameLst>
                                          <p:attrName>style.visibility</p:attrName>
                                        </p:attrNameLst>
                                      </p:cBhvr>
                                      <p:to>
                                        <p:strVal val="visible"/>
                                      </p:to>
                                    </p:set>
                                  </p:childTnLst>
                                </p:cTn>
                              </p:par>
                            </p:childTnLst>
                          </p:cTn>
                        </p:par>
                      </p:childTnLst>
                    </p:cTn>
                  </p:par>
                  <p:par>
                    <p:cTn id="13" fill="hold">
                      <p:stCondLst>
                        <p:cond delay="indefinite"/>
                      </p:stCondLst>
                      <p:childTnLst>
                        <p:par>
                          <p:cTn id="14" fill="hold">
                            <p:stCondLst>
                              <p:cond delay="0"/>
                            </p:stCondLst>
                            <p:childTnLst>
                              <p:par>
                                <p:cTn id="15" presetID="1" presetClass="entr" presetSubtype="0" fill="hold" nodeType="clickEffect">
                                  <p:stCondLst>
                                    <p:cond delay="0"/>
                                  </p:stCondLst>
                                  <p:childTnLst>
                                    <p:set>
                                      <p:cBhvr>
                                        <p:cTn id="16" dur="1" fill="hold">
                                          <p:stCondLst>
                                            <p:cond delay="0"/>
                                          </p:stCondLst>
                                        </p:cTn>
                                        <p:tgtEl>
                                          <p:spTgt spid="13"/>
                                        </p:tgtEl>
                                        <p:attrNameLst>
                                          <p:attrName>style.visibility</p:attrName>
                                        </p:attrNameLst>
                                      </p:cBhvr>
                                      <p:to>
                                        <p:strVal val="visible"/>
                                      </p:to>
                                    </p:set>
                                  </p:childTnLst>
                                </p:cTn>
                              </p:par>
                            </p:childTnLst>
                          </p:cTn>
                        </p:par>
                      </p:childTnLst>
                    </p:cTn>
                  </p:par>
                  <p:par>
                    <p:cTn id="17" fill="hold">
                      <p:stCondLst>
                        <p:cond delay="indefinite"/>
                      </p:stCondLst>
                      <p:childTnLst>
                        <p:par>
                          <p:cTn id="18" fill="hold">
                            <p:stCondLst>
                              <p:cond delay="0"/>
                            </p:stCondLst>
                            <p:childTnLst>
                              <p:par>
                                <p:cTn id="19" presetID="1" presetClass="entr" presetSubtype="0" fill="hold" nodeType="clickEffect">
                                  <p:stCondLst>
                                    <p:cond delay="0"/>
                                  </p:stCondLst>
                                  <p:childTnLst>
                                    <p:set>
                                      <p:cBhvr>
                                        <p:cTn id="20" dur="1" fill="hold">
                                          <p:stCondLst>
                                            <p:cond delay="0"/>
                                          </p:stCondLst>
                                        </p:cTn>
                                        <p:tgtEl>
                                          <p:spTgt spid="14"/>
                                        </p:tgtEl>
                                        <p:attrNameLst>
                                          <p:attrName>style.visibility</p:attrName>
                                        </p:attrNameLst>
                                      </p:cBhvr>
                                      <p:to>
                                        <p:strVal val="visible"/>
                                      </p:to>
                                    </p:set>
                                  </p:childTnLst>
                                </p:cTn>
                              </p:par>
                            </p:childTnLst>
                          </p:cTn>
                        </p:par>
                      </p:childTnLst>
                    </p:cTn>
                  </p:par>
                </p:childTnLst>
              </p:cTn>
              <p:prevCondLst>
                <p:cond evt="onPrev" delay="0">
                  <p:tgtEl>
                    <p:sldTgt/>
                  </p:tgtEl>
                </p:cond>
              </p:prevCondLst>
              <p:nextCondLst>
                <p:cond evt="onNext" delay="0">
                  <p:tgtEl>
                    <p:sldTgt/>
                  </p:tgtEl>
                </p:cond>
              </p:nextCondLst>
            </p:seq>
          </p:childTnLst>
        </p:cTn>
      </p:par>
    </p:tnLst>
    <p:bldLst>
      <p:bldP spid="12" grpId="0"/>
    </p:bldLst>
  </p:timing>
</p:sld>
</file>

<file path=ppt/slides/slide32.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3" name="Slide Number Placeholder 2"/>
          <p:cNvSpPr>
            <a:spLocks noGrp="1"/>
          </p:cNvSpPr>
          <p:nvPr>
            <p:ph type="sldNum" sz="quarter" idx="12"/>
          </p:nvPr>
        </p:nvSpPr>
        <p:spPr/>
        <p:txBody>
          <a:bodyPr/>
          <a:lstStyle/>
          <a:p>
            <a:fld id="{F043A558-56C3-499B-89A2-59E5853E6BB4}" type="slidenum">
              <a:rPr lang="en-US" smtClean="0">
                <a:solidFill>
                  <a:prstClr val="black">
                    <a:tint val="75000"/>
                  </a:prstClr>
                </a:solidFill>
              </a:rPr>
              <a:pPr/>
              <a:t>32</a:t>
            </a:fld>
            <a:endParaRPr lang="en-US">
              <a:solidFill>
                <a:prstClr val="black">
                  <a:tint val="75000"/>
                </a:prstClr>
              </a:solidFill>
            </a:endParaRPr>
          </a:p>
        </p:txBody>
      </p:sp>
      <p:sp>
        <p:nvSpPr>
          <p:cNvPr id="4" name="TextBox 3"/>
          <p:cNvSpPr txBox="1"/>
          <p:nvPr/>
        </p:nvSpPr>
        <p:spPr>
          <a:xfrm>
            <a:off x="2393420" y="2108187"/>
            <a:ext cx="4648200" cy="833562"/>
          </a:xfrm>
          <a:prstGeom prst="rect">
            <a:avLst/>
          </a:prstGeom>
          <a:noFill/>
        </p:spPr>
        <p:txBody>
          <a:bodyPr wrap="square" rtlCol="0">
            <a:spAutoFit/>
          </a:bodyPr>
          <a:lstStyle/>
          <a:p>
            <a:pPr>
              <a:spcAft>
                <a:spcPts val="500"/>
              </a:spcAft>
            </a:pPr>
            <a:r>
              <a:rPr lang="en-US" sz="2000" dirty="0"/>
              <a:t>E.g.       = size (0-2000 feet</a:t>
            </a:r>
            <a:r>
              <a:rPr lang="en-US" sz="2000" baseline="30000" dirty="0"/>
              <a:t>2</a:t>
            </a:r>
            <a:r>
              <a:rPr lang="en-US" sz="2000" dirty="0"/>
              <a:t>)</a:t>
            </a:r>
            <a:endParaRPr lang="en-US" sz="2000" dirty="0">
              <a:solidFill>
                <a:srgbClr val="000000"/>
              </a:solidFill>
            </a:endParaRPr>
          </a:p>
          <a:p>
            <a:pPr>
              <a:spcAft>
                <a:spcPts val="500"/>
              </a:spcAft>
            </a:pPr>
            <a:r>
              <a:rPr lang="en-US" sz="2000" dirty="0"/>
              <a:t>              = number of bedrooms (1-5</a:t>
            </a:r>
            <a:r>
              <a:rPr lang="en-US" sz="2400" dirty="0"/>
              <a:t>)</a:t>
            </a:r>
          </a:p>
        </p:txBody>
      </p:sp>
      <p:pic>
        <p:nvPicPr>
          <p:cNvPr id="5" name="Picture 4"/>
          <p:cNvPicPr>
            <a:picLocks noChangeAspect="1"/>
          </p:cNvPicPr>
          <p:nvPr>
            <p:custDataLst>
              <p:tags r:id="rId1"/>
            </p:custDataLst>
          </p:nvPr>
        </p:nvPicPr>
        <p:blipFill>
          <a:blip r:embed="rId7" cstate="print">
            <a:extLst>
              <a:ext uri="{28A0092B-C50C-407E-A947-70E740481C1C}">
                <a14:useLocalDpi xmlns:a14="http://schemas.microsoft.com/office/drawing/2010/main" val="0"/>
              </a:ext>
            </a:extLst>
          </a:blip>
          <a:stretch>
            <a:fillRect/>
          </a:stretch>
        </p:blipFill>
        <p:spPr>
          <a:xfrm>
            <a:off x="3073400" y="2190991"/>
            <a:ext cx="267462" cy="240792"/>
          </a:xfrm>
          <a:prstGeom prst="rect">
            <a:avLst/>
          </a:prstGeom>
        </p:spPr>
      </p:pic>
      <p:pic>
        <p:nvPicPr>
          <p:cNvPr id="6" name="Picture 5"/>
          <p:cNvPicPr>
            <a:picLocks noChangeAspect="1"/>
          </p:cNvPicPr>
          <p:nvPr>
            <p:custDataLst>
              <p:tags r:id="rId2"/>
            </p:custDataLst>
          </p:nvPr>
        </p:nvPicPr>
        <p:blipFill>
          <a:blip r:embed="rId8" cstate="print">
            <a:extLst>
              <a:ext uri="{28A0092B-C50C-407E-A947-70E740481C1C}">
                <a14:useLocalDpi xmlns:a14="http://schemas.microsoft.com/office/drawing/2010/main" val="0"/>
              </a:ext>
            </a:extLst>
          </a:blip>
          <a:stretch>
            <a:fillRect/>
          </a:stretch>
        </p:blipFill>
        <p:spPr>
          <a:xfrm>
            <a:off x="3073400" y="2683433"/>
            <a:ext cx="274320" cy="240792"/>
          </a:xfrm>
          <a:prstGeom prst="rect">
            <a:avLst/>
          </a:prstGeom>
        </p:spPr>
      </p:pic>
      <p:sp>
        <p:nvSpPr>
          <p:cNvPr id="7" name="Rectangle 6"/>
          <p:cNvSpPr/>
          <p:nvPr/>
        </p:nvSpPr>
        <p:spPr>
          <a:xfrm>
            <a:off x="1688101" y="990600"/>
            <a:ext cx="7010400" cy="830997"/>
          </a:xfrm>
          <a:prstGeom prst="rect">
            <a:avLst/>
          </a:prstGeom>
        </p:spPr>
        <p:txBody>
          <a:bodyPr wrap="square">
            <a:spAutoFit/>
          </a:bodyPr>
          <a:lstStyle/>
          <a:p>
            <a:r>
              <a:rPr lang="en-US" sz="2400" b="1" dirty="0"/>
              <a:t>Feature Scaling</a:t>
            </a:r>
          </a:p>
          <a:p>
            <a:pPr>
              <a:spcAft>
                <a:spcPts val="500"/>
              </a:spcAft>
            </a:pPr>
            <a:r>
              <a:rPr lang="en-US" sz="2400" dirty="0"/>
              <a:t>Idea: Make sure features are on a similar scale.</a:t>
            </a:r>
          </a:p>
        </p:txBody>
      </p:sp>
      <p:pic>
        <p:nvPicPr>
          <p:cNvPr id="8" name="Picture 7"/>
          <p:cNvPicPr>
            <a:picLocks noChangeAspect="1"/>
          </p:cNvPicPr>
          <p:nvPr>
            <p:custDataLst>
              <p:tags r:id="rId3"/>
            </p:custDataLst>
          </p:nvPr>
        </p:nvPicPr>
        <p:blipFill>
          <a:blip r:embed="rId9" cstate="print">
            <a:extLst>
              <a:ext uri="{28A0092B-C50C-407E-A947-70E740481C1C}">
                <a14:useLocalDpi xmlns:a14="http://schemas.microsoft.com/office/drawing/2010/main" val="0"/>
              </a:ext>
            </a:extLst>
          </a:blip>
          <a:stretch>
            <a:fillRect/>
          </a:stretch>
        </p:blipFill>
        <p:spPr>
          <a:xfrm>
            <a:off x="1701800" y="4241800"/>
            <a:ext cx="1959102" cy="600456"/>
          </a:xfrm>
          <a:prstGeom prst="rect">
            <a:avLst/>
          </a:prstGeom>
        </p:spPr>
      </p:pic>
      <p:pic>
        <p:nvPicPr>
          <p:cNvPr id="9" name="Picture 8"/>
          <p:cNvPicPr>
            <a:picLocks noChangeAspect="1"/>
          </p:cNvPicPr>
          <p:nvPr>
            <p:custDataLst>
              <p:tags r:id="rId4"/>
            </p:custDataLst>
          </p:nvPr>
        </p:nvPicPr>
        <p:blipFill>
          <a:blip r:embed="rId10" cstate="print">
            <a:extLst>
              <a:ext uri="{28A0092B-C50C-407E-A947-70E740481C1C}">
                <a14:useLocalDpi xmlns:a14="http://schemas.microsoft.com/office/drawing/2010/main" val="0"/>
              </a:ext>
            </a:extLst>
          </a:blip>
          <a:stretch>
            <a:fillRect/>
          </a:stretch>
        </p:blipFill>
        <p:spPr>
          <a:xfrm>
            <a:off x="1688101" y="5269977"/>
            <a:ext cx="3241548" cy="527304"/>
          </a:xfrm>
          <a:prstGeom prst="rect">
            <a:avLst/>
          </a:prstGeom>
        </p:spPr>
      </p:pic>
      <p:sp>
        <p:nvSpPr>
          <p:cNvPr id="10" name="Rectangle 9"/>
          <p:cNvSpPr/>
          <p:nvPr/>
        </p:nvSpPr>
        <p:spPr>
          <a:xfrm>
            <a:off x="2415392" y="4240492"/>
            <a:ext cx="1251871" cy="333200"/>
          </a:xfrm>
          <a:prstGeom prst="rect">
            <a:avLst/>
          </a:prstGeom>
          <a:solidFill>
            <a:schemeClr val="bg1"/>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11" name="Rectangle 10"/>
          <p:cNvSpPr/>
          <p:nvPr/>
        </p:nvSpPr>
        <p:spPr>
          <a:xfrm>
            <a:off x="2393420" y="3834142"/>
            <a:ext cx="1346633" cy="707886"/>
          </a:xfrm>
          <a:prstGeom prst="rect">
            <a:avLst/>
          </a:prstGeom>
          <a:noFill/>
        </p:spPr>
        <p:txBody>
          <a:bodyPr wrap="square">
            <a:spAutoFit/>
          </a:bodyPr>
          <a:lstStyle/>
          <a:p>
            <a:pPr algn="ctr"/>
            <a:r>
              <a:rPr lang="en-US" sz="2000" dirty="0"/>
              <a:t>size (feet</a:t>
            </a:r>
            <a:r>
              <a:rPr lang="en-US" sz="2000" baseline="30000" dirty="0"/>
              <a:t>2</a:t>
            </a:r>
            <a:r>
              <a:rPr lang="en-US" sz="2000" dirty="0"/>
              <a:t>)</a:t>
            </a:r>
            <a:endParaRPr lang="en-US" sz="2000" dirty="0">
              <a:solidFill>
                <a:srgbClr val="000000"/>
              </a:solidFill>
            </a:endParaRPr>
          </a:p>
        </p:txBody>
      </p:sp>
      <p:sp>
        <p:nvSpPr>
          <p:cNvPr id="12" name="Rectangle 11"/>
          <p:cNvSpPr/>
          <p:nvPr/>
        </p:nvSpPr>
        <p:spPr>
          <a:xfrm>
            <a:off x="2415381" y="5269979"/>
            <a:ext cx="2514268" cy="250220"/>
          </a:xfrm>
          <a:prstGeom prst="rect">
            <a:avLst/>
          </a:prstGeom>
          <a:solidFill>
            <a:schemeClr val="bg1"/>
          </a:solidFill>
          <a:ln>
            <a:solidFill>
              <a:schemeClr val="bg1"/>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13" name="Rectangle 12"/>
          <p:cNvSpPr/>
          <p:nvPr/>
        </p:nvSpPr>
        <p:spPr>
          <a:xfrm>
            <a:off x="2415381" y="5132783"/>
            <a:ext cx="2542680" cy="400110"/>
          </a:xfrm>
          <a:prstGeom prst="rect">
            <a:avLst/>
          </a:prstGeom>
          <a:noFill/>
        </p:spPr>
        <p:txBody>
          <a:bodyPr wrap="square">
            <a:spAutoFit/>
          </a:bodyPr>
          <a:lstStyle/>
          <a:p>
            <a:pPr algn="ctr"/>
            <a:r>
              <a:rPr lang="en-US" sz="2000" dirty="0"/>
              <a:t>number of bedrooms</a:t>
            </a:r>
            <a:endParaRPr lang="en-US" sz="2000" dirty="0">
              <a:solidFill>
                <a:srgbClr val="000000"/>
              </a:solidFill>
            </a:endParaRPr>
          </a:p>
        </p:txBody>
      </p:sp>
      <p:sp>
        <p:nvSpPr>
          <p:cNvPr id="14" name="Down Arrow 13"/>
          <p:cNvSpPr/>
          <p:nvPr/>
        </p:nvSpPr>
        <p:spPr>
          <a:xfrm>
            <a:off x="3041327" y="3145657"/>
            <a:ext cx="381000" cy="609600"/>
          </a:xfrm>
          <a:prstGeom prst="downArrow">
            <a:avLst/>
          </a:prstGeom>
        </p:spPr>
        <p:style>
          <a:lnRef idx="1">
            <a:schemeClr val="accent1"/>
          </a:lnRef>
          <a:fillRef idx="3">
            <a:schemeClr val="accent1"/>
          </a:fillRef>
          <a:effectRef idx="2">
            <a:schemeClr val="accent1"/>
          </a:effectRef>
          <a:fontRef idx="minor">
            <a:schemeClr val="lt1"/>
          </a:fontRef>
        </p:style>
        <p:txBody>
          <a:bodyPr rtlCol="0" anchor="ctr"/>
          <a:lstStyle/>
          <a:p>
            <a:pPr algn="ctr"/>
            <a:endParaRPr lang="en-US"/>
          </a:p>
        </p:txBody>
      </p:sp>
      <p:sp>
        <p:nvSpPr>
          <p:cNvPr id="16" name="Rectangle 15"/>
          <p:cNvSpPr/>
          <p:nvPr/>
        </p:nvSpPr>
        <p:spPr>
          <a:xfrm>
            <a:off x="5969000" y="4140201"/>
            <a:ext cx="3784600" cy="830997"/>
          </a:xfrm>
          <a:prstGeom prst="rect">
            <a:avLst/>
          </a:prstGeom>
        </p:spPr>
        <p:txBody>
          <a:bodyPr wrap="square">
            <a:spAutoFit/>
          </a:bodyPr>
          <a:lstStyle/>
          <a:p>
            <a:pPr>
              <a:spcAft>
                <a:spcPts val="500"/>
              </a:spcAft>
            </a:pPr>
            <a:r>
              <a:rPr lang="en-US" sz="2400" dirty="0"/>
              <a:t>Get every feature into range</a:t>
            </a:r>
          </a:p>
        </p:txBody>
      </p:sp>
      <p:pic>
        <p:nvPicPr>
          <p:cNvPr id="17" name="Picture 16"/>
          <p:cNvPicPr>
            <a:picLocks noChangeAspect="1"/>
          </p:cNvPicPr>
          <p:nvPr>
            <p:custDataLst>
              <p:tags r:id="rId5"/>
            </p:custDataLst>
          </p:nvPr>
        </p:nvPicPr>
        <p:blipFill>
          <a:blip r:embed="rId11" cstate="print">
            <a:extLst>
              <a:ext uri="{28A0092B-C50C-407E-A947-70E740481C1C}">
                <a14:useLocalDpi xmlns:a14="http://schemas.microsoft.com/office/drawing/2010/main" val="0"/>
              </a:ext>
            </a:extLst>
          </a:blip>
          <a:stretch>
            <a:fillRect/>
          </a:stretch>
        </p:blipFill>
        <p:spPr>
          <a:xfrm>
            <a:off x="6629400" y="5059809"/>
            <a:ext cx="1575054" cy="335280"/>
          </a:xfrm>
          <a:prstGeom prst="rect">
            <a:avLst/>
          </a:prstGeom>
        </p:spPr>
      </p:pic>
    </p:spTree>
    <p:extLst>
      <p:ext uri="{BB962C8B-B14F-4D97-AF65-F5344CB8AC3E}">
        <p14:creationId xmlns:p14="http://schemas.microsoft.com/office/powerpoint/2010/main" val="1252230091"/>
      </p:ext>
    </p:extLst>
  </p:cSld>
  <p:clrMapOvr>
    <a:masterClrMapping/>
  </p:clrMapOvr>
  <p:timing>
    <p:tnLst>
      <p:par>
        <p:cTn id="1" dur="indefinite" restart="never" nodeType="tmRoot">
          <p:childTnLst>
            <p:seq concurrent="1" nextAc="seek">
              <p:cTn id="2" dur="indefinite" nodeType="mainSeq">
                <p:childTnLst>
                  <p:par>
                    <p:cTn id="3" fill="hold">
                      <p:stCondLst>
                        <p:cond delay="indefinite"/>
                        <p:cond evt="onBegin" delay="0">
                          <p:tn val="2"/>
                        </p:cond>
                      </p:stCondLst>
                      <p:childTnLst>
                        <p:par>
                          <p:cTn id="4" fill="hold">
                            <p:stCondLst>
                              <p:cond delay="0"/>
                            </p:stCondLst>
                            <p:childTnLst>
                              <p:par>
                                <p:cTn id="5" presetID="1" presetClass="entr" presetSubtype="0" fill="hold" nodeType="withEffect">
                                  <p:stCondLst>
                                    <p:cond delay="0"/>
                                  </p:stCondLst>
                                  <p:childTnLst>
                                    <p:set>
                                      <p:cBhvr>
                                        <p:cTn id="6" dur="1" fill="hold">
                                          <p:stCondLst>
                                            <p:cond delay="0"/>
                                          </p:stCondLst>
                                        </p:cTn>
                                        <p:tgtEl>
                                          <p:spTgt spid="8"/>
                                        </p:tgtEl>
                                        <p:attrNameLst>
                                          <p:attrName>style.visibility</p:attrName>
                                        </p:attrNameLst>
                                      </p:cBhvr>
                                      <p:to>
                                        <p:strVal val="visible"/>
                                      </p:to>
                                    </p:set>
                                  </p:childTnLst>
                                </p:cTn>
                              </p:par>
                              <p:par>
                                <p:cTn id="7" presetID="1" presetClass="entr" presetSubtype="0" fill="hold" nodeType="withEffect">
                                  <p:stCondLst>
                                    <p:cond delay="0"/>
                                  </p:stCondLst>
                                  <p:childTnLst>
                                    <p:set>
                                      <p:cBhvr>
                                        <p:cTn id="8" dur="1" fill="hold">
                                          <p:stCondLst>
                                            <p:cond delay="0"/>
                                          </p:stCondLst>
                                        </p:cTn>
                                        <p:tgtEl>
                                          <p:spTgt spid="9"/>
                                        </p:tgtEl>
                                        <p:attrNameLst>
                                          <p:attrName>style.visibility</p:attrName>
                                        </p:attrNameLst>
                                      </p:cBhvr>
                                      <p:to>
                                        <p:strVal val="visible"/>
                                      </p:to>
                                    </p:set>
                                  </p:childTnLst>
                                </p:cTn>
                              </p:par>
                              <p:par>
                                <p:cTn id="9" presetID="1" presetClass="entr" presetSubtype="0" fill="hold" grpId="0" nodeType="withEffect">
                                  <p:stCondLst>
                                    <p:cond delay="0"/>
                                  </p:stCondLst>
                                  <p:childTnLst>
                                    <p:set>
                                      <p:cBhvr>
                                        <p:cTn id="10" dur="1" fill="hold">
                                          <p:stCondLst>
                                            <p:cond delay="0"/>
                                          </p:stCondLst>
                                        </p:cTn>
                                        <p:tgtEl>
                                          <p:spTgt spid="11"/>
                                        </p:tgtEl>
                                        <p:attrNameLst>
                                          <p:attrName>style.visibility</p:attrName>
                                        </p:attrNameLst>
                                      </p:cBhvr>
                                      <p:to>
                                        <p:strVal val="visible"/>
                                      </p:to>
                                    </p:set>
                                  </p:childTnLst>
                                </p:cTn>
                              </p:par>
                              <p:par>
                                <p:cTn id="11" presetID="1" presetClass="entr" presetSubtype="0" fill="hold" grpId="0" nodeType="withEffect">
                                  <p:stCondLst>
                                    <p:cond delay="0"/>
                                  </p:stCondLst>
                                  <p:childTnLst>
                                    <p:set>
                                      <p:cBhvr>
                                        <p:cTn id="12" dur="1" fill="hold">
                                          <p:stCondLst>
                                            <p:cond delay="0"/>
                                          </p:stCondLst>
                                        </p:cTn>
                                        <p:tgtEl>
                                          <p:spTgt spid="13"/>
                                        </p:tgtEl>
                                        <p:attrNameLst>
                                          <p:attrName>style.visibility</p:attrName>
                                        </p:attrNameLst>
                                      </p:cBhvr>
                                      <p:to>
                                        <p:strVal val="visible"/>
                                      </p:to>
                                    </p:set>
                                  </p:childTnLst>
                                </p:cTn>
                              </p:par>
                            </p:childTnLst>
                          </p:cTn>
                        </p:par>
                      </p:childTnLst>
                    </p:cTn>
                  </p:par>
                </p:childTnLst>
              </p:cTn>
              <p:prevCondLst>
                <p:cond evt="onPrev" delay="0">
                  <p:tgtEl>
                    <p:sldTgt/>
                  </p:tgtEl>
                </p:cond>
              </p:prevCondLst>
              <p:nextCondLst>
                <p:cond evt="onNext" delay="0">
                  <p:tgtEl>
                    <p:sldTgt/>
                  </p:tgtEl>
                </p:cond>
              </p:nextCondLst>
            </p:seq>
          </p:childTnLst>
        </p:cTn>
      </p:par>
    </p:tnLst>
    <p:bldLst>
      <p:bldP spid="11" grpId="0"/>
      <p:bldP spid="13" grpId="0"/>
    </p:bldLst>
  </p:timing>
</p:sld>
</file>

<file path=ppt/slides/slide33.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4" name="TextBox 3"/>
          <p:cNvSpPr txBox="1"/>
          <p:nvPr/>
        </p:nvSpPr>
        <p:spPr>
          <a:xfrm>
            <a:off x="1723644" y="2015002"/>
            <a:ext cx="4648200" cy="833562"/>
          </a:xfrm>
          <a:prstGeom prst="rect">
            <a:avLst/>
          </a:prstGeom>
          <a:noFill/>
        </p:spPr>
        <p:txBody>
          <a:bodyPr wrap="square" rtlCol="0">
            <a:spAutoFit/>
          </a:bodyPr>
          <a:lstStyle/>
          <a:p>
            <a:pPr>
              <a:spcAft>
                <a:spcPts val="500"/>
              </a:spcAft>
            </a:pPr>
            <a:r>
              <a:rPr lang="en-US" sz="2000" dirty="0"/>
              <a:t>E.g.       = size (0-2000 feet</a:t>
            </a:r>
            <a:r>
              <a:rPr lang="en-US" sz="2000" baseline="30000" dirty="0"/>
              <a:t>2</a:t>
            </a:r>
            <a:r>
              <a:rPr lang="en-US" sz="2000" dirty="0"/>
              <a:t>)</a:t>
            </a:r>
            <a:endParaRPr lang="en-US" sz="2000" dirty="0">
              <a:solidFill>
                <a:srgbClr val="000000"/>
              </a:solidFill>
            </a:endParaRPr>
          </a:p>
          <a:p>
            <a:pPr>
              <a:spcAft>
                <a:spcPts val="500"/>
              </a:spcAft>
            </a:pPr>
            <a:r>
              <a:rPr lang="en-US" sz="2000" dirty="0"/>
              <a:t>              = number of bedrooms (1-5</a:t>
            </a:r>
            <a:r>
              <a:rPr lang="en-US" sz="2400" dirty="0"/>
              <a:t>)</a:t>
            </a:r>
          </a:p>
        </p:txBody>
      </p:sp>
      <p:pic>
        <p:nvPicPr>
          <p:cNvPr id="5" name="Picture 4"/>
          <p:cNvPicPr>
            <a:picLocks noChangeAspect="1"/>
          </p:cNvPicPr>
          <p:nvPr>
            <p:custDataLst>
              <p:tags r:id="rId1"/>
            </p:custDataLst>
          </p:nvPr>
        </p:nvPicPr>
        <p:blipFill>
          <a:blip r:embed="rId10" cstate="print">
            <a:extLst>
              <a:ext uri="{28A0092B-C50C-407E-A947-70E740481C1C}">
                <a14:useLocalDpi xmlns:a14="http://schemas.microsoft.com/office/drawing/2010/main" val="0"/>
              </a:ext>
            </a:extLst>
          </a:blip>
          <a:stretch>
            <a:fillRect/>
          </a:stretch>
        </p:blipFill>
        <p:spPr>
          <a:xfrm>
            <a:off x="2466976" y="2070595"/>
            <a:ext cx="267462" cy="240792"/>
          </a:xfrm>
          <a:prstGeom prst="rect">
            <a:avLst/>
          </a:prstGeom>
        </p:spPr>
      </p:pic>
      <p:pic>
        <p:nvPicPr>
          <p:cNvPr id="6" name="Picture 5"/>
          <p:cNvPicPr>
            <a:picLocks noChangeAspect="1"/>
          </p:cNvPicPr>
          <p:nvPr>
            <p:custDataLst>
              <p:tags r:id="rId2"/>
            </p:custDataLst>
          </p:nvPr>
        </p:nvPicPr>
        <p:blipFill>
          <a:blip r:embed="rId11" cstate="print">
            <a:extLst>
              <a:ext uri="{28A0092B-C50C-407E-A947-70E740481C1C}">
                <a14:useLocalDpi xmlns:a14="http://schemas.microsoft.com/office/drawing/2010/main" val="0"/>
              </a:ext>
            </a:extLst>
          </a:blip>
          <a:stretch>
            <a:fillRect/>
          </a:stretch>
        </p:blipFill>
        <p:spPr>
          <a:xfrm>
            <a:off x="2477862" y="2472997"/>
            <a:ext cx="274320" cy="240792"/>
          </a:xfrm>
          <a:prstGeom prst="rect">
            <a:avLst/>
          </a:prstGeom>
        </p:spPr>
      </p:pic>
      <p:sp>
        <p:nvSpPr>
          <p:cNvPr id="7" name="Rectangle 6"/>
          <p:cNvSpPr/>
          <p:nvPr/>
        </p:nvSpPr>
        <p:spPr>
          <a:xfrm>
            <a:off x="1804036" y="990600"/>
            <a:ext cx="7010400" cy="830997"/>
          </a:xfrm>
          <a:prstGeom prst="rect">
            <a:avLst/>
          </a:prstGeom>
        </p:spPr>
        <p:txBody>
          <a:bodyPr wrap="square">
            <a:spAutoFit/>
          </a:bodyPr>
          <a:lstStyle/>
          <a:p>
            <a:r>
              <a:rPr lang="en-US" sz="2400" b="1" dirty="0"/>
              <a:t>Feature Scaling</a:t>
            </a:r>
          </a:p>
          <a:p>
            <a:pPr>
              <a:spcAft>
                <a:spcPts val="500"/>
              </a:spcAft>
            </a:pPr>
            <a:r>
              <a:rPr lang="en-US" sz="2400" dirty="0"/>
              <a:t>Idea: Make sure features are on a similar scale.</a:t>
            </a:r>
          </a:p>
        </p:txBody>
      </p:sp>
      <p:sp>
        <p:nvSpPr>
          <p:cNvPr id="14" name="Down Arrow 13"/>
          <p:cNvSpPr/>
          <p:nvPr/>
        </p:nvSpPr>
        <p:spPr>
          <a:xfrm>
            <a:off x="2667000" y="3035557"/>
            <a:ext cx="381000" cy="609600"/>
          </a:xfrm>
          <a:prstGeom prst="downArrow">
            <a:avLst/>
          </a:prstGeom>
        </p:spPr>
        <p:style>
          <a:lnRef idx="1">
            <a:schemeClr val="accent1"/>
          </a:lnRef>
          <a:fillRef idx="3">
            <a:schemeClr val="accent1"/>
          </a:fillRef>
          <a:effectRef idx="2">
            <a:schemeClr val="accent1"/>
          </a:effectRef>
          <a:fontRef idx="minor">
            <a:schemeClr val="lt1"/>
          </a:fontRef>
        </p:style>
        <p:txBody>
          <a:bodyPr rtlCol="0" anchor="ctr"/>
          <a:lstStyle/>
          <a:p>
            <a:pPr algn="ctr"/>
            <a:endParaRPr lang="en-US"/>
          </a:p>
        </p:txBody>
      </p:sp>
      <p:sp>
        <p:nvSpPr>
          <p:cNvPr id="18" name="Rectangle 17"/>
          <p:cNvSpPr/>
          <p:nvPr/>
        </p:nvSpPr>
        <p:spPr>
          <a:xfrm>
            <a:off x="4572000" y="2921001"/>
            <a:ext cx="4572000" cy="1451679"/>
          </a:xfrm>
          <a:prstGeom prst="rect">
            <a:avLst/>
          </a:prstGeom>
        </p:spPr>
        <p:txBody>
          <a:bodyPr wrap="square">
            <a:spAutoFit/>
          </a:bodyPr>
          <a:lstStyle/>
          <a:p>
            <a:pPr>
              <a:spcAft>
                <a:spcPts val="500"/>
              </a:spcAft>
            </a:pPr>
            <a:r>
              <a:rPr lang="en-US" sz="2000" dirty="0"/>
              <a:t>Replace      with                to make features </a:t>
            </a:r>
          </a:p>
          <a:p>
            <a:pPr>
              <a:spcAft>
                <a:spcPts val="500"/>
              </a:spcAft>
            </a:pPr>
            <a:r>
              <a:rPr lang="en-US" sz="2000" dirty="0"/>
              <a:t>have approximately zero mean </a:t>
            </a:r>
          </a:p>
          <a:p>
            <a:pPr>
              <a:spcAft>
                <a:spcPts val="500"/>
              </a:spcAft>
            </a:pPr>
            <a:r>
              <a:rPr lang="en-US" sz="2000" dirty="0"/>
              <a:t>(Do not apply to              ).</a:t>
            </a:r>
          </a:p>
        </p:txBody>
      </p:sp>
      <p:sp>
        <p:nvSpPr>
          <p:cNvPr id="19" name="Rectangle 18"/>
          <p:cNvSpPr/>
          <p:nvPr/>
        </p:nvSpPr>
        <p:spPr>
          <a:xfrm>
            <a:off x="1600200" y="3632201"/>
            <a:ext cx="7199757" cy="461665"/>
          </a:xfrm>
          <a:prstGeom prst="rect">
            <a:avLst/>
          </a:prstGeom>
        </p:spPr>
        <p:txBody>
          <a:bodyPr wrap="square">
            <a:spAutoFit/>
          </a:bodyPr>
          <a:lstStyle/>
          <a:p>
            <a:r>
              <a:rPr lang="en-US" sz="2400" b="1" dirty="0"/>
              <a:t>Mean normalization</a:t>
            </a:r>
          </a:p>
        </p:txBody>
      </p:sp>
      <p:pic>
        <p:nvPicPr>
          <p:cNvPr id="20" name="Picture 19"/>
          <p:cNvPicPr>
            <a:picLocks noChangeAspect="1"/>
          </p:cNvPicPr>
          <p:nvPr>
            <p:custDataLst>
              <p:tags r:id="rId3"/>
            </p:custDataLst>
          </p:nvPr>
        </p:nvPicPr>
        <p:blipFill>
          <a:blip r:embed="rId12" cstate="print">
            <a:extLst>
              <a:ext uri="{28A0092B-C50C-407E-A947-70E740481C1C}">
                <a14:useLocalDpi xmlns:a14="http://schemas.microsoft.com/office/drawing/2010/main" val="0"/>
              </a:ext>
            </a:extLst>
          </a:blip>
          <a:stretch>
            <a:fillRect/>
          </a:stretch>
        </p:blipFill>
        <p:spPr>
          <a:xfrm>
            <a:off x="5744151" y="3035557"/>
            <a:ext cx="201930" cy="203200"/>
          </a:xfrm>
          <a:prstGeom prst="rect">
            <a:avLst/>
          </a:prstGeom>
        </p:spPr>
      </p:pic>
      <p:pic>
        <p:nvPicPr>
          <p:cNvPr id="21" name="Picture 20"/>
          <p:cNvPicPr>
            <a:picLocks noChangeAspect="1"/>
          </p:cNvPicPr>
          <p:nvPr>
            <p:custDataLst>
              <p:tags r:id="rId4"/>
            </p:custDataLst>
          </p:nvPr>
        </p:nvPicPr>
        <p:blipFill>
          <a:blip r:embed="rId13" cstate="print">
            <a:extLst>
              <a:ext uri="{28A0092B-C50C-407E-A947-70E740481C1C}">
                <a14:useLocalDpi xmlns:a14="http://schemas.microsoft.com/office/drawing/2010/main" val="0"/>
              </a:ext>
            </a:extLst>
          </a:blip>
          <a:stretch>
            <a:fillRect/>
          </a:stretch>
        </p:blipFill>
        <p:spPr>
          <a:xfrm>
            <a:off x="6623685" y="3035557"/>
            <a:ext cx="748665" cy="223520"/>
          </a:xfrm>
          <a:prstGeom prst="rect">
            <a:avLst/>
          </a:prstGeom>
        </p:spPr>
      </p:pic>
      <p:pic>
        <p:nvPicPr>
          <p:cNvPr id="22" name="Picture 21"/>
          <p:cNvPicPr>
            <a:picLocks noChangeAspect="1"/>
          </p:cNvPicPr>
          <p:nvPr>
            <p:custDataLst>
              <p:tags r:id="rId5"/>
            </p:custDataLst>
          </p:nvPr>
        </p:nvPicPr>
        <p:blipFill>
          <a:blip r:embed="rId14" cstate="print">
            <a:extLst>
              <a:ext uri="{28A0092B-C50C-407E-A947-70E740481C1C}">
                <a14:useLocalDpi xmlns:a14="http://schemas.microsoft.com/office/drawing/2010/main" val="0"/>
              </a:ext>
            </a:extLst>
          </a:blip>
          <a:stretch>
            <a:fillRect/>
          </a:stretch>
        </p:blipFill>
        <p:spPr>
          <a:xfrm>
            <a:off x="6649403" y="4038601"/>
            <a:ext cx="697230" cy="281940"/>
          </a:xfrm>
          <a:prstGeom prst="rect">
            <a:avLst/>
          </a:prstGeom>
        </p:spPr>
      </p:pic>
      <p:sp>
        <p:nvSpPr>
          <p:cNvPr id="23" name="TextBox 22"/>
          <p:cNvSpPr txBox="1"/>
          <p:nvPr/>
        </p:nvSpPr>
        <p:spPr>
          <a:xfrm>
            <a:off x="1539186" y="4313284"/>
            <a:ext cx="4648200" cy="400110"/>
          </a:xfrm>
          <a:prstGeom prst="rect">
            <a:avLst/>
          </a:prstGeom>
          <a:noFill/>
        </p:spPr>
        <p:txBody>
          <a:bodyPr wrap="square" rtlCol="0">
            <a:spAutoFit/>
          </a:bodyPr>
          <a:lstStyle/>
          <a:p>
            <a:pPr>
              <a:spcAft>
                <a:spcPts val="500"/>
              </a:spcAft>
            </a:pPr>
            <a:r>
              <a:rPr lang="en-US" sz="2000" dirty="0"/>
              <a:t>E.g. </a:t>
            </a:r>
            <a:endParaRPr lang="en-US" sz="2400" dirty="0"/>
          </a:p>
        </p:txBody>
      </p:sp>
      <p:pic>
        <p:nvPicPr>
          <p:cNvPr id="24" name="Picture 23"/>
          <p:cNvPicPr>
            <a:picLocks noChangeAspect="1"/>
          </p:cNvPicPr>
          <p:nvPr>
            <p:custDataLst>
              <p:tags r:id="rId6"/>
            </p:custDataLst>
          </p:nvPr>
        </p:nvPicPr>
        <p:blipFill>
          <a:blip r:embed="rId15" cstate="print">
            <a:extLst>
              <a:ext uri="{28A0092B-C50C-407E-A947-70E740481C1C}">
                <a14:useLocalDpi xmlns:a14="http://schemas.microsoft.com/office/drawing/2010/main" val="0"/>
              </a:ext>
            </a:extLst>
          </a:blip>
          <a:stretch>
            <a:fillRect/>
          </a:stretch>
        </p:blipFill>
        <p:spPr>
          <a:xfrm>
            <a:off x="1804036" y="4602227"/>
            <a:ext cx="1860804" cy="496824"/>
          </a:xfrm>
          <a:prstGeom prst="rect">
            <a:avLst/>
          </a:prstGeom>
        </p:spPr>
      </p:pic>
      <p:pic>
        <p:nvPicPr>
          <p:cNvPr id="25" name="Picture 24"/>
          <p:cNvPicPr>
            <a:picLocks noChangeAspect="1"/>
          </p:cNvPicPr>
          <p:nvPr>
            <p:custDataLst>
              <p:tags r:id="rId7"/>
            </p:custDataLst>
          </p:nvPr>
        </p:nvPicPr>
        <p:blipFill>
          <a:blip r:embed="rId16" cstate="print">
            <a:extLst>
              <a:ext uri="{28A0092B-C50C-407E-A947-70E740481C1C}">
                <a14:useLocalDpi xmlns:a14="http://schemas.microsoft.com/office/drawing/2010/main" val="0"/>
              </a:ext>
            </a:extLst>
          </a:blip>
          <a:stretch>
            <a:fillRect/>
          </a:stretch>
        </p:blipFill>
        <p:spPr>
          <a:xfrm>
            <a:off x="1752600" y="5486400"/>
            <a:ext cx="2295144" cy="527304"/>
          </a:xfrm>
          <a:prstGeom prst="rect">
            <a:avLst/>
          </a:prstGeom>
        </p:spPr>
      </p:pic>
      <p:pic>
        <p:nvPicPr>
          <p:cNvPr id="26" name="Picture 25"/>
          <p:cNvPicPr>
            <a:picLocks noChangeAspect="1"/>
          </p:cNvPicPr>
          <p:nvPr>
            <p:custDataLst>
              <p:tags r:id="rId8"/>
            </p:custDataLst>
          </p:nvPr>
        </p:nvPicPr>
        <p:blipFill>
          <a:blip r:embed="rId17" cstate="print">
            <a:extLst>
              <a:ext uri="{28A0092B-C50C-407E-A947-70E740481C1C}">
                <a14:useLocalDpi xmlns:a14="http://schemas.microsoft.com/office/drawing/2010/main" val="0"/>
              </a:ext>
            </a:extLst>
          </a:blip>
          <a:stretch>
            <a:fillRect/>
          </a:stretch>
        </p:blipFill>
        <p:spPr>
          <a:xfrm>
            <a:off x="5181601" y="4953001"/>
            <a:ext cx="3632835" cy="292100"/>
          </a:xfrm>
          <a:prstGeom prst="rect">
            <a:avLst/>
          </a:prstGeom>
        </p:spPr>
      </p:pic>
    </p:spTree>
    <p:extLst>
      <p:ext uri="{BB962C8B-B14F-4D97-AF65-F5344CB8AC3E}">
        <p14:creationId xmlns:p14="http://schemas.microsoft.com/office/powerpoint/2010/main" val="2536124496"/>
      </p:ext>
    </p:extLst>
  </p:cSld>
  <p:clrMapOvr>
    <a:masterClrMapping/>
  </p:clrMapOvr>
</p:sld>
</file>

<file path=ppt/slides/slide34.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4" name="TextBox 3"/>
          <p:cNvSpPr txBox="1"/>
          <p:nvPr/>
        </p:nvSpPr>
        <p:spPr>
          <a:xfrm>
            <a:off x="1677333" y="482600"/>
            <a:ext cx="7314247" cy="523220"/>
          </a:xfrm>
          <a:prstGeom prst="rect">
            <a:avLst/>
          </a:prstGeom>
          <a:noFill/>
        </p:spPr>
        <p:txBody>
          <a:bodyPr wrap="square" rtlCol="0">
            <a:spAutoFit/>
          </a:bodyPr>
          <a:lstStyle/>
          <a:p>
            <a:r>
              <a:rPr lang="en-US" sz="2800" b="1" dirty="0"/>
              <a:t>Gradient descent</a:t>
            </a:r>
          </a:p>
        </p:txBody>
      </p:sp>
      <p:pic>
        <p:nvPicPr>
          <p:cNvPr id="5" name="Picture 4"/>
          <p:cNvPicPr>
            <a:picLocks noChangeAspect="1"/>
          </p:cNvPicPr>
          <p:nvPr>
            <p:custDataLst>
              <p:tags r:id="rId1"/>
            </p:custDataLst>
          </p:nvPr>
        </p:nvPicPr>
        <p:blipFill>
          <a:blip r:embed="rId4" cstate="print">
            <a:extLst>
              <a:ext uri="{28A0092B-C50C-407E-A947-70E740481C1C}">
                <a14:useLocalDpi xmlns:a14="http://schemas.microsoft.com/office/drawing/2010/main" val="0"/>
              </a:ext>
            </a:extLst>
          </a:blip>
          <a:stretch>
            <a:fillRect/>
          </a:stretch>
        </p:blipFill>
        <p:spPr>
          <a:xfrm>
            <a:off x="2286933" y="1498600"/>
            <a:ext cx="3450336" cy="776224"/>
          </a:xfrm>
          <a:prstGeom prst="rect">
            <a:avLst/>
          </a:prstGeom>
        </p:spPr>
      </p:pic>
      <p:sp>
        <p:nvSpPr>
          <p:cNvPr id="6" name="TextBox 5"/>
          <p:cNvSpPr txBox="1"/>
          <p:nvPr/>
        </p:nvSpPr>
        <p:spPr>
          <a:xfrm>
            <a:off x="1677353" y="2568570"/>
            <a:ext cx="7314247" cy="964367"/>
          </a:xfrm>
          <a:prstGeom prst="rect">
            <a:avLst/>
          </a:prstGeom>
          <a:noFill/>
        </p:spPr>
        <p:txBody>
          <a:bodyPr wrap="square" rtlCol="0">
            <a:spAutoFit/>
          </a:bodyPr>
          <a:lstStyle/>
          <a:p>
            <a:pPr marL="457200" indent="-457200">
              <a:lnSpc>
                <a:spcPts val="3360"/>
              </a:lnSpc>
              <a:buFontTx/>
              <a:buChar char="-"/>
            </a:pPr>
            <a:r>
              <a:rPr lang="en-US" sz="2800" dirty="0"/>
              <a:t>“Debugging”: How to make sure gradient descent is working correctly.</a:t>
            </a:r>
          </a:p>
        </p:txBody>
      </p:sp>
      <p:sp>
        <p:nvSpPr>
          <p:cNvPr id="7" name="Rectangle 6"/>
          <p:cNvSpPr/>
          <p:nvPr/>
        </p:nvSpPr>
        <p:spPr>
          <a:xfrm>
            <a:off x="1677333" y="3509477"/>
            <a:ext cx="6477000" cy="964367"/>
          </a:xfrm>
          <a:prstGeom prst="rect">
            <a:avLst/>
          </a:prstGeom>
        </p:spPr>
        <p:txBody>
          <a:bodyPr wrap="square">
            <a:spAutoFit/>
          </a:bodyPr>
          <a:lstStyle/>
          <a:p>
            <a:pPr marL="457200" indent="-457200">
              <a:lnSpc>
                <a:spcPts val="3360"/>
              </a:lnSpc>
              <a:buFontTx/>
              <a:buChar char="-"/>
            </a:pPr>
            <a:endParaRPr lang="en-US" sz="2800" dirty="0"/>
          </a:p>
          <a:p>
            <a:pPr marL="457200" indent="-457200">
              <a:lnSpc>
                <a:spcPts val="3360"/>
              </a:lnSpc>
              <a:buFontTx/>
              <a:buChar char="-"/>
            </a:pPr>
            <a:r>
              <a:rPr lang="en-US" sz="2800" dirty="0"/>
              <a:t>How to choose learning rate     .</a:t>
            </a:r>
          </a:p>
        </p:txBody>
      </p:sp>
      <p:pic>
        <p:nvPicPr>
          <p:cNvPr id="8" name="Picture 7"/>
          <p:cNvPicPr>
            <a:picLocks noChangeAspect="1"/>
          </p:cNvPicPr>
          <p:nvPr>
            <p:custDataLst>
              <p:tags r:id="rId2"/>
            </p:custDataLst>
          </p:nvPr>
        </p:nvPicPr>
        <p:blipFill>
          <a:blip r:embed="rId5" cstate="print">
            <a:extLst>
              <a:ext uri="{28A0092B-C50C-407E-A947-70E740481C1C}">
                <a14:useLocalDpi xmlns:a14="http://schemas.microsoft.com/office/drawing/2010/main" val="0"/>
              </a:ext>
            </a:extLst>
          </a:blip>
          <a:stretch>
            <a:fillRect/>
          </a:stretch>
        </p:blipFill>
        <p:spPr>
          <a:xfrm>
            <a:off x="6781800" y="4075185"/>
            <a:ext cx="228600" cy="243840"/>
          </a:xfrm>
          <a:prstGeom prst="rect">
            <a:avLst/>
          </a:prstGeom>
        </p:spPr>
      </p:pic>
    </p:spTree>
    <p:extLst>
      <p:ext uri="{BB962C8B-B14F-4D97-AF65-F5344CB8AC3E}">
        <p14:creationId xmlns:p14="http://schemas.microsoft.com/office/powerpoint/2010/main" val="2723520342"/>
      </p:ext>
    </p:extLst>
  </p:cSld>
  <p:clrMapOvr>
    <a:masterClrMapping/>
  </p:clrMapOvr>
</p:sld>
</file>

<file path=ppt/slides/slide35.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0" name="TextBox 19"/>
          <p:cNvSpPr txBox="1"/>
          <p:nvPr/>
        </p:nvSpPr>
        <p:spPr>
          <a:xfrm>
            <a:off x="1524000" y="457200"/>
            <a:ext cx="7314247" cy="523220"/>
          </a:xfrm>
          <a:prstGeom prst="rect">
            <a:avLst/>
          </a:prstGeom>
          <a:noFill/>
        </p:spPr>
        <p:txBody>
          <a:bodyPr wrap="square" rtlCol="0">
            <a:spAutoFit/>
          </a:bodyPr>
          <a:lstStyle/>
          <a:p>
            <a:r>
              <a:rPr lang="en-US" sz="2800" b="1" dirty="0"/>
              <a:t>Choosing </a:t>
            </a:r>
          </a:p>
        </p:txBody>
      </p:sp>
      <p:sp>
        <p:nvSpPr>
          <p:cNvPr id="21" name="TextBox 20"/>
          <p:cNvSpPr txBox="1"/>
          <p:nvPr/>
        </p:nvSpPr>
        <p:spPr>
          <a:xfrm>
            <a:off x="2058353" y="1483007"/>
            <a:ext cx="7314247" cy="1400383"/>
          </a:xfrm>
          <a:prstGeom prst="rect">
            <a:avLst/>
          </a:prstGeom>
          <a:noFill/>
        </p:spPr>
        <p:txBody>
          <a:bodyPr wrap="square" rtlCol="0">
            <a:spAutoFit/>
          </a:bodyPr>
          <a:lstStyle/>
          <a:p>
            <a:pPr marL="457200" indent="-457200">
              <a:lnSpc>
                <a:spcPts val="3360"/>
              </a:lnSpc>
              <a:buFontTx/>
              <a:buChar char="-"/>
            </a:pPr>
            <a:r>
              <a:rPr lang="en-US" sz="2800" dirty="0"/>
              <a:t>If     is too small: slow convergence.</a:t>
            </a:r>
          </a:p>
          <a:p>
            <a:pPr marL="457200" indent="-457200">
              <a:lnSpc>
                <a:spcPts val="3360"/>
              </a:lnSpc>
              <a:buFontTx/>
              <a:buChar char="-"/>
            </a:pPr>
            <a:r>
              <a:rPr lang="en-US" sz="2800" dirty="0"/>
              <a:t>If     is too large:         may not decrease on every iteration; may not converge.</a:t>
            </a:r>
          </a:p>
        </p:txBody>
      </p:sp>
      <p:pic>
        <p:nvPicPr>
          <p:cNvPr id="22" name="Picture 21"/>
          <p:cNvPicPr>
            <a:picLocks noChangeAspect="1"/>
          </p:cNvPicPr>
          <p:nvPr>
            <p:custDataLst>
              <p:tags r:id="rId1"/>
            </p:custDataLst>
          </p:nvPr>
        </p:nvPicPr>
        <p:blipFill>
          <a:blip r:embed="rId8" cstate="print">
            <a:extLst>
              <a:ext uri="{28A0092B-C50C-407E-A947-70E740481C1C}">
                <a14:useLocalDpi xmlns:a14="http://schemas.microsoft.com/office/drawing/2010/main" val="0"/>
              </a:ext>
            </a:extLst>
          </a:blip>
          <a:stretch>
            <a:fillRect/>
          </a:stretch>
        </p:blipFill>
        <p:spPr>
          <a:xfrm>
            <a:off x="2934361" y="1660420"/>
            <a:ext cx="200025" cy="213360"/>
          </a:xfrm>
          <a:prstGeom prst="rect">
            <a:avLst/>
          </a:prstGeom>
        </p:spPr>
      </p:pic>
      <p:pic>
        <p:nvPicPr>
          <p:cNvPr id="23" name="Picture 22"/>
          <p:cNvPicPr>
            <a:picLocks noChangeAspect="1"/>
          </p:cNvPicPr>
          <p:nvPr>
            <p:custDataLst>
              <p:tags r:id="rId2"/>
            </p:custDataLst>
          </p:nvPr>
        </p:nvPicPr>
        <p:blipFill>
          <a:blip r:embed="rId8" cstate="print">
            <a:extLst>
              <a:ext uri="{28A0092B-C50C-407E-A947-70E740481C1C}">
                <a14:useLocalDpi xmlns:a14="http://schemas.microsoft.com/office/drawing/2010/main" val="0"/>
              </a:ext>
            </a:extLst>
          </a:blip>
          <a:stretch>
            <a:fillRect/>
          </a:stretch>
        </p:blipFill>
        <p:spPr>
          <a:xfrm>
            <a:off x="2934360" y="2076518"/>
            <a:ext cx="200025" cy="213360"/>
          </a:xfrm>
          <a:prstGeom prst="rect">
            <a:avLst/>
          </a:prstGeom>
        </p:spPr>
      </p:pic>
      <p:pic>
        <p:nvPicPr>
          <p:cNvPr id="24" name="Picture 23"/>
          <p:cNvPicPr>
            <a:picLocks noChangeAspect="1"/>
          </p:cNvPicPr>
          <p:nvPr>
            <p:custDataLst>
              <p:tags r:id="rId3"/>
            </p:custDataLst>
          </p:nvPr>
        </p:nvPicPr>
        <p:blipFill>
          <a:blip r:embed="rId9" cstate="print">
            <a:extLst>
              <a:ext uri="{28A0092B-C50C-407E-A947-70E740481C1C}">
                <a14:useLocalDpi xmlns:a14="http://schemas.microsoft.com/office/drawing/2010/main" val="0"/>
              </a:ext>
            </a:extLst>
          </a:blip>
          <a:stretch>
            <a:fillRect/>
          </a:stretch>
        </p:blipFill>
        <p:spPr>
          <a:xfrm>
            <a:off x="5289407" y="2041828"/>
            <a:ext cx="534924" cy="408432"/>
          </a:xfrm>
          <a:prstGeom prst="rect">
            <a:avLst/>
          </a:prstGeom>
        </p:spPr>
      </p:pic>
      <p:sp>
        <p:nvSpPr>
          <p:cNvPr id="25" name="TextBox 24"/>
          <p:cNvSpPr txBox="1"/>
          <p:nvPr/>
        </p:nvSpPr>
        <p:spPr>
          <a:xfrm>
            <a:off x="1484705" y="3746188"/>
            <a:ext cx="7314247" cy="523220"/>
          </a:xfrm>
          <a:prstGeom prst="rect">
            <a:avLst/>
          </a:prstGeom>
          <a:noFill/>
        </p:spPr>
        <p:txBody>
          <a:bodyPr wrap="square" rtlCol="0">
            <a:spAutoFit/>
          </a:bodyPr>
          <a:lstStyle/>
          <a:p>
            <a:r>
              <a:rPr lang="en-US" sz="2800" dirty="0"/>
              <a:t>To choose    , try</a:t>
            </a:r>
          </a:p>
        </p:txBody>
      </p:sp>
      <p:pic>
        <p:nvPicPr>
          <p:cNvPr id="26" name="Picture 25"/>
          <p:cNvPicPr>
            <a:picLocks noChangeAspect="1"/>
          </p:cNvPicPr>
          <p:nvPr>
            <p:custDataLst>
              <p:tags r:id="rId4"/>
            </p:custDataLst>
          </p:nvPr>
        </p:nvPicPr>
        <p:blipFill>
          <a:blip r:embed="rId8" cstate="print">
            <a:extLst>
              <a:ext uri="{28A0092B-C50C-407E-A947-70E740481C1C}">
                <a14:useLocalDpi xmlns:a14="http://schemas.microsoft.com/office/drawing/2010/main" val="0"/>
              </a:ext>
            </a:extLst>
          </a:blip>
          <a:stretch>
            <a:fillRect/>
          </a:stretch>
        </p:blipFill>
        <p:spPr>
          <a:xfrm>
            <a:off x="3313500" y="3877297"/>
            <a:ext cx="200025" cy="213360"/>
          </a:xfrm>
          <a:prstGeom prst="rect">
            <a:avLst/>
          </a:prstGeom>
        </p:spPr>
      </p:pic>
      <p:pic>
        <p:nvPicPr>
          <p:cNvPr id="27" name="Picture 26"/>
          <p:cNvPicPr>
            <a:picLocks noChangeAspect="1"/>
          </p:cNvPicPr>
          <p:nvPr>
            <p:custDataLst>
              <p:tags r:id="rId5"/>
            </p:custDataLst>
          </p:nvPr>
        </p:nvPicPr>
        <p:blipFill>
          <a:blip r:embed="rId10" cstate="print">
            <a:extLst>
              <a:ext uri="{28A0092B-C50C-407E-A947-70E740481C1C}">
                <a14:useLocalDpi xmlns:a14="http://schemas.microsoft.com/office/drawing/2010/main" val="0"/>
              </a:ext>
            </a:extLst>
          </a:blip>
          <a:stretch>
            <a:fillRect/>
          </a:stretch>
        </p:blipFill>
        <p:spPr>
          <a:xfrm>
            <a:off x="2427052" y="4620258"/>
            <a:ext cx="6576822" cy="323839"/>
          </a:xfrm>
          <a:prstGeom prst="rect">
            <a:avLst/>
          </a:prstGeom>
        </p:spPr>
      </p:pic>
      <p:sp>
        <p:nvSpPr>
          <p:cNvPr id="28" name="Rectangle 27"/>
          <p:cNvSpPr/>
          <p:nvPr/>
        </p:nvSpPr>
        <p:spPr>
          <a:xfrm>
            <a:off x="3978752" y="4443819"/>
            <a:ext cx="838200" cy="585381"/>
          </a:xfrm>
          <a:prstGeom prst="rect">
            <a:avLst/>
          </a:prstGeom>
          <a:solidFill>
            <a:schemeClr val="bg1"/>
          </a:solidFill>
          <a:ln>
            <a:noFill/>
          </a:ln>
        </p:spPr>
        <p:style>
          <a:lnRef idx="2">
            <a:schemeClr val="accent1">
              <a:shade val="50000"/>
            </a:schemeClr>
          </a:lnRef>
          <a:fillRef idx="1">
            <a:schemeClr val="accent1"/>
          </a:fillRef>
          <a:effectRef idx="0">
            <a:schemeClr val="accent1"/>
          </a:effectRef>
          <a:fontRef idx="minor">
            <a:schemeClr val="lt1"/>
          </a:fontRef>
        </p:style>
        <p:txBody>
          <a:bodyPr wrap="none" lIns="0" tIns="0" rIns="0" bIns="0" rtlCol="0" anchor="ctr"/>
          <a:lstStyle/>
          <a:p>
            <a:pPr algn="r"/>
            <a:r>
              <a:rPr lang="en-US" sz="2800" dirty="0">
                <a:solidFill>
                  <a:schemeClr val="tx1"/>
                </a:solidFill>
                <a:latin typeface="Times New Roman" panose="02020603050405020304" pitchFamily="18" charset="0"/>
                <a:cs typeface="Times New Roman" panose="02020603050405020304" pitchFamily="18" charset="0"/>
              </a:rPr>
              <a:t>0.003</a:t>
            </a:r>
          </a:p>
        </p:txBody>
      </p:sp>
      <p:sp>
        <p:nvSpPr>
          <p:cNvPr id="29" name="Rectangle 28"/>
          <p:cNvSpPr/>
          <p:nvPr/>
        </p:nvSpPr>
        <p:spPr>
          <a:xfrm>
            <a:off x="5725737" y="4443819"/>
            <a:ext cx="838200" cy="585381"/>
          </a:xfrm>
          <a:prstGeom prst="rect">
            <a:avLst/>
          </a:prstGeom>
          <a:solidFill>
            <a:schemeClr val="bg1"/>
          </a:solidFill>
          <a:ln>
            <a:noFill/>
          </a:ln>
        </p:spPr>
        <p:style>
          <a:lnRef idx="2">
            <a:schemeClr val="accent1">
              <a:shade val="50000"/>
            </a:schemeClr>
          </a:lnRef>
          <a:fillRef idx="1">
            <a:schemeClr val="accent1"/>
          </a:fillRef>
          <a:effectRef idx="0">
            <a:schemeClr val="accent1"/>
          </a:effectRef>
          <a:fontRef idx="minor">
            <a:schemeClr val="lt1"/>
          </a:fontRef>
        </p:style>
        <p:txBody>
          <a:bodyPr wrap="none" lIns="0" tIns="0" rIns="0" bIns="0" rtlCol="0" anchor="ctr"/>
          <a:lstStyle/>
          <a:p>
            <a:pPr algn="r"/>
            <a:r>
              <a:rPr lang="en-US" sz="2800" dirty="0">
                <a:solidFill>
                  <a:schemeClr val="tx1"/>
                </a:solidFill>
                <a:latin typeface="Times New Roman" panose="02020603050405020304" pitchFamily="18" charset="0"/>
                <a:cs typeface="Times New Roman" panose="02020603050405020304" pitchFamily="18" charset="0"/>
              </a:rPr>
              <a:t>0.03</a:t>
            </a:r>
          </a:p>
        </p:txBody>
      </p:sp>
      <p:sp>
        <p:nvSpPr>
          <p:cNvPr id="30" name="Rectangle 29"/>
          <p:cNvSpPr/>
          <p:nvPr/>
        </p:nvSpPr>
        <p:spPr>
          <a:xfrm>
            <a:off x="7300730" y="4443819"/>
            <a:ext cx="838200" cy="585381"/>
          </a:xfrm>
          <a:prstGeom prst="rect">
            <a:avLst/>
          </a:prstGeom>
          <a:solidFill>
            <a:schemeClr val="bg1"/>
          </a:solidFill>
          <a:ln>
            <a:noFill/>
          </a:ln>
        </p:spPr>
        <p:style>
          <a:lnRef idx="2">
            <a:schemeClr val="accent1">
              <a:shade val="50000"/>
            </a:schemeClr>
          </a:lnRef>
          <a:fillRef idx="1">
            <a:schemeClr val="accent1"/>
          </a:fillRef>
          <a:effectRef idx="0">
            <a:schemeClr val="accent1"/>
          </a:effectRef>
          <a:fontRef idx="minor">
            <a:schemeClr val="lt1"/>
          </a:fontRef>
        </p:style>
        <p:txBody>
          <a:bodyPr wrap="none" lIns="0" tIns="0" rIns="0" bIns="0" rtlCol="0" anchor="ctr"/>
          <a:lstStyle/>
          <a:p>
            <a:pPr algn="r"/>
            <a:r>
              <a:rPr lang="en-US" sz="2800" dirty="0">
                <a:solidFill>
                  <a:schemeClr val="tx1"/>
                </a:solidFill>
                <a:latin typeface="Times New Roman" panose="02020603050405020304" pitchFamily="18" charset="0"/>
                <a:cs typeface="Times New Roman" panose="02020603050405020304" pitchFamily="18" charset="0"/>
              </a:rPr>
              <a:t>0.3</a:t>
            </a:r>
          </a:p>
        </p:txBody>
      </p:sp>
      <p:pic>
        <p:nvPicPr>
          <p:cNvPr id="31" name="Picture 30"/>
          <p:cNvPicPr>
            <a:picLocks noChangeAspect="1"/>
          </p:cNvPicPr>
          <p:nvPr>
            <p:custDataLst>
              <p:tags r:id="rId6"/>
            </p:custDataLst>
          </p:nvPr>
        </p:nvPicPr>
        <p:blipFill>
          <a:blip r:embed="rId8" cstate="print">
            <a:extLst>
              <a:ext uri="{28A0092B-C50C-407E-A947-70E740481C1C}">
                <a14:useLocalDpi xmlns:a14="http://schemas.microsoft.com/office/drawing/2010/main" val="0"/>
              </a:ext>
            </a:extLst>
          </a:blip>
          <a:stretch>
            <a:fillRect/>
          </a:stretch>
        </p:blipFill>
        <p:spPr>
          <a:xfrm>
            <a:off x="3359084" y="612130"/>
            <a:ext cx="200025" cy="213360"/>
          </a:xfrm>
          <a:prstGeom prst="rect">
            <a:avLst/>
          </a:prstGeom>
        </p:spPr>
      </p:pic>
    </p:spTree>
    <p:extLst>
      <p:ext uri="{BB962C8B-B14F-4D97-AF65-F5344CB8AC3E}">
        <p14:creationId xmlns:p14="http://schemas.microsoft.com/office/powerpoint/2010/main" val="3082517678"/>
      </p:ext>
    </p:extLst>
  </p:cSld>
  <p:clrMapOvr>
    <a:masterClrMapping/>
  </p:clrMapOvr>
</p:sld>
</file>

<file path=ppt/slides/slide36.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GB" dirty="0"/>
              <a:t>Outline</a:t>
            </a:r>
          </a:p>
        </p:txBody>
      </p:sp>
      <p:sp>
        <p:nvSpPr>
          <p:cNvPr id="3" name="Content Placeholder 2"/>
          <p:cNvSpPr>
            <a:spLocks noGrp="1"/>
          </p:cNvSpPr>
          <p:nvPr>
            <p:ph idx="1"/>
          </p:nvPr>
        </p:nvSpPr>
        <p:spPr/>
        <p:txBody>
          <a:bodyPr/>
          <a:lstStyle/>
          <a:p>
            <a:pPr marL="457200" indent="-457200">
              <a:buAutoNum type="arabicPeriod"/>
            </a:pPr>
            <a:r>
              <a:rPr lang="en-GB" sz="2800" dirty="0"/>
              <a:t>Linear regression</a:t>
            </a:r>
          </a:p>
          <a:p>
            <a:pPr marL="1143000" lvl="1" indent="-457200"/>
            <a:r>
              <a:rPr lang="en-GB" sz="2000" dirty="0"/>
              <a:t>Examples</a:t>
            </a:r>
          </a:p>
          <a:p>
            <a:pPr marL="1143000" lvl="1" indent="-457200"/>
            <a:r>
              <a:rPr lang="en-GB" sz="2000" dirty="0"/>
              <a:t>Math notation</a:t>
            </a:r>
          </a:p>
          <a:p>
            <a:pPr marL="1143000" lvl="1" indent="-457200"/>
            <a:r>
              <a:rPr lang="en-GB" sz="2000" dirty="0"/>
              <a:t>Least Mean Square function (LMS)</a:t>
            </a:r>
          </a:p>
          <a:p>
            <a:pPr marL="1143000" lvl="1" indent="-457200"/>
            <a:r>
              <a:rPr lang="en-GB" sz="2000" dirty="0"/>
              <a:t>Gradient Descent function</a:t>
            </a:r>
          </a:p>
          <a:p>
            <a:pPr marL="457200" indent="-457200">
              <a:buAutoNum type="arabicPeriod"/>
            </a:pPr>
            <a:r>
              <a:rPr lang="en-GB" sz="2800" dirty="0">
                <a:solidFill>
                  <a:srgbClr val="FF0000"/>
                </a:solidFill>
              </a:rPr>
              <a:t>Logistic regression </a:t>
            </a:r>
          </a:p>
        </p:txBody>
      </p:sp>
    </p:spTree>
    <p:extLst>
      <p:ext uri="{BB962C8B-B14F-4D97-AF65-F5344CB8AC3E}">
        <p14:creationId xmlns:p14="http://schemas.microsoft.com/office/powerpoint/2010/main" val="425740678"/>
      </p:ext>
    </p:extLst>
  </p:cSld>
  <p:clrMapOvr>
    <a:masterClrMapping/>
  </p:clrMapOvr>
</p:sld>
</file>

<file path=ppt/slides/slide37.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GB" dirty="0"/>
              <a:t>Logistic Regression</a:t>
            </a:r>
          </a:p>
        </p:txBody>
      </p:sp>
      <p:sp>
        <p:nvSpPr>
          <p:cNvPr id="3" name="Content Placeholder 2"/>
          <p:cNvSpPr>
            <a:spLocks noGrp="1"/>
          </p:cNvSpPr>
          <p:nvPr>
            <p:ph idx="1"/>
          </p:nvPr>
        </p:nvSpPr>
        <p:spPr/>
        <p:txBody>
          <a:bodyPr/>
          <a:lstStyle/>
          <a:p>
            <a:r>
              <a:rPr lang="en-GB" dirty="0"/>
              <a:t>Logistic Regression (LR) is a model (algorithm) used to solve a classification problem. </a:t>
            </a:r>
          </a:p>
          <a:p>
            <a:r>
              <a:rPr lang="en-GB" dirty="0"/>
              <a:t>In particular, LR targets binary classification problems, where the target class y ∈ {0,1}.</a:t>
            </a:r>
          </a:p>
          <a:p>
            <a:r>
              <a:rPr lang="en-GB" dirty="0"/>
              <a:t>LR is still called a regression model because its underlying technique is very close to linear regression.</a:t>
            </a:r>
          </a:p>
          <a:p>
            <a:r>
              <a:rPr lang="en-GB" dirty="0"/>
              <a:t>The name comes from the logistic (sigmoid) function it uses; its inverse is the logit (log-odds) function. </a:t>
            </a:r>
          </a:p>
        </p:txBody>
      </p:sp>
    </p:spTree>
    <p:extLst>
      <p:ext uri="{BB962C8B-B14F-4D97-AF65-F5344CB8AC3E}">
        <p14:creationId xmlns:p14="http://schemas.microsoft.com/office/powerpoint/2010/main" val="3593573192"/>
      </p:ext>
    </p:extLst>
  </p:cSld>
  <p:clrMapOvr>
    <a:masterClrMapping/>
  </p:clrMapOvr>
</p:sld>
</file>

<file path=ppt/slides/slide38.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pic>
        <p:nvPicPr>
          <p:cNvPr id="1029" name="Picture 5" descr="Image for post"/>
          <p:cNvPicPr>
            <a:picLocks noChangeAspect="1" noChangeArrowheads="1"/>
          </p:cNvPicPr>
          <p:nvPr/>
        </p:nvPicPr>
        <p:blipFill>
          <a:blip r:embed="rId3">
            <a:extLst>
              <a:ext uri="{28A0092B-C50C-407E-A947-70E740481C1C}">
                <a14:useLocalDpi xmlns:a14="http://schemas.microsoft.com/office/drawing/2010/main" val="0"/>
              </a:ext>
            </a:extLst>
          </a:blip>
          <a:srcRect/>
          <a:stretch>
            <a:fillRect/>
          </a:stretch>
        </p:blipFill>
        <p:spPr bwMode="auto">
          <a:xfrm>
            <a:off x="4233055" y="4049486"/>
            <a:ext cx="4910945" cy="2656114"/>
          </a:xfrm>
          <a:prstGeom prst="rect">
            <a:avLst/>
          </a:prstGeom>
          <a:noFill/>
          <a:extLst>
            <a:ext uri="{909E8E84-426E-40DD-AFC4-6F175D3DCCD1}">
              <a14:hiddenFill xmlns:a14="http://schemas.microsoft.com/office/drawing/2010/main">
                <a:solidFill>
                  <a:srgbClr val="FFFFFF"/>
                </a:solidFill>
              </a14:hiddenFill>
            </a:ext>
          </a:extLst>
        </p:spPr>
      </p:pic>
      <p:sp>
        <p:nvSpPr>
          <p:cNvPr id="2" name="Title 1"/>
          <p:cNvSpPr>
            <a:spLocks noGrp="1"/>
          </p:cNvSpPr>
          <p:nvPr>
            <p:ph type="title"/>
          </p:nvPr>
        </p:nvSpPr>
        <p:spPr/>
        <p:txBody>
          <a:bodyPr>
            <a:normAutofit fontScale="90000"/>
          </a:bodyPr>
          <a:lstStyle/>
          <a:p>
            <a:r>
              <a:rPr lang="en-GB" dirty="0"/>
              <a:t>Binary Classification problem examples</a:t>
            </a:r>
          </a:p>
        </p:txBody>
      </p:sp>
      <p:sp>
        <p:nvSpPr>
          <p:cNvPr id="3" name="Content Placeholder 2"/>
          <p:cNvSpPr>
            <a:spLocks noGrp="1"/>
          </p:cNvSpPr>
          <p:nvPr>
            <p:ph idx="1"/>
          </p:nvPr>
        </p:nvSpPr>
        <p:spPr/>
        <p:txBody>
          <a:bodyPr/>
          <a:lstStyle/>
          <a:p>
            <a:endParaRPr lang="en-GB" dirty="0"/>
          </a:p>
        </p:txBody>
      </p:sp>
      <p:pic>
        <p:nvPicPr>
          <p:cNvPr id="1026" name="Picture 2"/>
          <p:cNvPicPr>
            <a:picLocks noChangeAspect="1" noChangeArrowheads="1"/>
          </p:cNvPicPr>
          <p:nvPr/>
        </p:nvPicPr>
        <p:blipFill>
          <a:blip r:embed="rId4">
            <a:extLst>
              <a:ext uri="{28A0092B-C50C-407E-A947-70E740481C1C}">
                <a14:useLocalDpi xmlns:a14="http://schemas.microsoft.com/office/drawing/2010/main" val="0"/>
              </a:ext>
            </a:extLst>
          </a:blip>
          <a:srcRect/>
          <a:stretch>
            <a:fillRect/>
          </a:stretch>
        </p:blipFill>
        <p:spPr bwMode="auto">
          <a:xfrm>
            <a:off x="228600" y="1741714"/>
            <a:ext cx="4269094" cy="3352800"/>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pic>
      <p:sp>
        <p:nvSpPr>
          <p:cNvPr id="4" name="Rectangle 3"/>
          <p:cNvSpPr/>
          <p:nvPr/>
        </p:nvSpPr>
        <p:spPr>
          <a:xfrm>
            <a:off x="4530351" y="1763485"/>
            <a:ext cx="4237057" cy="369332"/>
          </a:xfrm>
          <a:prstGeom prst="rect">
            <a:avLst/>
          </a:prstGeom>
        </p:spPr>
        <p:txBody>
          <a:bodyPr wrap="none">
            <a:spAutoFit/>
          </a:bodyPr>
          <a:lstStyle/>
          <a:p>
            <a:r>
              <a:rPr lang="en-GB" b="1" dirty="0"/>
              <a:t>Why not use linear regression?</a:t>
            </a:r>
            <a:endParaRPr lang="en-GB" dirty="0"/>
          </a:p>
        </p:txBody>
      </p:sp>
    </p:spTree>
    <p:extLst>
      <p:ext uri="{BB962C8B-B14F-4D97-AF65-F5344CB8AC3E}">
        <p14:creationId xmlns:p14="http://schemas.microsoft.com/office/powerpoint/2010/main" val="3974520436"/>
      </p:ext>
    </p:extLst>
  </p:cSld>
  <p:clrMapOvr>
    <a:masterClrMapping/>
  </p:clrMapOvr>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1" presetClass="entr" presetSubtype="0" fill="hold" grpId="0" nodeType="clickEffect">
                                  <p:stCondLst>
                                    <p:cond delay="0"/>
                                  </p:stCondLst>
                                  <p:childTnLst>
                                    <p:set>
                                      <p:cBhvr>
                                        <p:cTn id="6" dur="1" fill="hold">
                                          <p:stCondLst>
                                            <p:cond delay="0"/>
                                          </p:stCondLst>
                                        </p:cTn>
                                        <p:tgtEl>
                                          <p:spTgt spid="4"/>
                                        </p:tgtEl>
                                        <p:attrNameLst>
                                          <p:attrName>style.visibility</p:attrName>
                                        </p:attrNameLst>
                                      </p:cBhvr>
                                      <p:to>
                                        <p:strVal val="visible"/>
                                      </p:to>
                                    </p:set>
                                  </p:childTnLst>
                                </p:cTn>
                              </p:par>
                            </p:childTnLst>
                          </p:cTn>
                        </p:par>
                      </p:childTnLst>
                    </p:cTn>
                  </p:par>
                </p:childTnLst>
              </p:cTn>
              <p:prevCondLst>
                <p:cond evt="onPrev" delay="0">
                  <p:tgtEl>
                    <p:sldTgt/>
                  </p:tgtEl>
                </p:cond>
              </p:prevCondLst>
              <p:nextCondLst>
                <p:cond evt="onNext" delay="0">
                  <p:tgtEl>
                    <p:sldTgt/>
                  </p:tgtEl>
                </p:cond>
              </p:nextCondLst>
            </p:seq>
          </p:childTnLst>
        </p:cTn>
      </p:par>
    </p:tnLst>
    <p:bldLst>
      <p:bldP spid="4" grpId="0"/>
    </p:bldLst>
  </p:timing>
</p:sld>
</file>

<file path=ppt/slides/slide39.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GB" b="1" dirty="0"/>
              <a:t>Logistic Regression model</a:t>
            </a:r>
            <a:endParaRPr lang="en-GB" dirty="0"/>
          </a:p>
        </p:txBody>
      </p:sp>
      <p:sp>
        <p:nvSpPr>
          <p:cNvPr id="3" name="Content Placeholder 2"/>
          <p:cNvSpPr>
            <a:spLocks noGrp="1"/>
          </p:cNvSpPr>
          <p:nvPr>
            <p:ph idx="1"/>
          </p:nvPr>
        </p:nvSpPr>
        <p:spPr/>
        <p:txBody>
          <a:bodyPr/>
          <a:lstStyle/>
          <a:p>
            <a:r>
              <a:rPr lang="en-GB" sz="2000" dirty="0"/>
              <a:t>The logistic function is a Sigmoid function, which maps any real value to a value between zero and one. So the logistic regression hypothesis is defined as:</a:t>
            </a:r>
          </a:p>
          <a:p>
            <a:endParaRPr lang="en-GB" dirty="0"/>
          </a:p>
        </p:txBody>
      </p:sp>
      <p:pic>
        <p:nvPicPr>
          <p:cNvPr id="2051" name="Picture 3"/>
          <p:cNvPicPr>
            <a:picLocks noChangeAspect="1" noChangeArrowheads="1"/>
          </p:cNvPicPr>
          <p:nvPr/>
        </p:nvPicPr>
        <p:blipFill>
          <a:blip r:embed="rId2">
            <a:extLst>
              <a:ext uri="{28A0092B-C50C-407E-A947-70E740481C1C}">
                <a14:useLocalDpi xmlns:a14="http://schemas.microsoft.com/office/drawing/2010/main" val="0"/>
              </a:ext>
            </a:extLst>
          </a:blip>
          <a:srcRect/>
          <a:stretch>
            <a:fillRect/>
          </a:stretch>
        </p:blipFill>
        <p:spPr bwMode="auto">
          <a:xfrm>
            <a:off x="5645915" y="3004457"/>
            <a:ext cx="3530742" cy="2862943"/>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pic>
      <p:sp>
        <p:nvSpPr>
          <p:cNvPr id="5" name="Rectangle 4"/>
          <p:cNvSpPr/>
          <p:nvPr/>
        </p:nvSpPr>
        <p:spPr>
          <a:xfrm>
            <a:off x="1600200" y="4495800"/>
            <a:ext cx="3286477" cy="369332"/>
          </a:xfrm>
          <a:prstGeom prst="rect">
            <a:avLst/>
          </a:prstGeom>
        </p:spPr>
        <p:txBody>
          <a:bodyPr wrap="none">
            <a:spAutoFit/>
          </a:bodyPr>
          <a:lstStyle/>
          <a:p>
            <a:r>
              <a:rPr lang="en-GB" dirty="0"/>
              <a:t>g(z) tends towards 1 as z → ∞</a:t>
            </a:r>
          </a:p>
        </p:txBody>
      </p:sp>
      <p:sp>
        <p:nvSpPr>
          <p:cNvPr id="7" name="Rectangle 6"/>
          <p:cNvSpPr/>
          <p:nvPr/>
        </p:nvSpPr>
        <p:spPr>
          <a:xfrm>
            <a:off x="1600200" y="4930055"/>
            <a:ext cx="3657600" cy="369332"/>
          </a:xfrm>
          <a:prstGeom prst="rect">
            <a:avLst/>
          </a:prstGeom>
        </p:spPr>
        <p:txBody>
          <a:bodyPr wrap="square">
            <a:spAutoFit/>
          </a:bodyPr>
          <a:lstStyle/>
          <a:p>
            <a:r>
              <a:rPr lang="en-GB" dirty="0"/>
              <a:t>g(z) tends towards 0 as z → −∞.</a:t>
            </a:r>
          </a:p>
        </p:txBody>
      </p:sp>
      <p:pic>
        <p:nvPicPr>
          <p:cNvPr id="2052" name="Picture 4"/>
          <p:cNvPicPr>
            <a:picLocks noChangeAspect="1" noChangeArrowheads="1"/>
          </p:cNvPicPr>
          <p:nvPr/>
        </p:nvPicPr>
        <p:blipFill>
          <a:blip r:embed="rId3">
            <a:extLst>
              <a:ext uri="{28A0092B-C50C-407E-A947-70E740481C1C}">
                <a14:useLocalDpi xmlns:a14="http://schemas.microsoft.com/office/drawing/2010/main" val="0"/>
              </a:ext>
            </a:extLst>
          </a:blip>
          <a:srcRect/>
          <a:stretch>
            <a:fillRect/>
          </a:stretch>
        </p:blipFill>
        <p:spPr bwMode="auto">
          <a:xfrm>
            <a:off x="1664993" y="2743200"/>
            <a:ext cx="3811377" cy="1447800"/>
          </a:xfrm>
          <a:prstGeom prst="rect">
            <a:avLst/>
          </a:prstGeom>
          <a:noFill/>
          <a:ln>
            <a:noFill/>
          </a:ln>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Lst>
        </p:spPr>
      </p:pic>
      <p:pic>
        <p:nvPicPr>
          <p:cNvPr id="2053" name="Picture 5"/>
          <p:cNvPicPr>
            <a:picLocks noChangeAspect="1" noChangeArrowheads="1"/>
          </p:cNvPicPr>
          <p:nvPr/>
        </p:nvPicPr>
        <p:blipFill>
          <a:blip r:embed="rId4">
            <a:extLst>
              <a:ext uri="{28A0092B-C50C-407E-A947-70E740481C1C}">
                <a14:useLocalDpi xmlns:a14="http://schemas.microsoft.com/office/drawing/2010/main" val="0"/>
              </a:ext>
            </a:extLst>
          </a:blip>
          <a:srcRect/>
          <a:stretch>
            <a:fillRect/>
          </a:stretch>
        </p:blipFill>
        <p:spPr bwMode="auto">
          <a:xfrm>
            <a:off x="1890888" y="5692055"/>
            <a:ext cx="2705100" cy="428625"/>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pic>
      <p:cxnSp>
        <p:nvCxnSpPr>
          <p:cNvPr id="10" name="Curved Connector 9"/>
          <p:cNvCxnSpPr/>
          <p:nvPr/>
        </p:nvCxnSpPr>
        <p:spPr>
          <a:xfrm rot="16200000" flipH="1">
            <a:off x="1783644" y="5265899"/>
            <a:ext cx="609600" cy="395112"/>
          </a:xfrm>
          <a:prstGeom prst="curvedConnector3">
            <a:avLst>
              <a:gd name="adj1" fmla="val 50000"/>
            </a:avLst>
          </a:prstGeom>
          <a:ln w="28575">
            <a:solidFill>
              <a:srgbClr val="FF0000"/>
            </a:solidFill>
            <a:tailEnd type="arrow"/>
          </a:ln>
        </p:spPr>
        <p:style>
          <a:lnRef idx="1">
            <a:schemeClr val="accent1"/>
          </a:lnRef>
          <a:fillRef idx="0">
            <a:schemeClr val="accent1"/>
          </a:fillRef>
          <a:effectRef idx="0">
            <a:schemeClr val="accent1"/>
          </a:effectRef>
          <a:fontRef idx="minor">
            <a:schemeClr val="tx1"/>
          </a:fontRef>
        </p:style>
      </p:cxnSp>
    </p:spTree>
    <p:extLst>
      <p:ext uri="{BB962C8B-B14F-4D97-AF65-F5344CB8AC3E}">
        <p14:creationId xmlns:p14="http://schemas.microsoft.com/office/powerpoint/2010/main" val="766450261"/>
      </p:ext>
    </p:extLst>
  </p:cSld>
  <p:clrMapOvr>
    <a:masterClrMapping/>
  </p:clrMapOvr>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1" presetClass="entr" presetSubtype="0" fill="hold" nodeType="clickEffect">
                                  <p:stCondLst>
                                    <p:cond delay="0"/>
                                  </p:stCondLst>
                                  <p:childTnLst>
                                    <p:set>
                                      <p:cBhvr>
                                        <p:cTn id="6" dur="1" fill="hold">
                                          <p:stCondLst>
                                            <p:cond delay="0"/>
                                          </p:stCondLst>
                                        </p:cTn>
                                        <p:tgtEl>
                                          <p:spTgt spid="2052"/>
                                        </p:tgtEl>
                                        <p:attrNameLst>
                                          <p:attrName>style.visibility</p:attrName>
                                        </p:attrNameLst>
                                      </p:cBhvr>
                                      <p:to>
                                        <p:strVal val="visible"/>
                                      </p:to>
                                    </p:set>
                                  </p:childTnLst>
                                </p:cTn>
                              </p:par>
                            </p:childTnLst>
                          </p:cTn>
                        </p:par>
                      </p:childTnLst>
                    </p:cTn>
                  </p:par>
                  <p:par>
                    <p:cTn id="7" fill="hold">
                      <p:stCondLst>
                        <p:cond delay="indefinite"/>
                      </p:stCondLst>
                      <p:childTnLst>
                        <p:par>
                          <p:cTn id="8" fill="hold">
                            <p:stCondLst>
                              <p:cond delay="0"/>
                            </p:stCondLst>
                            <p:childTnLst>
                              <p:par>
                                <p:cTn id="9" presetID="1" presetClass="entr" presetSubtype="0" fill="hold" nodeType="clickEffect">
                                  <p:stCondLst>
                                    <p:cond delay="0"/>
                                  </p:stCondLst>
                                  <p:childTnLst>
                                    <p:set>
                                      <p:cBhvr>
                                        <p:cTn id="10" dur="1" fill="hold">
                                          <p:stCondLst>
                                            <p:cond delay="0"/>
                                          </p:stCondLst>
                                        </p:cTn>
                                        <p:tgtEl>
                                          <p:spTgt spid="2051"/>
                                        </p:tgtEl>
                                        <p:attrNameLst>
                                          <p:attrName>style.visibility</p:attrName>
                                        </p:attrNameLst>
                                      </p:cBhvr>
                                      <p:to>
                                        <p:strVal val="visible"/>
                                      </p:to>
                                    </p:set>
                                  </p:childTnLst>
                                </p:cTn>
                              </p:par>
                            </p:childTnLst>
                          </p:cTn>
                        </p:par>
                      </p:childTnLst>
                    </p:cTn>
                  </p:par>
                  <p:par>
                    <p:cTn id="11" fill="hold">
                      <p:stCondLst>
                        <p:cond delay="indefinite"/>
                      </p:stCondLst>
                      <p:childTnLst>
                        <p:par>
                          <p:cTn id="12" fill="hold">
                            <p:stCondLst>
                              <p:cond delay="0"/>
                            </p:stCondLst>
                            <p:childTnLst>
                              <p:par>
                                <p:cTn id="13" presetID="1" presetClass="entr" presetSubtype="0" fill="hold" grpId="0" nodeType="clickEffect">
                                  <p:stCondLst>
                                    <p:cond delay="0"/>
                                  </p:stCondLst>
                                  <p:childTnLst>
                                    <p:set>
                                      <p:cBhvr>
                                        <p:cTn id="14" dur="1" fill="hold">
                                          <p:stCondLst>
                                            <p:cond delay="0"/>
                                          </p:stCondLst>
                                        </p:cTn>
                                        <p:tgtEl>
                                          <p:spTgt spid="5"/>
                                        </p:tgtEl>
                                        <p:attrNameLst>
                                          <p:attrName>style.visibility</p:attrName>
                                        </p:attrNameLst>
                                      </p:cBhvr>
                                      <p:to>
                                        <p:strVal val="visible"/>
                                      </p:to>
                                    </p:set>
                                  </p:childTnLst>
                                </p:cTn>
                              </p:par>
                              <p:par>
                                <p:cTn id="15" presetID="1" presetClass="entr" presetSubtype="0" fill="hold" grpId="0" nodeType="withEffect">
                                  <p:stCondLst>
                                    <p:cond delay="0"/>
                                  </p:stCondLst>
                                  <p:childTnLst>
                                    <p:set>
                                      <p:cBhvr>
                                        <p:cTn id="16" dur="1" fill="hold">
                                          <p:stCondLst>
                                            <p:cond delay="0"/>
                                          </p:stCondLst>
                                        </p:cTn>
                                        <p:tgtEl>
                                          <p:spTgt spid="7"/>
                                        </p:tgtEl>
                                        <p:attrNameLst>
                                          <p:attrName>style.visibility</p:attrName>
                                        </p:attrNameLst>
                                      </p:cBhvr>
                                      <p:to>
                                        <p:strVal val="visible"/>
                                      </p:to>
                                    </p:set>
                                  </p:childTnLst>
                                </p:cTn>
                              </p:par>
                            </p:childTnLst>
                          </p:cTn>
                        </p:par>
                      </p:childTnLst>
                    </p:cTn>
                  </p:par>
                  <p:par>
                    <p:cTn id="17" fill="hold">
                      <p:stCondLst>
                        <p:cond delay="indefinite"/>
                      </p:stCondLst>
                      <p:childTnLst>
                        <p:par>
                          <p:cTn id="18" fill="hold">
                            <p:stCondLst>
                              <p:cond delay="0"/>
                            </p:stCondLst>
                            <p:childTnLst>
                              <p:par>
                                <p:cTn id="19" presetID="1" presetClass="entr" presetSubtype="0" fill="hold" nodeType="clickEffect">
                                  <p:stCondLst>
                                    <p:cond delay="0"/>
                                  </p:stCondLst>
                                  <p:childTnLst>
                                    <p:set>
                                      <p:cBhvr>
                                        <p:cTn id="20" dur="1" fill="hold">
                                          <p:stCondLst>
                                            <p:cond delay="0"/>
                                          </p:stCondLst>
                                        </p:cTn>
                                        <p:tgtEl>
                                          <p:spTgt spid="10"/>
                                        </p:tgtEl>
                                        <p:attrNameLst>
                                          <p:attrName>style.visibility</p:attrName>
                                        </p:attrNameLst>
                                      </p:cBhvr>
                                      <p:to>
                                        <p:strVal val="visible"/>
                                      </p:to>
                                    </p:set>
                                  </p:childTnLst>
                                </p:cTn>
                              </p:par>
                              <p:par>
                                <p:cTn id="21" presetID="1" presetClass="entr" presetSubtype="0" fill="hold" nodeType="withEffect">
                                  <p:stCondLst>
                                    <p:cond delay="0"/>
                                  </p:stCondLst>
                                  <p:childTnLst>
                                    <p:set>
                                      <p:cBhvr>
                                        <p:cTn id="22" dur="1" fill="hold">
                                          <p:stCondLst>
                                            <p:cond delay="0"/>
                                          </p:stCondLst>
                                        </p:cTn>
                                        <p:tgtEl>
                                          <p:spTgt spid="2053"/>
                                        </p:tgtEl>
                                        <p:attrNameLst>
                                          <p:attrName>style.visibility</p:attrName>
                                        </p:attrNameLst>
                                      </p:cBhvr>
                                      <p:to>
                                        <p:strVal val="visible"/>
                                      </p:to>
                                    </p:set>
                                  </p:childTnLst>
                                </p:cTn>
                              </p:par>
                            </p:childTnLst>
                          </p:cTn>
                        </p:par>
                      </p:childTnLst>
                    </p:cTn>
                  </p:par>
                </p:childTnLst>
              </p:cTn>
              <p:prevCondLst>
                <p:cond evt="onPrev" delay="0">
                  <p:tgtEl>
                    <p:sldTgt/>
                  </p:tgtEl>
                </p:cond>
              </p:prevCondLst>
              <p:nextCondLst>
                <p:cond evt="onNext" delay="0">
                  <p:tgtEl>
                    <p:sldTgt/>
                  </p:tgtEl>
                </p:cond>
              </p:nextCondLst>
            </p:seq>
          </p:childTnLst>
        </p:cTn>
      </p:par>
    </p:tnLst>
    <p:bldLst>
      <p:bldP spid="5" grpId="0"/>
      <p:bldP spid="7" grpId="0"/>
    </p:bldLst>
  </p:timing>
</p:sld>
</file>

<file path=ppt/slides/slide40.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GB" dirty="0"/>
              <a:t>Important property  </a:t>
            </a:r>
          </a:p>
        </p:txBody>
      </p:sp>
      <p:sp>
        <p:nvSpPr>
          <p:cNvPr id="3" name="Content Placeholder 2"/>
          <p:cNvSpPr>
            <a:spLocks noGrp="1"/>
          </p:cNvSpPr>
          <p:nvPr>
            <p:ph idx="1"/>
          </p:nvPr>
        </p:nvSpPr>
        <p:spPr>
          <a:xfrm>
            <a:off x="1524000" y="838200"/>
            <a:ext cx="7315200" cy="4876800"/>
          </a:xfrm>
        </p:spPr>
        <p:txBody>
          <a:bodyPr/>
          <a:lstStyle/>
          <a:p>
            <a:r>
              <a:rPr lang="en-GB" dirty="0"/>
              <a:t>Before moving on, here’s a useful property of the derivative of the sigmoid function, which we write as g′:</a:t>
            </a:r>
          </a:p>
        </p:txBody>
      </p:sp>
      <p:pic>
        <p:nvPicPr>
          <p:cNvPr id="3074" name="Picture 2"/>
          <p:cNvPicPr>
            <a:picLocks noChangeAspect="1" noChangeArrowheads="1"/>
          </p:cNvPicPr>
          <p:nvPr/>
        </p:nvPicPr>
        <p:blipFill>
          <a:blip r:embed="rId3">
            <a:extLst>
              <a:ext uri="{28A0092B-C50C-407E-A947-70E740481C1C}">
                <a14:useLocalDpi xmlns:a14="http://schemas.microsoft.com/office/drawing/2010/main" val="0"/>
              </a:ext>
            </a:extLst>
          </a:blip>
          <a:srcRect/>
          <a:stretch>
            <a:fillRect/>
          </a:stretch>
        </p:blipFill>
        <p:spPr bwMode="auto">
          <a:xfrm>
            <a:off x="0" y="2244824"/>
            <a:ext cx="3542913" cy="2057400"/>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pic>
      <p:pic>
        <p:nvPicPr>
          <p:cNvPr id="3076" name="Picture 4" descr="Image for post"/>
          <p:cNvPicPr>
            <a:picLocks noChangeAspect="1" noChangeArrowheads="1"/>
          </p:cNvPicPr>
          <p:nvPr/>
        </p:nvPicPr>
        <p:blipFill>
          <a:blip r:embed="rId4" cstate="print">
            <a:extLst>
              <a:ext uri="{28A0092B-C50C-407E-A947-70E740481C1C}">
                <a14:useLocalDpi xmlns:a14="http://schemas.microsoft.com/office/drawing/2010/main" val="0"/>
              </a:ext>
            </a:extLst>
          </a:blip>
          <a:srcRect/>
          <a:stretch>
            <a:fillRect/>
          </a:stretch>
        </p:blipFill>
        <p:spPr bwMode="auto">
          <a:xfrm>
            <a:off x="4999462" y="2408797"/>
            <a:ext cx="3612544" cy="371531"/>
          </a:xfrm>
          <a:prstGeom prst="rect">
            <a:avLst/>
          </a:prstGeom>
          <a:noFill/>
          <a:extLst>
            <a:ext uri="{909E8E84-426E-40DD-AFC4-6F175D3DCCD1}">
              <a14:hiddenFill xmlns:a14="http://schemas.microsoft.com/office/drawing/2010/main">
                <a:solidFill>
                  <a:srgbClr val="FFFFFF"/>
                </a:solidFill>
              </a14:hiddenFill>
            </a:ext>
          </a:extLst>
        </p:spPr>
      </p:pic>
      <p:sp>
        <p:nvSpPr>
          <p:cNvPr id="5" name="TextBox 4"/>
          <p:cNvSpPr txBox="1"/>
          <p:nvPr/>
        </p:nvSpPr>
        <p:spPr>
          <a:xfrm>
            <a:off x="3625554" y="2392237"/>
            <a:ext cx="1443024" cy="369332"/>
          </a:xfrm>
          <a:prstGeom prst="rect">
            <a:avLst/>
          </a:prstGeom>
          <a:noFill/>
        </p:spPr>
        <p:txBody>
          <a:bodyPr wrap="none" rtlCol="0">
            <a:spAutoFit/>
          </a:bodyPr>
          <a:lstStyle/>
          <a:p>
            <a:r>
              <a:rPr lang="en-GB" sz="1400" dirty="0"/>
              <a:t>Reciprocal rule</a:t>
            </a:r>
            <a:r>
              <a:rPr lang="en-GB" dirty="0"/>
              <a:t>:</a:t>
            </a:r>
          </a:p>
        </p:txBody>
      </p:sp>
      <p:pic>
        <p:nvPicPr>
          <p:cNvPr id="3078" name="Picture 6" descr="Image for post"/>
          <p:cNvPicPr>
            <a:picLocks noChangeAspect="1" noChangeArrowheads="1"/>
          </p:cNvPicPr>
          <p:nvPr/>
        </p:nvPicPr>
        <p:blipFill>
          <a:blip r:embed="rId5" cstate="print">
            <a:extLst>
              <a:ext uri="{28A0092B-C50C-407E-A947-70E740481C1C}">
                <a14:useLocalDpi xmlns:a14="http://schemas.microsoft.com/office/drawing/2010/main" val="0"/>
              </a:ext>
            </a:extLst>
          </a:blip>
          <a:srcRect/>
          <a:stretch>
            <a:fillRect/>
          </a:stretch>
        </p:blipFill>
        <p:spPr bwMode="auto">
          <a:xfrm>
            <a:off x="4006451" y="2838610"/>
            <a:ext cx="3827407" cy="383932"/>
          </a:xfrm>
          <a:prstGeom prst="rect">
            <a:avLst/>
          </a:prstGeom>
          <a:noFill/>
          <a:extLst>
            <a:ext uri="{909E8E84-426E-40DD-AFC4-6F175D3DCCD1}">
              <a14:hiddenFill xmlns:a14="http://schemas.microsoft.com/office/drawing/2010/main">
                <a:solidFill>
                  <a:srgbClr val="FFFFFF"/>
                </a:solidFill>
              </a14:hiddenFill>
            </a:ext>
          </a:extLst>
        </p:spPr>
      </p:pic>
      <p:sp>
        <p:nvSpPr>
          <p:cNvPr id="9" name="TextBox 8"/>
          <p:cNvSpPr txBox="1"/>
          <p:nvPr/>
        </p:nvSpPr>
        <p:spPr>
          <a:xfrm>
            <a:off x="3632988" y="3174634"/>
            <a:ext cx="1258678" cy="307777"/>
          </a:xfrm>
          <a:prstGeom prst="rect">
            <a:avLst/>
          </a:prstGeom>
          <a:noFill/>
        </p:spPr>
        <p:txBody>
          <a:bodyPr wrap="none" rtlCol="0">
            <a:spAutoFit/>
          </a:bodyPr>
          <a:lstStyle/>
          <a:p>
            <a:r>
              <a:rPr lang="en-GB" sz="1400" dirty="0"/>
              <a:t>Linearity rule:</a:t>
            </a:r>
          </a:p>
        </p:txBody>
      </p:sp>
      <p:pic>
        <p:nvPicPr>
          <p:cNvPr id="3080" name="Picture 8" descr="Image for post"/>
          <p:cNvPicPr>
            <a:picLocks noChangeAspect="1" noChangeArrowheads="1"/>
          </p:cNvPicPr>
          <p:nvPr/>
        </p:nvPicPr>
        <p:blipFill>
          <a:blip r:embed="rId6">
            <a:extLst>
              <a:ext uri="{28A0092B-C50C-407E-A947-70E740481C1C}">
                <a14:useLocalDpi xmlns:a14="http://schemas.microsoft.com/office/drawing/2010/main" val="0"/>
              </a:ext>
            </a:extLst>
          </a:blip>
          <a:srcRect/>
          <a:stretch>
            <a:fillRect/>
          </a:stretch>
        </p:blipFill>
        <p:spPr bwMode="auto">
          <a:xfrm>
            <a:off x="4917686" y="3273524"/>
            <a:ext cx="3494292" cy="201499"/>
          </a:xfrm>
          <a:prstGeom prst="rect">
            <a:avLst/>
          </a:prstGeom>
          <a:noFill/>
          <a:extLst>
            <a:ext uri="{909E8E84-426E-40DD-AFC4-6F175D3DCCD1}">
              <a14:hiddenFill xmlns:a14="http://schemas.microsoft.com/office/drawing/2010/main">
                <a:solidFill>
                  <a:srgbClr val="FFFFFF"/>
                </a:solidFill>
              </a14:hiddenFill>
            </a:ext>
          </a:extLst>
        </p:spPr>
      </p:pic>
      <p:pic>
        <p:nvPicPr>
          <p:cNvPr id="3081" name="Picture 9"/>
          <p:cNvPicPr>
            <a:picLocks noChangeAspect="1" noChangeArrowheads="1"/>
          </p:cNvPicPr>
          <p:nvPr/>
        </p:nvPicPr>
        <p:blipFill>
          <a:blip r:embed="rId7" cstate="print">
            <a:extLst>
              <a:ext uri="{28A0092B-C50C-407E-A947-70E740481C1C}">
                <a14:useLocalDpi xmlns:a14="http://schemas.microsoft.com/office/drawing/2010/main" val="0"/>
              </a:ext>
            </a:extLst>
          </a:blip>
          <a:srcRect/>
          <a:stretch>
            <a:fillRect/>
          </a:stretch>
        </p:blipFill>
        <p:spPr bwMode="auto">
          <a:xfrm>
            <a:off x="4006451" y="3532755"/>
            <a:ext cx="2590800" cy="365298"/>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pic>
      <p:sp>
        <p:nvSpPr>
          <p:cNvPr id="6" name="TextBox 5"/>
          <p:cNvSpPr txBox="1"/>
          <p:nvPr/>
        </p:nvSpPr>
        <p:spPr>
          <a:xfrm>
            <a:off x="6520951" y="3577028"/>
            <a:ext cx="235962" cy="276999"/>
          </a:xfrm>
          <a:prstGeom prst="rect">
            <a:avLst/>
          </a:prstGeom>
          <a:noFill/>
        </p:spPr>
        <p:txBody>
          <a:bodyPr wrap="none" rtlCol="0">
            <a:spAutoFit/>
          </a:bodyPr>
          <a:lstStyle/>
          <a:p>
            <a:r>
              <a:rPr lang="en-GB" sz="1200" b="1" dirty="0"/>
              <a:t>)</a:t>
            </a:r>
          </a:p>
        </p:txBody>
      </p:sp>
      <p:sp>
        <p:nvSpPr>
          <p:cNvPr id="7" name="TextBox 6"/>
          <p:cNvSpPr txBox="1"/>
          <p:nvPr/>
        </p:nvSpPr>
        <p:spPr>
          <a:xfrm>
            <a:off x="3632988" y="3898053"/>
            <a:ext cx="1518364" cy="307777"/>
          </a:xfrm>
          <a:prstGeom prst="rect">
            <a:avLst/>
          </a:prstGeom>
          <a:noFill/>
        </p:spPr>
        <p:txBody>
          <a:bodyPr wrap="none" rtlCol="0">
            <a:spAutoFit/>
          </a:bodyPr>
          <a:lstStyle/>
          <a:p>
            <a:r>
              <a:rPr lang="en-GB" sz="1400" dirty="0"/>
              <a:t>Exponential rule:</a:t>
            </a:r>
          </a:p>
        </p:txBody>
      </p:sp>
      <p:pic>
        <p:nvPicPr>
          <p:cNvPr id="3083" name="Picture 11" descr="Image for post"/>
          <p:cNvPicPr>
            <a:picLocks noChangeAspect="1" noChangeArrowheads="1"/>
          </p:cNvPicPr>
          <p:nvPr/>
        </p:nvPicPr>
        <p:blipFill>
          <a:blip r:embed="rId8" cstate="print">
            <a:extLst>
              <a:ext uri="{28A0092B-C50C-407E-A947-70E740481C1C}">
                <a14:useLocalDpi xmlns:a14="http://schemas.microsoft.com/office/drawing/2010/main" val="0"/>
              </a:ext>
            </a:extLst>
          </a:blip>
          <a:srcRect/>
          <a:stretch>
            <a:fillRect/>
          </a:stretch>
        </p:blipFill>
        <p:spPr bwMode="auto">
          <a:xfrm>
            <a:off x="5075849" y="4001066"/>
            <a:ext cx="1650897" cy="200825"/>
          </a:xfrm>
          <a:prstGeom prst="rect">
            <a:avLst/>
          </a:prstGeom>
          <a:noFill/>
          <a:extLst>
            <a:ext uri="{909E8E84-426E-40DD-AFC4-6F175D3DCCD1}">
              <a14:hiddenFill xmlns:a14="http://schemas.microsoft.com/office/drawing/2010/main">
                <a:solidFill>
                  <a:srgbClr val="FFFFFF"/>
                </a:solidFill>
              </a14:hiddenFill>
            </a:ext>
          </a:extLst>
        </p:spPr>
      </p:pic>
      <p:pic>
        <p:nvPicPr>
          <p:cNvPr id="3084" name="Picture 12"/>
          <p:cNvPicPr>
            <a:picLocks noChangeAspect="1" noChangeArrowheads="1"/>
          </p:cNvPicPr>
          <p:nvPr/>
        </p:nvPicPr>
        <p:blipFill>
          <a:blip r:embed="rId9" cstate="print">
            <a:extLst>
              <a:ext uri="{28A0092B-C50C-407E-A947-70E740481C1C}">
                <a14:useLocalDpi xmlns:a14="http://schemas.microsoft.com/office/drawing/2010/main" val="0"/>
              </a:ext>
            </a:extLst>
          </a:blip>
          <a:srcRect/>
          <a:stretch>
            <a:fillRect/>
          </a:stretch>
        </p:blipFill>
        <p:spPr bwMode="auto">
          <a:xfrm>
            <a:off x="6756913" y="3541695"/>
            <a:ext cx="2006087" cy="383757"/>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pic>
      <p:pic>
        <p:nvPicPr>
          <p:cNvPr id="3085" name="Picture 13"/>
          <p:cNvPicPr>
            <a:picLocks noChangeAspect="1" noChangeArrowheads="1"/>
          </p:cNvPicPr>
          <p:nvPr/>
        </p:nvPicPr>
        <p:blipFill>
          <a:blip r:embed="rId10" cstate="print">
            <a:extLst>
              <a:ext uri="{28A0092B-C50C-407E-A947-70E740481C1C}">
                <a14:useLocalDpi xmlns:a14="http://schemas.microsoft.com/office/drawing/2010/main" val="0"/>
              </a:ext>
            </a:extLst>
          </a:blip>
          <a:srcRect/>
          <a:stretch>
            <a:fillRect/>
          </a:stretch>
        </p:blipFill>
        <p:spPr bwMode="auto">
          <a:xfrm>
            <a:off x="4041763" y="4239766"/>
            <a:ext cx="2225374" cy="388953"/>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pic>
      <p:sp>
        <p:nvSpPr>
          <p:cNvPr id="17" name="TextBox 16"/>
          <p:cNvSpPr txBox="1"/>
          <p:nvPr/>
        </p:nvSpPr>
        <p:spPr>
          <a:xfrm>
            <a:off x="3657600" y="4628719"/>
            <a:ext cx="1258678" cy="307777"/>
          </a:xfrm>
          <a:prstGeom prst="rect">
            <a:avLst/>
          </a:prstGeom>
          <a:noFill/>
        </p:spPr>
        <p:txBody>
          <a:bodyPr wrap="none" rtlCol="0">
            <a:spAutoFit/>
          </a:bodyPr>
          <a:lstStyle/>
          <a:p>
            <a:r>
              <a:rPr lang="en-GB" sz="1400" dirty="0"/>
              <a:t>Linearity rule:</a:t>
            </a:r>
          </a:p>
        </p:txBody>
      </p:sp>
      <p:pic>
        <p:nvPicPr>
          <p:cNvPr id="18" name="Picture 8" descr="Image for post"/>
          <p:cNvPicPr>
            <a:picLocks noChangeAspect="1" noChangeArrowheads="1"/>
          </p:cNvPicPr>
          <p:nvPr/>
        </p:nvPicPr>
        <p:blipFill>
          <a:blip r:embed="rId6">
            <a:extLst>
              <a:ext uri="{28A0092B-C50C-407E-A947-70E740481C1C}">
                <a14:useLocalDpi xmlns:a14="http://schemas.microsoft.com/office/drawing/2010/main" val="0"/>
              </a:ext>
            </a:extLst>
          </a:blip>
          <a:srcRect/>
          <a:stretch>
            <a:fillRect/>
          </a:stretch>
        </p:blipFill>
        <p:spPr bwMode="auto">
          <a:xfrm>
            <a:off x="4942562" y="4681857"/>
            <a:ext cx="3494292" cy="201499"/>
          </a:xfrm>
          <a:prstGeom prst="rect">
            <a:avLst/>
          </a:prstGeom>
          <a:noFill/>
          <a:extLst>
            <a:ext uri="{909E8E84-426E-40DD-AFC4-6F175D3DCCD1}">
              <a14:hiddenFill xmlns:a14="http://schemas.microsoft.com/office/drawing/2010/main">
                <a:solidFill>
                  <a:srgbClr val="FFFFFF"/>
                </a:solidFill>
              </a14:hiddenFill>
            </a:ext>
          </a:extLst>
        </p:spPr>
      </p:pic>
      <p:pic>
        <p:nvPicPr>
          <p:cNvPr id="3087" name="Picture 15" descr="Image for post"/>
          <p:cNvPicPr>
            <a:picLocks noChangeAspect="1" noChangeArrowheads="1"/>
          </p:cNvPicPr>
          <p:nvPr/>
        </p:nvPicPr>
        <p:blipFill>
          <a:blip r:embed="rId11" cstate="print">
            <a:extLst>
              <a:ext uri="{28A0092B-C50C-407E-A947-70E740481C1C}">
                <a14:useLocalDpi xmlns:a14="http://schemas.microsoft.com/office/drawing/2010/main" val="0"/>
              </a:ext>
            </a:extLst>
          </a:blip>
          <a:srcRect/>
          <a:stretch>
            <a:fillRect/>
          </a:stretch>
        </p:blipFill>
        <p:spPr bwMode="auto">
          <a:xfrm>
            <a:off x="4114800" y="4982955"/>
            <a:ext cx="4297178" cy="334541"/>
          </a:xfrm>
          <a:prstGeom prst="rect">
            <a:avLst/>
          </a:prstGeom>
          <a:noFill/>
          <a:extLst>
            <a:ext uri="{909E8E84-426E-40DD-AFC4-6F175D3DCCD1}">
              <a14:hiddenFill xmlns:a14="http://schemas.microsoft.com/office/drawing/2010/main">
                <a:solidFill>
                  <a:srgbClr val="FFFFFF"/>
                </a:solidFill>
              </a14:hiddenFill>
            </a:ext>
          </a:extLst>
        </p:spPr>
      </p:pic>
      <p:pic>
        <p:nvPicPr>
          <p:cNvPr id="3088" name="Picture 16"/>
          <p:cNvPicPr>
            <a:picLocks noChangeAspect="1" noChangeArrowheads="1"/>
          </p:cNvPicPr>
          <p:nvPr/>
        </p:nvPicPr>
        <p:blipFill>
          <a:blip r:embed="rId12" cstate="print">
            <a:extLst>
              <a:ext uri="{28A0092B-C50C-407E-A947-70E740481C1C}">
                <a14:useLocalDpi xmlns:a14="http://schemas.microsoft.com/office/drawing/2010/main" val="0"/>
              </a:ext>
            </a:extLst>
          </a:blip>
          <a:srcRect/>
          <a:stretch>
            <a:fillRect/>
          </a:stretch>
        </p:blipFill>
        <p:spPr bwMode="auto">
          <a:xfrm>
            <a:off x="6311046" y="5398162"/>
            <a:ext cx="1887689" cy="222667"/>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pic>
      <p:pic>
        <p:nvPicPr>
          <p:cNvPr id="3089" name="Picture 17"/>
          <p:cNvPicPr>
            <a:picLocks noChangeAspect="1" noChangeArrowheads="1"/>
          </p:cNvPicPr>
          <p:nvPr/>
        </p:nvPicPr>
        <p:blipFill>
          <a:blip r:embed="rId13" cstate="print">
            <a:extLst>
              <a:ext uri="{28A0092B-C50C-407E-A947-70E740481C1C}">
                <a14:useLocalDpi xmlns:a14="http://schemas.microsoft.com/office/drawing/2010/main" val="0"/>
              </a:ext>
            </a:extLst>
          </a:blip>
          <a:srcRect/>
          <a:stretch>
            <a:fillRect/>
          </a:stretch>
        </p:blipFill>
        <p:spPr bwMode="auto">
          <a:xfrm>
            <a:off x="6311046" y="5677619"/>
            <a:ext cx="1522812" cy="265981"/>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pic>
      <p:cxnSp>
        <p:nvCxnSpPr>
          <p:cNvPr id="10" name="Curved Connector 9"/>
          <p:cNvCxnSpPr>
            <a:stCxn id="3089" idx="1"/>
          </p:cNvCxnSpPr>
          <p:nvPr/>
        </p:nvCxnSpPr>
        <p:spPr>
          <a:xfrm rot="10800000">
            <a:off x="2514600" y="3030576"/>
            <a:ext cx="3796446" cy="2780034"/>
          </a:xfrm>
          <a:prstGeom prst="curvedConnector3">
            <a:avLst>
              <a:gd name="adj1" fmla="val 75261"/>
            </a:avLst>
          </a:prstGeom>
          <a:ln w="28575">
            <a:solidFill>
              <a:srgbClr val="FF0000"/>
            </a:solidFill>
            <a:tailEnd type="arrow"/>
          </a:ln>
        </p:spPr>
        <p:style>
          <a:lnRef idx="1">
            <a:schemeClr val="accent1"/>
          </a:lnRef>
          <a:fillRef idx="0">
            <a:schemeClr val="accent1"/>
          </a:fillRef>
          <a:effectRef idx="0">
            <a:schemeClr val="accent1"/>
          </a:effectRef>
          <a:fontRef idx="minor">
            <a:schemeClr val="tx1"/>
          </a:fontRef>
        </p:style>
      </p:cxnSp>
      <p:sp>
        <p:nvSpPr>
          <p:cNvPr id="19" name="TextBox 18"/>
          <p:cNvSpPr txBox="1"/>
          <p:nvPr/>
        </p:nvSpPr>
        <p:spPr>
          <a:xfrm>
            <a:off x="3529903" y="5213496"/>
            <a:ext cx="550151" cy="369332"/>
          </a:xfrm>
          <a:prstGeom prst="rect">
            <a:avLst/>
          </a:prstGeom>
          <a:noFill/>
        </p:spPr>
        <p:txBody>
          <a:bodyPr wrap="none" rtlCol="0">
            <a:spAutoFit/>
          </a:bodyPr>
          <a:lstStyle/>
          <a:p>
            <a:r>
              <a:rPr lang="en-GB" dirty="0"/>
              <a:t>z=x</a:t>
            </a:r>
          </a:p>
        </p:txBody>
      </p:sp>
      <p:pic>
        <p:nvPicPr>
          <p:cNvPr id="3090" name="Picture 18"/>
          <p:cNvPicPr>
            <a:picLocks noChangeAspect="1" noChangeArrowheads="1"/>
          </p:cNvPicPr>
          <p:nvPr/>
        </p:nvPicPr>
        <p:blipFill>
          <a:blip r:embed="rId14">
            <a:extLst>
              <a:ext uri="{28A0092B-C50C-407E-A947-70E740481C1C}">
                <a14:useLocalDpi xmlns:a14="http://schemas.microsoft.com/office/drawing/2010/main" val="0"/>
              </a:ext>
            </a:extLst>
          </a:blip>
          <a:srcRect/>
          <a:stretch>
            <a:fillRect/>
          </a:stretch>
        </p:blipFill>
        <p:spPr bwMode="auto">
          <a:xfrm>
            <a:off x="152400" y="4743450"/>
            <a:ext cx="3314700" cy="1962150"/>
          </a:xfrm>
          <a:prstGeom prst="rect">
            <a:avLst/>
          </a:prstGeom>
          <a:noFill/>
          <a:ln>
            <a:noFill/>
          </a:ln>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Lst>
        </p:spPr>
      </p:pic>
      <p:cxnSp>
        <p:nvCxnSpPr>
          <p:cNvPr id="21" name="Curved Connector 20"/>
          <p:cNvCxnSpPr/>
          <p:nvPr/>
        </p:nvCxnSpPr>
        <p:spPr>
          <a:xfrm rot="5400000" flipH="1" flipV="1">
            <a:off x="-1068986" y="4798414"/>
            <a:ext cx="2976172" cy="533400"/>
          </a:xfrm>
          <a:prstGeom prst="curvedConnector3">
            <a:avLst>
              <a:gd name="adj1" fmla="val 84382"/>
            </a:avLst>
          </a:prstGeom>
          <a:ln w="28575">
            <a:solidFill>
              <a:srgbClr val="FF0000"/>
            </a:solidFill>
            <a:tailEnd type="arrow"/>
          </a:ln>
        </p:spPr>
        <p:style>
          <a:lnRef idx="1">
            <a:schemeClr val="accent1"/>
          </a:lnRef>
          <a:fillRef idx="0">
            <a:schemeClr val="accent1"/>
          </a:fillRef>
          <a:effectRef idx="0">
            <a:schemeClr val="accent1"/>
          </a:effectRef>
          <a:fontRef idx="minor">
            <a:schemeClr val="tx1"/>
          </a:fontRef>
        </p:style>
      </p:cxnSp>
      <p:sp>
        <p:nvSpPr>
          <p:cNvPr id="41" name="TextBox 40"/>
          <p:cNvSpPr txBox="1"/>
          <p:nvPr/>
        </p:nvSpPr>
        <p:spPr>
          <a:xfrm>
            <a:off x="304800" y="4117558"/>
            <a:ext cx="550151" cy="369332"/>
          </a:xfrm>
          <a:prstGeom prst="rect">
            <a:avLst/>
          </a:prstGeom>
          <a:noFill/>
        </p:spPr>
        <p:txBody>
          <a:bodyPr wrap="none" rtlCol="0">
            <a:spAutoFit/>
          </a:bodyPr>
          <a:lstStyle/>
          <a:p>
            <a:r>
              <a:rPr lang="en-GB" dirty="0"/>
              <a:t>z=x</a:t>
            </a:r>
          </a:p>
        </p:txBody>
      </p:sp>
    </p:spTree>
    <p:extLst>
      <p:ext uri="{BB962C8B-B14F-4D97-AF65-F5344CB8AC3E}">
        <p14:creationId xmlns:p14="http://schemas.microsoft.com/office/powerpoint/2010/main" val="486770813"/>
      </p:ext>
    </p:extLst>
  </p:cSld>
  <p:clrMapOvr>
    <a:masterClrMapping/>
  </p:clrMapOvr>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1" presetClass="entr" presetSubtype="0" fill="hold" nodeType="clickEffect">
                                  <p:stCondLst>
                                    <p:cond delay="0"/>
                                  </p:stCondLst>
                                  <p:childTnLst>
                                    <p:set>
                                      <p:cBhvr>
                                        <p:cTn id="6" dur="1" fill="hold">
                                          <p:stCondLst>
                                            <p:cond delay="0"/>
                                          </p:stCondLst>
                                        </p:cTn>
                                        <p:tgtEl>
                                          <p:spTgt spid="3076"/>
                                        </p:tgtEl>
                                        <p:attrNameLst>
                                          <p:attrName>style.visibility</p:attrName>
                                        </p:attrNameLst>
                                      </p:cBhvr>
                                      <p:to>
                                        <p:strVal val="visible"/>
                                      </p:to>
                                    </p:set>
                                  </p:childTnLst>
                                </p:cTn>
                              </p:par>
                              <p:par>
                                <p:cTn id="7" presetID="1" presetClass="entr" presetSubtype="0" fill="hold" grpId="0" nodeType="withEffect">
                                  <p:stCondLst>
                                    <p:cond delay="0"/>
                                  </p:stCondLst>
                                  <p:childTnLst>
                                    <p:set>
                                      <p:cBhvr>
                                        <p:cTn id="8" dur="1" fill="hold">
                                          <p:stCondLst>
                                            <p:cond delay="0"/>
                                          </p:stCondLst>
                                        </p:cTn>
                                        <p:tgtEl>
                                          <p:spTgt spid="5"/>
                                        </p:tgtEl>
                                        <p:attrNameLst>
                                          <p:attrName>style.visibility</p:attrName>
                                        </p:attrNameLst>
                                      </p:cBhvr>
                                      <p:to>
                                        <p:strVal val="visible"/>
                                      </p:to>
                                    </p:set>
                                  </p:childTnLst>
                                </p:cTn>
                              </p:par>
                              <p:par>
                                <p:cTn id="9" presetID="1" presetClass="entr" presetSubtype="0" fill="hold" nodeType="withEffect">
                                  <p:stCondLst>
                                    <p:cond delay="0"/>
                                  </p:stCondLst>
                                  <p:childTnLst>
                                    <p:set>
                                      <p:cBhvr>
                                        <p:cTn id="10" dur="1" fill="hold">
                                          <p:stCondLst>
                                            <p:cond delay="0"/>
                                          </p:stCondLst>
                                        </p:cTn>
                                        <p:tgtEl>
                                          <p:spTgt spid="3078"/>
                                        </p:tgtEl>
                                        <p:attrNameLst>
                                          <p:attrName>style.visibility</p:attrName>
                                        </p:attrNameLst>
                                      </p:cBhvr>
                                      <p:to>
                                        <p:strVal val="visible"/>
                                      </p:to>
                                    </p:set>
                                  </p:childTnLst>
                                </p:cTn>
                              </p:par>
                              <p:par>
                                <p:cTn id="11" presetID="1" presetClass="entr" presetSubtype="0" fill="hold" grpId="0" nodeType="withEffect">
                                  <p:stCondLst>
                                    <p:cond delay="0"/>
                                  </p:stCondLst>
                                  <p:childTnLst>
                                    <p:set>
                                      <p:cBhvr>
                                        <p:cTn id="12" dur="1" fill="hold">
                                          <p:stCondLst>
                                            <p:cond delay="0"/>
                                          </p:stCondLst>
                                        </p:cTn>
                                        <p:tgtEl>
                                          <p:spTgt spid="9"/>
                                        </p:tgtEl>
                                        <p:attrNameLst>
                                          <p:attrName>style.visibility</p:attrName>
                                        </p:attrNameLst>
                                      </p:cBhvr>
                                      <p:to>
                                        <p:strVal val="visible"/>
                                      </p:to>
                                    </p:set>
                                  </p:childTnLst>
                                </p:cTn>
                              </p:par>
                              <p:par>
                                <p:cTn id="13" presetID="1" presetClass="entr" presetSubtype="0" fill="hold" nodeType="withEffect">
                                  <p:stCondLst>
                                    <p:cond delay="0"/>
                                  </p:stCondLst>
                                  <p:childTnLst>
                                    <p:set>
                                      <p:cBhvr>
                                        <p:cTn id="14" dur="1" fill="hold">
                                          <p:stCondLst>
                                            <p:cond delay="0"/>
                                          </p:stCondLst>
                                        </p:cTn>
                                        <p:tgtEl>
                                          <p:spTgt spid="3080"/>
                                        </p:tgtEl>
                                        <p:attrNameLst>
                                          <p:attrName>style.visibility</p:attrName>
                                        </p:attrNameLst>
                                      </p:cBhvr>
                                      <p:to>
                                        <p:strVal val="visible"/>
                                      </p:to>
                                    </p:set>
                                  </p:childTnLst>
                                </p:cTn>
                              </p:par>
                              <p:par>
                                <p:cTn id="15" presetID="1" presetClass="entr" presetSubtype="0" fill="hold" nodeType="withEffect">
                                  <p:stCondLst>
                                    <p:cond delay="0"/>
                                  </p:stCondLst>
                                  <p:childTnLst>
                                    <p:set>
                                      <p:cBhvr>
                                        <p:cTn id="16" dur="1" fill="hold">
                                          <p:stCondLst>
                                            <p:cond delay="0"/>
                                          </p:stCondLst>
                                        </p:cTn>
                                        <p:tgtEl>
                                          <p:spTgt spid="3081"/>
                                        </p:tgtEl>
                                        <p:attrNameLst>
                                          <p:attrName>style.visibility</p:attrName>
                                        </p:attrNameLst>
                                      </p:cBhvr>
                                      <p:to>
                                        <p:strVal val="visible"/>
                                      </p:to>
                                    </p:set>
                                  </p:childTnLst>
                                </p:cTn>
                              </p:par>
                              <p:par>
                                <p:cTn id="17" presetID="1" presetClass="entr" presetSubtype="0" fill="hold" grpId="0" nodeType="withEffect">
                                  <p:stCondLst>
                                    <p:cond delay="0"/>
                                  </p:stCondLst>
                                  <p:childTnLst>
                                    <p:set>
                                      <p:cBhvr>
                                        <p:cTn id="18" dur="1" fill="hold">
                                          <p:stCondLst>
                                            <p:cond delay="0"/>
                                          </p:stCondLst>
                                        </p:cTn>
                                        <p:tgtEl>
                                          <p:spTgt spid="6"/>
                                        </p:tgtEl>
                                        <p:attrNameLst>
                                          <p:attrName>style.visibility</p:attrName>
                                        </p:attrNameLst>
                                      </p:cBhvr>
                                      <p:to>
                                        <p:strVal val="visible"/>
                                      </p:to>
                                    </p:set>
                                  </p:childTnLst>
                                </p:cTn>
                              </p:par>
                              <p:par>
                                <p:cTn id="19" presetID="1" presetClass="entr" presetSubtype="0" fill="hold" grpId="0" nodeType="withEffect">
                                  <p:stCondLst>
                                    <p:cond delay="0"/>
                                  </p:stCondLst>
                                  <p:childTnLst>
                                    <p:set>
                                      <p:cBhvr>
                                        <p:cTn id="20" dur="1" fill="hold">
                                          <p:stCondLst>
                                            <p:cond delay="0"/>
                                          </p:stCondLst>
                                        </p:cTn>
                                        <p:tgtEl>
                                          <p:spTgt spid="7"/>
                                        </p:tgtEl>
                                        <p:attrNameLst>
                                          <p:attrName>style.visibility</p:attrName>
                                        </p:attrNameLst>
                                      </p:cBhvr>
                                      <p:to>
                                        <p:strVal val="visible"/>
                                      </p:to>
                                    </p:set>
                                  </p:childTnLst>
                                </p:cTn>
                              </p:par>
                              <p:par>
                                <p:cTn id="21" presetID="1" presetClass="entr" presetSubtype="0" fill="hold" nodeType="withEffect">
                                  <p:stCondLst>
                                    <p:cond delay="0"/>
                                  </p:stCondLst>
                                  <p:childTnLst>
                                    <p:set>
                                      <p:cBhvr>
                                        <p:cTn id="22" dur="1" fill="hold">
                                          <p:stCondLst>
                                            <p:cond delay="0"/>
                                          </p:stCondLst>
                                        </p:cTn>
                                        <p:tgtEl>
                                          <p:spTgt spid="3083"/>
                                        </p:tgtEl>
                                        <p:attrNameLst>
                                          <p:attrName>style.visibility</p:attrName>
                                        </p:attrNameLst>
                                      </p:cBhvr>
                                      <p:to>
                                        <p:strVal val="visible"/>
                                      </p:to>
                                    </p:set>
                                  </p:childTnLst>
                                </p:cTn>
                              </p:par>
                              <p:par>
                                <p:cTn id="23" presetID="1" presetClass="entr" presetSubtype="0" fill="hold" nodeType="withEffect">
                                  <p:stCondLst>
                                    <p:cond delay="0"/>
                                  </p:stCondLst>
                                  <p:childTnLst>
                                    <p:set>
                                      <p:cBhvr>
                                        <p:cTn id="24" dur="1" fill="hold">
                                          <p:stCondLst>
                                            <p:cond delay="0"/>
                                          </p:stCondLst>
                                        </p:cTn>
                                        <p:tgtEl>
                                          <p:spTgt spid="3084"/>
                                        </p:tgtEl>
                                        <p:attrNameLst>
                                          <p:attrName>style.visibility</p:attrName>
                                        </p:attrNameLst>
                                      </p:cBhvr>
                                      <p:to>
                                        <p:strVal val="visible"/>
                                      </p:to>
                                    </p:set>
                                  </p:childTnLst>
                                </p:cTn>
                              </p:par>
                              <p:par>
                                <p:cTn id="25" presetID="1" presetClass="entr" presetSubtype="0" fill="hold" nodeType="withEffect">
                                  <p:stCondLst>
                                    <p:cond delay="0"/>
                                  </p:stCondLst>
                                  <p:childTnLst>
                                    <p:set>
                                      <p:cBhvr>
                                        <p:cTn id="26" dur="1" fill="hold">
                                          <p:stCondLst>
                                            <p:cond delay="0"/>
                                          </p:stCondLst>
                                        </p:cTn>
                                        <p:tgtEl>
                                          <p:spTgt spid="3085"/>
                                        </p:tgtEl>
                                        <p:attrNameLst>
                                          <p:attrName>style.visibility</p:attrName>
                                        </p:attrNameLst>
                                      </p:cBhvr>
                                      <p:to>
                                        <p:strVal val="visible"/>
                                      </p:to>
                                    </p:set>
                                  </p:childTnLst>
                                </p:cTn>
                              </p:par>
                              <p:par>
                                <p:cTn id="27" presetID="1" presetClass="entr" presetSubtype="0" fill="hold" grpId="0" nodeType="withEffect">
                                  <p:stCondLst>
                                    <p:cond delay="0"/>
                                  </p:stCondLst>
                                  <p:childTnLst>
                                    <p:set>
                                      <p:cBhvr>
                                        <p:cTn id="28" dur="1" fill="hold">
                                          <p:stCondLst>
                                            <p:cond delay="0"/>
                                          </p:stCondLst>
                                        </p:cTn>
                                        <p:tgtEl>
                                          <p:spTgt spid="17"/>
                                        </p:tgtEl>
                                        <p:attrNameLst>
                                          <p:attrName>style.visibility</p:attrName>
                                        </p:attrNameLst>
                                      </p:cBhvr>
                                      <p:to>
                                        <p:strVal val="visible"/>
                                      </p:to>
                                    </p:set>
                                  </p:childTnLst>
                                </p:cTn>
                              </p:par>
                              <p:par>
                                <p:cTn id="29" presetID="1" presetClass="entr" presetSubtype="0" fill="hold" nodeType="withEffect">
                                  <p:stCondLst>
                                    <p:cond delay="0"/>
                                  </p:stCondLst>
                                  <p:childTnLst>
                                    <p:set>
                                      <p:cBhvr>
                                        <p:cTn id="30" dur="1" fill="hold">
                                          <p:stCondLst>
                                            <p:cond delay="0"/>
                                          </p:stCondLst>
                                        </p:cTn>
                                        <p:tgtEl>
                                          <p:spTgt spid="18"/>
                                        </p:tgtEl>
                                        <p:attrNameLst>
                                          <p:attrName>style.visibility</p:attrName>
                                        </p:attrNameLst>
                                      </p:cBhvr>
                                      <p:to>
                                        <p:strVal val="visible"/>
                                      </p:to>
                                    </p:set>
                                  </p:childTnLst>
                                </p:cTn>
                              </p:par>
                              <p:par>
                                <p:cTn id="31" presetID="1" presetClass="entr" presetSubtype="0" fill="hold" nodeType="withEffect">
                                  <p:stCondLst>
                                    <p:cond delay="0"/>
                                  </p:stCondLst>
                                  <p:childTnLst>
                                    <p:set>
                                      <p:cBhvr>
                                        <p:cTn id="32" dur="1" fill="hold">
                                          <p:stCondLst>
                                            <p:cond delay="0"/>
                                          </p:stCondLst>
                                        </p:cTn>
                                        <p:tgtEl>
                                          <p:spTgt spid="3087"/>
                                        </p:tgtEl>
                                        <p:attrNameLst>
                                          <p:attrName>style.visibility</p:attrName>
                                        </p:attrNameLst>
                                      </p:cBhvr>
                                      <p:to>
                                        <p:strVal val="visible"/>
                                      </p:to>
                                    </p:set>
                                  </p:childTnLst>
                                </p:cTn>
                              </p:par>
                              <p:par>
                                <p:cTn id="33" presetID="1" presetClass="entr" presetSubtype="0" fill="hold" nodeType="withEffect">
                                  <p:stCondLst>
                                    <p:cond delay="0"/>
                                  </p:stCondLst>
                                  <p:childTnLst>
                                    <p:set>
                                      <p:cBhvr>
                                        <p:cTn id="34" dur="1" fill="hold">
                                          <p:stCondLst>
                                            <p:cond delay="0"/>
                                          </p:stCondLst>
                                        </p:cTn>
                                        <p:tgtEl>
                                          <p:spTgt spid="3088"/>
                                        </p:tgtEl>
                                        <p:attrNameLst>
                                          <p:attrName>style.visibility</p:attrName>
                                        </p:attrNameLst>
                                      </p:cBhvr>
                                      <p:to>
                                        <p:strVal val="visible"/>
                                      </p:to>
                                    </p:set>
                                  </p:childTnLst>
                                </p:cTn>
                              </p:par>
                              <p:par>
                                <p:cTn id="35" presetID="1" presetClass="entr" presetSubtype="0" fill="hold" nodeType="withEffect">
                                  <p:stCondLst>
                                    <p:cond delay="0"/>
                                  </p:stCondLst>
                                  <p:childTnLst>
                                    <p:set>
                                      <p:cBhvr>
                                        <p:cTn id="36" dur="1" fill="hold">
                                          <p:stCondLst>
                                            <p:cond delay="0"/>
                                          </p:stCondLst>
                                        </p:cTn>
                                        <p:tgtEl>
                                          <p:spTgt spid="3089"/>
                                        </p:tgtEl>
                                        <p:attrNameLst>
                                          <p:attrName>style.visibility</p:attrName>
                                        </p:attrNameLst>
                                      </p:cBhvr>
                                      <p:to>
                                        <p:strVal val="visible"/>
                                      </p:to>
                                    </p:set>
                                  </p:childTnLst>
                                </p:cTn>
                              </p:par>
                              <p:par>
                                <p:cTn id="37" presetID="1" presetClass="entr" presetSubtype="0" fill="hold" nodeType="withEffect">
                                  <p:stCondLst>
                                    <p:cond delay="0"/>
                                  </p:stCondLst>
                                  <p:childTnLst>
                                    <p:set>
                                      <p:cBhvr>
                                        <p:cTn id="38" dur="1" fill="hold">
                                          <p:stCondLst>
                                            <p:cond delay="0"/>
                                          </p:stCondLst>
                                        </p:cTn>
                                        <p:tgtEl>
                                          <p:spTgt spid="10"/>
                                        </p:tgtEl>
                                        <p:attrNameLst>
                                          <p:attrName>style.visibility</p:attrName>
                                        </p:attrNameLst>
                                      </p:cBhvr>
                                      <p:to>
                                        <p:strVal val="visible"/>
                                      </p:to>
                                    </p:set>
                                  </p:childTnLst>
                                </p:cTn>
                              </p:par>
                              <p:par>
                                <p:cTn id="39" presetID="1" presetClass="entr" presetSubtype="0" fill="hold" grpId="0" nodeType="withEffect">
                                  <p:stCondLst>
                                    <p:cond delay="0"/>
                                  </p:stCondLst>
                                  <p:childTnLst>
                                    <p:set>
                                      <p:cBhvr>
                                        <p:cTn id="40" dur="1" fill="hold">
                                          <p:stCondLst>
                                            <p:cond delay="0"/>
                                          </p:stCondLst>
                                        </p:cTn>
                                        <p:tgtEl>
                                          <p:spTgt spid="19"/>
                                        </p:tgtEl>
                                        <p:attrNameLst>
                                          <p:attrName>style.visibility</p:attrName>
                                        </p:attrNameLst>
                                      </p:cBhvr>
                                      <p:to>
                                        <p:strVal val="visible"/>
                                      </p:to>
                                    </p:set>
                                  </p:childTnLst>
                                </p:cTn>
                              </p:par>
                            </p:childTnLst>
                          </p:cTn>
                        </p:par>
                      </p:childTnLst>
                    </p:cTn>
                  </p:par>
                  <p:par>
                    <p:cTn id="41" fill="hold">
                      <p:stCondLst>
                        <p:cond delay="indefinite"/>
                      </p:stCondLst>
                      <p:childTnLst>
                        <p:par>
                          <p:cTn id="42" fill="hold">
                            <p:stCondLst>
                              <p:cond delay="0"/>
                            </p:stCondLst>
                            <p:childTnLst>
                              <p:par>
                                <p:cTn id="43" presetID="1" presetClass="entr" presetSubtype="0" fill="hold" nodeType="clickEffect">
                                  <p:stCondLst>
                                    <p:cond delay="0"/>
                                  </p:stCondLst>
                                  <p:childTnLst>
                                    <p:set>
                                      <p:cBhvr>
                                        <p:cTn id="44" dur="1" fill="hold">
                                          <p:stCondLst>
                                            <p:cond delay="0"/>
                                          </p:stCondLst>
                                        </p:cTn>
                                        <p:tgtEl>
                                          <p:spTgt spid="3090"/>
                                        </p:tgtEl>
                                        <p:attrNameLst>
                                          <p:attrName>style.visibility</p:attrName>
                                        </p:attrNameLst>
                                      </p:cBhvr>
                                      <p:to>
                                        <p:strVal val="visible"/>
                                      </p:to>
                                    </p:set>
                                  </p:childTnLst>
                                </p:cTn>
                              </p:par>
                              <p:par>
                                <p:cTn id="45" presetID="1" presetClass="entr" presetSubtype="0" fill="hold" nodeType="withEffect">
                                  <p:stCondLst>
                                    <p:cond delay="0"/>
                                  </p:stCondLst>
                                  <p:childTnLst>
                                    <p:set>
                                      <p:cBhvr>
                                        <p:cTn id="46" dur="1" fill="hold">
                                          <p:stCondLst>
                                            <p:cond delay="0"/>
                                          </p:stCondLst>
                                        </p:cTn>
                                        <p:tgtEl>
                                          <p:spTgt spid="21"/>
                                        </p:tgtEl>
                                        <p:attrNameLst>
                                          <p:attrName>style.visibility</p:attrName>
                                        </p:attrNameLst>
                                      </p:cBhvr>
                                      <p:to>
                                        <p:strVal val="visible"/>
                                      </p:to>
                                    </p:set>
                                  </p:childTnLst>
                                </p:cTn>
                              </p:par>
                              <p:par>
                                <p:cTn id="47" presetID="1" presetClass="entr" presetSubtype="0" fill="hold" grpId="0" nodeType="withEffect">
                                  <p:stCondLst>
                                    <p:cond delay="0"/>
                                  </p:stCondLst>
                                  <p:childTnLst>
                                    <p:set>
                                      <p:cBhvr>
                                        <p:cTn id="48" dur="1" fill="hold">
                                          <p:stCondLst>
                                            <p:cond delay="0"/>
                                          </p:stCondLst>
                                        </p:cTn>
                                        <p:tgtEl>
                                          <p:spTgt spid="41"/>
                                        </p:tgtEl>
                                        <p:attrNameLst>
                                          <p:attrName>style.visibility</p:attrName>
                                        </p:attrNameLst>
                                      </p:cBhvr>
                                      <p:to>
                                        <p:strVal val="visible"/>
                                      </p:to>
                                    </p:set>
                                  </p:childTnLst>
                                </p:cTn>
                              </p:par>
                            </p:childTnLst>
                          </p:cTn>
                        </p:par>
                      </p:childTnLst>
                    </p:cTn>
                  </p:par>
                </p:childTnLst>
              </p:cTn>
              <p:prevCondLst>
                <p:cond evt="onPrev" delay="0">
                  <p:tgtEl>
                    <p:sldTgt/>
                  </p:tgtEl>
                </p:cond>
              </p:prevCondLst>
              <p:nextCondLst>
                <p:cond evt="onNext" delay="0">
                  <p:tgtEl>
                    <p:sldTgt/>
                  </p:tgtEl>
                </p:cond>
              </p:nextCondLst>
            </p:seq>
          </p:childTnLst>
        </p:cTn>
      </p:par>
    </p:tnLst>
    <p:bldLst>
      <p:bldP spid="5" grpId="0"/>
      <p:bldP spid="9" grpId="0"/>
      <p:bldP spid="6" grpId="0"/>
      <p:bldP spid="7" grpId="0"/>
      <p:bldP spid="17" grpId="0"/>
      <p:bldP spid="19" grpId="0"/>
      <p:bldP spid="41" grpId="0"/>
    </p:bldLst>
  </p:timing>
</p:sld>
</file>

<file path=ppt/slides/slide41.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GB" dirty="0"/>
              <a:t>Search for </a:t>
            </a:r>
            <a:r>
              <a:rPr lang="el-GR" dirty="0"/>
              <a:t>θ</a:t>
            </a:r>
            <a:endParaRPr lang="en-GB" dirty="0"/>
          </a:p>
        </p:txBody>
      </p:sp>
      <p:sp>
        <p:nvSpPr>
          <p:cNvPr id="3" name="Content Placeholder 2"/>
          <p:cNvSpPr>
            <a:spLocks noGrp="1"/>
          </p:cNvSpPr>
          <p:nvPr>
            <p:ph idx="1"/>
          </p:nvPr>
        </p:nvSpPr>
        <p:spPr/>
        <p:txBody>
          <a:bodyPr/>
          <a:lstStyle/>
          <a:p>
            <a:r>
              <a:rPr lang="en-GB" dirty="0"/>
              <a:t>Given the logistic regression model, how do we fit θ for it?</a:t>
            </a:r>
          </a:p>
        </p:txBody>
      </p:sp>
      <p:pic>
        <p:nvPicPr>
          <p:cNvPr id="4" name="Picture 4"/>
          <p:cNvPicPr>
            <a:picLocks noChangeAspect="1" noChangeArrowheads="1"/>
          </p:cNvPicPr>
          <p:nvPr/>
        </p:nvPicPr>
        <p:blipFill>
          <a:blip r:embed="rId3">
            <a:extLst>
              <a:ext uri="{28A0092B-C50C-407E-A947-70E740481C1C}">
                <a14:useLocalDpi xmlns:a14="http://schemas.microsoft.com/office/drawing/2010/main" val="0"/>
              </a:ext>
            </a:extLst>
          </a:blip>
          <a:srcRect/>
          <a:stretch>
            <a:fillRect/>
          </a:stretch>
        </p:blipFill>
        <p:spPr bwMode="auto">
          <a:xfrm>
            <a:off x="152400" y="2209800"/>
            <a:ext cx="4162425" cy="1581150"/>
          </a:xfrm>
          <a:prstGeom prst="rect">
            <a:avLst/>
          </a:prstGeom>
          <a:noFill/>
          <a:ln>
            <a:noFill/>
          </a:ln>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Lst>
        </p:spPr>
      </p:pic>
      <p:pic>
        <p:nvPicPr>
          <p:cNvPr id="5" name="Picture 5"/>
          <p:cNvPicPr>
            <a:picLocks noChangeAspect="1" noChangeArrowheads="1"/>
          </p:cNvPicPr>
          <p:nvPr/>
        </p:nvPicPr>
        <p:blipFill>
          <a:blip r:embed="rId4">
            <a:extLst>
              <a:ext uri="{28A0092B-C50C-407E-A947-70E740481C1C}">
                <a14:useLocalDpi xmlns:a14="http://schemas.microsoft.com/office/drawing/2010/main" val="0"/>
              </a:ext>
            </a:extLst>
          </a:blip>
          <a:srcRect/>
          <a:stretch>
            <a:fillRect/>
          </a:stretch>
        </p:blipFill>
        <p:spPr bwMode="auto">
          <a:xfrm>
            <a:off x="1676400" y="4114801"/>
            <a:ext cx="2452512" cy="388602"/>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pic>
      <p:cxnSp>
        <p:nvCxnSpPr>
          <p:cNvPr id="7" name="Straight Connector 6"/>
          <p:cNvCxnSpPr/>
          <p:nvPr/>
        </p:nvCxnSpPr>
        <p:spPr>
          <a:xfrm>
            <a:off x="4419600" y="2242336"/>
            <a:ext cx="0" cy="2438400"/>
          </a:xfrm>
          <a:prstGeom prst="line">
            <a:avLst/>
          </a:prstGeom>
        </p:spPr>
        <p:style>
          <a:lnRef idx="1">
            <a:schemeClr val="accent1"/>
          </a:lnRef>
          <a:fillRef idx="0">
            <a:schemeClr val="accent1"/>
          </a:fillRef>
          <a:effectRef idx="0">
            <a:schemeClr val="accent1"/>
          </a:effectRef>
          <a:fontRef idx="minor">
            <a:schemeClr val="tx1"/>
          </a:fontRef>
        </p:style>
      </p:cxnSp>
      <p:sp>
        <p:nvSpPr>
          <p:cNvPr id="8" name="TextBox 7"/>
          <p:cNvSpPr txBox="1"/>
          <p:nvPr/>
        </p:nvSpPr>
        <p:spPr>
          <a:xfrm>
            <a:off x="4876800" y="2177534"/>
            <a:ext cx="2787943" cy="369332"/>
          </a:xfrm>
          <a:prstGeom prst="rect">
            <a:avLst/>
          </a:prstGeom>
          <a:noFill/>
        </p:spPr>
        <p:txBody>
          <a:bodyPr wrap="none" rtlCol="0">
            <a:spAutoFit/>
          </a:bodyPr>
          <a:lstStyle/>
          <a:p>
            <a:r>
              <a:rPr lang="en-GB" dirty="0"/>
              <a:t>Probabilistic assumptions</a:t>
            </a:r>
          </a:p>
        </p:txBody>
      </p:sp>
      <p:pic>
        <p:nvPicPr>
          <p:cNvPr id="4098" name="Picture 2"/>
          <p:cNvPicPr>
            <a:picLocks noChangeAspect="1" noChangeArrowheads="1"/>
          </p:cNvPicPr>
          <p:nvPr/>
        </p:nvPicPr>
        <p:blipFill>
          <a:blip r:embed="rId5">
            <a:extLst>
              <a:ext uri="{28A0092B-C50C-407E-A947-70E740481C1C}">
                <a14:useLocalDpi xmlns:a14="http://schemas.microsoft.com/office/drawing/2010/main" val="0"/>
              </a:ext>
            </a:extLst>
          </a:blip>
          <a:srcRect/>
          <a:stretch>
            <a:fillRect/>
          </a:stretch>
        </p:blipFill>
        <p:spPr bwMode="auto">
          <a:xfrm>
            <a:off x="4801800" y="2601295"/>
            <a:ext cx="3407229" cy="860241"/>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pic>
      <p:pic>
        <p:nvPicPr>
          <p:cNvPr id="4100" name="Picture 4"/>
          <p:cNvPicPr>
            <a:picLocks noChangeAspect="1" noChangeArrowheads="1"/>
          </p:cNvPicPr>
          <p:nvPr/>
        </p:nvPicPr>
        <p:blipFill>
          <a:blip r:embed="rId6">
            <a:extLst>
              <a:ext uri="{28A0092B-C50C-407E-A947-70E740481C1C}">
                <a14:useLocalDpi xmlns:a14="http://schemas.microsoft.com/office/drawing/2010/main" val="0"/>
              </a:ext>
            </a:extLst>
          </a:blip>
          <a:srcRect/>
          <a:stretch>
            <a:fillRect/>
          </a:stretch>
        </p:blipFill>
        <p:spPr bwMode="auto">
          <a:xfrm>
            <a:off x="4430486" y="3905250"/>
            <a:ext cx="4600575" cy="666750"/>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pic>
      <p:sp>
        <p:nvSpPr>
          <p:cNvPr id="9" name="Down Arrow 8"/>
          <p:cNvSpPr/>
          <p:nvPr/>
        </p:nvSpPr>
        <p:spPr>
          <a:xfrm>
            <a:off x="6505414" y="3461536"/>
            <a:ext cx="276386" cy="329414"/>
          </a:xfrm>
          <a:prstGeom prst="downArrow">
            <a:avLst/>
          </a:prstGeom>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GB"/>
          </a:p>
        </p:txBody>
      </p:sp>
      <p:pic>
        <p:nvPicPr>
          <p:cNvPr id="4101" name="Picture 5"/>
          <p:cNvPicPr>
            <a:picLocks noChangeAspect="1" noChangeArrowheads="1"/>
          </p:cNvPicPr>
          <p:nvPr/>
        </p:nvPicPr>
        <p:blipFill>
          <a:blip r:embed="rId7">
            <a:extLst>
              <a:ext uri="{28A0092B-C50C-407E-A947-70E740481C1C}">
                <a14:useLocalDpi xmlns:a14="http://schemas.microsoft.com/office/drawing/2010/main" val="0"/>
              </a:ext>
            </a:extLst>
          </a:blip>
          <a:srcRect/>
          <a:stretch>
            <a:fillRect/>
          </a:stretch>
        </p:blipFill>
        <p:spPr bwMode="auto">
          <a:xfrm>
            <a:off x="4582179" y="4691622"/>
            <a:ext cx="4486481" cy="1861578"/>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pic>
      <p:cxnSp>
        <p:nvCxnSpPr>
          <p:cNvPr id="11" name="Straight Connector 10"/>
          <p:cNvCxnSpPr/>
          <p:nvPr/>
        </p:nvCxnSpPr>
        <p:spPr>
          <a:xfrm flipV="1">
            <a:off x="152400" y="4680736"/>
            <a:ext cx="4278086" cy="10886"/>
          </a:xfrm>
          <a:prstGeom prst="line">
            <a:avLst/>
          </a:prstGeom>
        </p:spPr>
        <p:style>
          <a:lnRef idx="1">
            <a:schemeClr val="accent1"/>
          </a:lnRef>
          <a:fillRef idx="0">
            <a:schemeClr val="accent1"/>
          </a:fillRef>
          <a:effectRef idx="0">
            <a:schemeClr val="accent1"/>
          </a:effectRef>
          <a:fontRef idx="minor">
            <a:schemeClr val="tx1"/>
          </a:fontRef>
        </p:style>
      </p:cxnSp>
      <p:sp>
        <p:nvSpPr>
          <p:cNvPr id="16" name="Down Arrow 15"/>
          <p:cNvSpPr/>
          <p:nvPr/>
        </p:nvSpPr>
        <p:spPr>
          <a:xfrm>
            <a:off x="6497926" y="4407293"/>
            <a:ext cx="276386" cy="329414"/>
          </a:xfrm>
          <a:prstGeom prst="downArrow">
            <a:avLst/>
          </a:prstGeom>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GB"/>
          </a:p>
        </p:txBody>
      </p:sp>
      <p:sp>
        <p:nvSpPr>
          <p:cNvPr id="12" name="Right Arrow 11"/>
          <p:cNvSpPr/>
          <p:nvPr/>
        </p:nvSpPr>
        <p:spPr>
          <a:xfrm rot="8905730">
            <a:off x="4614836" y="5136524"/>
            <a:ext cx="382970" cy="244990"/>
          </a:xfrm>
          <a:prstGeom prst="rightArrow">
            <a:avLst/>
          </a:prstGeom>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GB"/>
          </a:p>
        </p:txBody>
      </p:sp>
      <p:pic>
        <p:nvPicPr>
          <p:cNvPr id="4102" name="Picture 6"/>
          <p:cNvPicPr>
            <a:picLocks noChangeAspect="1" noChangeArrowheads="1"/>
          </p:cNvPicPr>
          <p:nvPr/>
        </p:nvPicPr>
        <p:blipFill>
          <a:blip r:embed="rId8">
            <a:extLst>
              <a:ext uri="{28A0092B-C50C-407E-A947-70E740481C1C}">
                <a14:useLocalDpi xmlns:a14="http://schemas.microsoft.com/office/drawing/2010/main" val="0"/>
              </a:ext>
            </a:extLst>
          </a:blip>
          <a:srcRect/>
          <a:stretch>
            <a:fillRect/>
          </a:stretch>
        </p:blipFill>
        <p:spPr bwMode="auto">
          <a:xfrm>
            <a:off x="201326" y="5463637"/>
            <a:ext cx="4832272" cy="971776"/>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pic>
    </p:spTree>
    <p:extLst>
      <p:ext uri="{BB962C8B-B14F-4D97-AF65-F5344CB8AC3E}">
        <p14:creationId xmlns:p14="http://schemas.microsoft.com/office/powerpoint/2010/main" val="2376621606"/>
      </p:ext>
    </p:extLst>
  </p:cSld>
  <p:clrMapOvr>
    <a:masterClrMapping/>
  </p:clrMapOvr>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1" presetClass="entr" presetSubtype="0" fill="hold" nodeType="clickEffect">
                                  <p:stCondLst>
                                    <p:cond delay="0"/>
                                  </p:stCondLst>
                                  <p:childTnLst>
                                    <p:set>
                                      <p:cBhvr>
                                        <p:cTn id="6" dur="1" fill="hold">
                                          <p:stCondLst>
                                            <p:cond delay="0"/>
                                          </p:stCondLst>
                                        </p:cTn>
                                        <p:tgtEl>
                                          <p:spTgt spid="4"/>
                                        </p:tgtEl>
                                        <p:attrNameLst>
                                          <p:attrName>style.visibility</p:attrName>
                                        </p:attrNameLst>
                                      </p:cBhvr>
                                      <p:to>
                                        <p:strVal val="visible"/>
                                      </p:to>
                                    </p:set>
                                  </p:childTnLst>
                                </p:cTn>
                              </p:par>
                              <p:par>
                                <p:cTn id="7" presetID="1" presetClass="entr" presetSubtype="0" fill="hold" nodeType="withEffect">
                                  <p:stCondLst>
                                    <p:cond delay="0"/>
                                  </p:stCondLst>
                                  <p:childTnLst>
                                    <p:set>
                                      <p:cBhvr>
                                        <p:cTn id="8" dur="1" fill="hold">
                                          <p:stCondLst>
                                            <p:cond delay="0"/>
                                          </p:stCondLst>
                                        </p:cTn>
                                        <p:tgtEl>
                                          <p:spTgt spid="5"/>
                                        </p:tgtEl>
                                        <p:attrNameLst>
                                          <p:attrName>style.visibility</p:attrName>
                                        </p:attrNameLst>
                                      </p:cBhvr>
                                      <p:to>
                                        <p:strVal val="visible"/>
                                      </p:to>
                                    </p:set>
                                  </p:childTnLst>
                                </p:cTn>
                              </p:par>
                            </p:childTnLst>
                          </p:cTn>
                        </p:par>
                      </p:childTnLst>
                    </p:cTn>
                  </p:par>
                </p:childTnLst>
              </p:cTn>
              <p:prevCondLst>
                <p:cond evt="onPrev" delay="0">
                  <p:tgtEl>
                    <p:sldTgt/>
                  </p:tgtEl>
                </p:cond>
              </p:prevCondLst>
              <p:nextCondLst>
                <p:cond evt="onNext" delay="0">
                  <p:tgtEl>
                    <p:sldTgt/>
                  </p:tgtEl>
                </p:cond>
              </p:nextCondLst>
            </p:seq>
          </p:childTnLst>
        </p:cTn>
      </p:par>
    </p:tnLst>
  </p:timing>
</p:sld>
</file>

<file path=ppt/slides/slide42.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GB" dirty="0"/>
              <a:t>Search for </a:t>
            </a:r>
            <a:r>
              <a:rPr lang="el-GR" dirty="0"/>
              <a:t>θ</a:t>
            </a:r>
            <a:r>
              <a:rPr lang="en-GB" dirty="0"/>
              <a:t> (cont.)</a:t>
            </a:r>
          </a:p>
        </p:txBody>
      </p:sp>
      <p:sp>
        <p:nvSpPr>
          <p:cNvPr id="3" name="Content Placeholder 2"/>
          <p:cNvSpPr>
            <a:spLocks noGrp="1"/>
          </p:cNvSpPr>
          <p:nvPr>
            <p:ph idx="1"/>
          </p:nvPr>
        </p:nvSpPr>
        <p:spPr/>
        <p:txBody>
          <a:bodyPr/>
          <a:lstStyle/>
          <a:p>
            <a:r>
              <a:rPr lang="en-GB" dirty="0"/>
              <a:t>Gradient ascent rule:</a:t>
            </a:r>
          </a:p>
        </p:txBody>
      </p:sp>
      <p:pic>
        <p:nvPicPr>
          <p:cNvPr id="4" name="Picture 2"/>
          <p:cNvPicPr>
            <a:picLocks noChangeAspect="1" noChangeArrowheads="1"/>
          </p:cNvPicPr>
          <p:nvPr/>
        </p:nvPicPr>
        <p:blipFill>
          <a:blip r:embed="rId3">
            <a:extLst>
              <a:ext uri="{28A0092B-C50C-407E-A947-70E740481C1C}">
                <a14:useLocalDpi xmlns:a14="http://schemas.microsoft.com/office/drawing/2010/main" val="0"/>
              </a:ext>
            </a:extLst>
          </a:blip>
          <a:srcRect/>
          <a:stretch>
            <a:fillRect/>
          </a:stretch>
        </p:blipFill>
        <p:spPr bwMode="auto">
          <a:xfrm>
            <a:off x="5105400" y="4462344"/>
            <a:ext cx="3731743" cy="2167055"/>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pic>
      <p:pic>
        <p:nvPicPr>
          <p:cNvPr id="5122" name="Picture 2"/>
          <p:cNvPicPr>
            <a:picLocks noChangeAspect="1" noChangeArrowheads="1"/>
          </p:cNvPicPr>
          <p:nvPr/>
        </p:nvPicPr>
        <p:blipFill>
          <a:blip r:embed="rId4">
            <a:extLst>
              <a:ext uri="{28A0092B-C50C-407E-A947-70E740481C1C}">
                <a14:useLocalDpi xmlns:a14="http://schemas.microsoft.com/office/drawing/2010/main" val="0"/>
              </a:ext>
            </a:extLst>
          </a:blip>
          <a:srcRect/>
          <a:stretch>
            <a:fillRect/>
          </a:stretch>
        </p:blipFill>
        <p:spPr bwMode="auto">
          <a:xfrm>
            <a:off x="533400" y="2133600"/>
            <a:ext cx="8272463" cy="2296088"/>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pic>
      <p:pic>
        <p:nvPicPr>
          <p:cNvPr id="5123" name="Picture 3"/>
          <p:cNvPicPr>
            <a:picLocks noChangeAspect="1" noChangeArrowheads="1"/>
          </p:cNvPicPr>
          <p:nvPr/>
        </p:nvPicPr>
        <p:blipFill>
          <a:blip r:embed="rId5">
            <a:extLst>
              <a:ext uri="{28A0092B-C50C-407E-A947-70E740481C1C}">
                <a14:useLocalDpi xmlns:a14="http://schemas.microsoft.com/office/drawing/2010/main" val="0"/>
              </a:ext>
            </a:extLst>
          </a:blip>
          <a:srcRect/>
          <a:stretch>
            <a:fillRect/>
          </a:stretch>
        </p:blipFill>
        <p:spPr bwMode="auto">
          <a:xfrm>
            <a:off x="762000" y="5202971"/>
            <a:ext cx="4029075" cy="685800"/>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pic>
      <p:sp>
        <p:nvSpPr>
          <p:cNvPr id="6" name="Rounded Rectangle 5"/>
          <p:cNvSpPr/>
          <p:nvPr/>
        </p:nvSpPr>
        <p:spPr>
          <a:xfrm>
            <a:off x="761999" y="5213857"/>
            <a:ext cx="4029075" cy="685800"/>
          </a:xfrm>
          <a:prstGeom prst="roundRect">
            <a:avLst/>
          </a:prstGeom>
          <a:noFill/>
          <a:ln w="28575">
            <a:solidFill>
              <a:srgbClr val="FF0000"/>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GB"/>
          </a:p>
        </p:txBody>
      </p:sp>
      <p:sp>
        <p:nvSpPr>
          <p:cNvPr id="7" name="TextBox 6"/>
          <p:cNvSpPr txBox="1"/>
          <p:nvPr/>
        </p:nvSpPr>
        <p:spPr>
          <a:xfrm>
            <a:off x="1600200" y="6107668"/>
            <a:ext cx="4023360" cy="369332"/>
          </a:xfrm>
          <a:prstGeom prst="rect">
            <a:avLst/>
          </a:prstGeom>
          <a:noFill/>
        </p:spPr>
        <p:txBody>
          <a:bodyPr wrap="square" rtlCol="0">
            <a:spAutoFit/>
          </a:bodyPr>
          <a:lstStyle/>
          <a:p>
            <a:r>
              <a:rPr lang="en-GB" dirty="0"/>
              <a:t>Same form as the LMS update rule</a:t>
            </a:r>
          </a:p>
        </p:txBody>
      </p:sp>
    </p:spTree>
    <p:extLst>
      <p:ext uri="{BB962C8B-B14F-4D97-AF65-F5344CB8AC3E}">
        <p14:creationId xmlns:p14="http://schemas.microsoft.com/office/powerpoint/2010/main" val="1564251321"/>
      </p:ext>
    </p:extLst>
  </p:cSld>
  <p:clrMapOvr>
    <a:masterClrMapping/>
  </p:clrMapOvr>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1" presetClass="entr" presetSubtype="0" fill="hold" nodeType="clickEffect">
                                  <p:stCondLst>
                                    <p:cond delay="0"/>
                                  </p:stCondLst>
                                  <p:childTnLst>
                                    <p:set>
                                      <p:cBhvr>
                                        <p:cTn id="6" dur="1" fill="hold">
                                          <p:stCondLst>
                                            <p:cond delay="0"/>
                                          </p:stCondLst>
                                        </p:cTn>
                                        <p:tgtEl>
                                          <p:spTgt spid="4"/>
                                        </p:tgtEl>
                                        <p:attrNameLst>
                                          <p:attrName>style.visibility</p:attrName>
                                        </p:attrNameLst>
                                      </p:cBhvr>
                                      <p:to>
                                        <p:strVal val="visible"/>
                                      </p:to>
                                    </p:set>
                                  </p:childTnLst>
                                </p:cTn>
                              </p:par>
                            </p:childTnLst>
                          </p:cTn>
                        </p:par>
                      </p:childTnLst>
                    </p:cTn>
                  </p:par>
                  <p:par>
                    <p:cTn id="7" fill="hold">
                      <p:stCondLst>
                        <p:cond delay="indefinite"/>
                      </p:stCondLst>
                      <p:childTnLst>
                        <p:par>
                          <p:cTn id="8" fill="hold">
                            <p:stCondLst>
                              <p:cond delay="0"/>
                            </p:stCondLst>
                            <p:childTnLst>
                              <p:par>
                                <p:cTn id="9" presetID="1" presetClass="entr" presetSubtype="0" fill="hold" grpId="0" nodeType="clickEffect">
                                  <p:stCondLst>
                                    <p:cond delay="0"/>
                                  </p:stCondLst>
                                  <p:childTnLst>
                                    <p:set>
                                      <p:cBhvr>
                                        <p:cTn id="10" dur="1" fill="hold">
                                          <p:stCondLst>
                                            <p:cond delay="0"/>
                                          </p:stCondLst>
                                        </p:cTn>
                                        <p:tgtEl>
                                          <p:spTgt spid="6"/>
                                        </p:tgtEl>
                                        <p:attrNameLst>
                                          <p:attrName>style.visibility</p:attrName>
                                        </p:attrNameLst>
                                      </p:cBhvr>
                                      <p:to>
                                        <p:strVal val="visible"/>
                                      </p:to>
                                    </p:set>
                                  </p:childTnLst>
                                </p:cTn>
                              </p:par>
                              <p:par>
                                <p:cTn id="11" presetID="1" presetClass="entr" presetSubtype="0" fill="hold" nodeType="withEffect">
                                  <p:stCondLst>
                                    <p:cond delay="0"/>
                                  </p:stCondLst>
                                  <p:childTnLst>
                                    <p:set>
                                      <p:cBhvr>
                                        <p:cTn id="12" dur="1" fill="hold">
                                          <p:stCondLst>
                                            <p:cond delay="0"/>
                                          </p:stCondLst>
                                        </p:cTn>
                                        <p:tgtEl>
                                          <p:spTgt spid="5123"/>
                                        </p:tgtEl>
                                        <p:attrNameLst>
                                          <p:attrName>style.visibility</p:attrName>
                                        </p:attrNameLst>
                                      </p:cBhvr>
                                      <p:to>
                                        <p:strVal val="visible"/>
                                      </p:to>
                                    </p:set>
                                  </p:childTnLst>
                                </p:cTn>
                              </p:par>
                            </p:childTnLst>
                          </p:cTn>
                        </p:par>
                      </p:childTnLst>
                    </p:cTn>
                  </p:par>
                  <p:par>
                    <p:cTn id="13" fill="hold">
                      <p:stCondLst>
                        <p:cond delay="indefinite"/>
                      </p:stCondLst>
                      <p:childTnLst>
                        <p:par>
                          <p:cTn id="14" fill="hold">
                            <p:stCondLst>
                              <p:cond delay="0"/>
                            </p:stCondLst>
                            <p:childTnLst>
                              <p:par>
                                <p:cTn id="15" presetID="1" presetClass="entr" presetSubtype="0" fill="hold" grpId="0" nodeType="clickEffect">
                                  <p:stCondLst>
                                    <p:cond delay="0"/>
                                  </p:stCondLst>
                                  <p:childTnLst>
                                    <p:set>
                                      <p:cBhvr>
                                        <p:cTn id="16" dur="1" fill="hold">
                                          <p:stCondLst>
                                            <p:cond delay="0"/>
                                          </p:stCondLst>
                                        </p:cTn>
                                        <p:tgtEl>
                                          <p:spTgt spid="7"/>
                                        </p:tgtEl>
                                        <p:attrNameLst>
                                          <p:attrName>style.visibility</p:attrName>
                                        </p:attrNameLst>
                                      </p:cBhvr>
                                      <p:to>
                                        <p:strVal val="visible"/>
                                      </p:to>
                                    </p:set>
                                  </p:childTnLst>
                                </p:cTn>
                              </p:par>
                            </p:childTnLst>
                          </p:cTn>
                        </p:par>
                      </p:childTnLst>
                    </p:cTn>
                  </p:par>
                </p:childTnLst>
              </p:cTn>
              <p:prevCondLst>
                <p:cond evt="onPrev" delay="0">
                  <p:tgtEl>
                    <p:sldTgt/>
                  </p:tgtEl>
                </p:cond>
              </p:prevCondLst>
              <p:nextCondLst>
                <p:cond evt="onNext" delay="0">
                  <p:tgtEl>
                    <p:sldTgt/>
                  </p:tgtEl>
                </p:cond>
              </p:nextCondLst>
            </p:seq>
          </p:childTnLst>
        </p:cTn>
      </p:par>
    </p:tnLst>
    <p:bldLst>
      <p:bldP spid="6" grpId="0" animBg="1"/>
      <p:bldP spid="7" grpId="0"/>
    </p:bldLst>
  </p:timing>
</p:sld>
</file>

<file path=ppt/slides/slide43.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GB" dirty="0"/>
              <a:t>Logistic Regression Python </a:t>
            </a:r>
          </a:p>
        </p:txBody>
      </p:sp>
      <p:pic>
        <p:nvPicPr>
          <p:cNvPr id="1026" name="Picture 2"/>
          <p:cNvPicPr>
            <a:picLocks noChangeAspect="1" noChangeArrowheads="1"/>
          </p:cNvPicPr>
          <p:nvPr/>
        </p:nvPicPr>
        <p:blipFill>
          <a:blip r:embed="rId2">
            <a:extLst>
              <a:ext uri="{28A0092B-C50C-407E-A947-70E740481C1C}">
                <a14:useLocalDpi xmlns:a14="http://schemas.microsoft.com/office/drawing/2010/main" val="0"/>
              </a:ext>
            </a:extLst>
          </a:blip>
          <a:srcRect/>
          <a:stretch>
            <a:fillRect/>
          </a:stretch>
        </p:blipFill>
        <p:spPr bwMode="auto">
          <a:xfrm>
            <a:off x="1531936" y="1219200"/>
            <a:ext cx="7612063" cy="2705100"/>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pic>
      <p:pic>
        <p:nvPicPr>
          <p:cNvPr id="1027" name="Picture 3"/>
          <p:cNvPicPr>
            <a:picLocks noChangeAspect="1" noChangeArrowheads="1"/>
          </p:cNvPicPr>
          <p:nvPr/>
        </p:nvPicPr>
        <p:blipFill>
          <a:blip r:embed="rId3">
            <a:extLst>
              <a:ext uri="{28A0092B-C50C-407E-A947-70E740481C1C}">
                <a14:useLocalDpi xmlns:a14="http://schemas.microsoft.com/office/drawing/2010/main" val="0"/>
              </a:ext>
            </a:extLst>
          </a:blip>
          <a:srcRect/>
          <a:stretch>
            <a:fillRect/>
          </a:stretch>
        </p:blipFill>
        <p:spPr bwMode="auto">
          <a:xfrm>
            <a:off x="1531936" y="3810000"/>
            <a:ext cx="4695825" cy="2343150"/>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pic>
    </p:spTree>
    <p:extLst>
      <p:ext uri="{BB962C8B-B14F-4D97-AF65-F5344CB8AC3E}">
        <p14:creationId xmlns:p14="http://schemas.microsoft.com/office/powerpoint/2010/main" val="338537438"/>
      </p:ext>
    </p:extLst>
  </p:cSld>
  <p:clrMapOvr>
    <a:masterClrMapping/>
  </p:clrMapOvr>
</p:sld>
</file>

<file path=ppt/slides/slide44.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GB" dirty="0"/>
              <a:t>Evaluation</a:t>
            </a:r>
          </a:p>
        </p:txBody>
      </p:sp>
      <p:pic>
        <p:nvPicPr>
          <p:cNvPr id="2051" name="Picture 3"/>
          <p:cNvPicPr>
            <a:picLocks noChangeAspect="1" noChangeArrowheads="1"/>
          </p:cNvPicPr>
          <p:nvPr/>
        </p:nvPicPr>
        <p:blipFill>
          <a:blip r:embed="rId2">
            <a:extLst>
              <a:ext uri="{28A0092B-C50C-407E-A947-70E740481C1C}">
                <a14:useLocalDpi xmlns:a14="http://schemas.microsoft.com/office/drawing/2010/main" val="0"/>
              </a:ext>
            </a:extLst>
          </a:blip>
          <a:srcRect/>
          <a:stretch>
            <a:fillRect/>
          </a:stretch>
        </p:blipFill>
        <p:spPr bwMode="auto">
          <a:xfrm>
            <a:off x="1567543" y="1371600"/>
            <a:ext cx="4343400" cy="5057775"/>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pic>
      <p:pic>
        <p:nvPicPr>
          <p:cNvPr id="2052" name="Picture 4"/>
          <p:cNvPicPr>
            <a:picLocks noChangeAspect="1" noChangeArrowheads="1"/>
          </p:cNvPicPr>
          <p:nvPr/>
        </p:nvPicPr>
        <p:blipFill>
          <a:blip r:embed="rId3">
            <a:extLst>
              <a:ext uri="{28A0092B-C50C-407E-A947-70E740481C1C}">
                <a14:useLocalDpi xmlns:a14="http://schemas.microsoft.com/office/drawing/2010/main" val="0"/>
              </a:ext>
            </a:extLst>
          </a:blip>
          <a:srcRect/>
          <a:stretch>
            <a:fillRect/>
          </a:stretch>
        </p:blipFill>
        <p:spPr bwMode="auto">
          <a:xfrm>
            <a:off x="4800600" y="1981200"/>
            <a:ext cx="4105275" cy="1609725"/>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pic>
    </p:spTree>
    <p:extLst>
      <p:ext uri="{BB962C8B-B14F-4D97-AF65-F5344CB8AC3E}">
        <p14:creationId xmlns:p14="http://schemas.microsoft.com/office/powerpoint/2010/main" val="448939657"/>
      </p:ext>
    </p:extLst>
  </p:cSld>
  <p:clrMapOvr>
    <a:masterClrMapping/>
  </p:clrMapOvr>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1" presetClass="entr" presetSubtype="0" fill="hold" nodeType="clickEffect">
                                  <p:stCondLst>
                                    <p:cond delay="0"/>
                                  </p:stCondLst>
                                  <p:childTnLst>
                                    <p:set>
                                      <p:cBhvr>
                                        <p:cTn id="6" dur="1" fill="hold">
                                          <p:stCondLst>
                                            <p:cond delay="0"/>
                                          </p:stCondLst>
                                        </p:cTn>
                                        <p:tgtEl>
                                          <p:spTgt spid="2052"/>
                                        </p:tgtEl>
                                        <p:attrNameLst>
                                          <p:attrName>style.visibility</p:attrName>
                                        </p:attrNameLst>
                                      </p:cBhvr>
                                      <p:to>
                                        <p:strVal val="visible"/>
                                      </p:to>
                                    </p:set>
                                  </p:childTnLst>
                                </p:cTn>
                              </p:par>
                            </p:childTnLst>
                          </p:cTn>
                        </p:par>
                      </p:childTnLst>
                    </p:cTn>
                  </p:par>
                </p:childTnLst>
              </p:cTn>
              <p:prevCondLst>
                <p:cond evt="onPrev" delay="0">
                  <p:tgtEl>
                    <p:sldTgt/>
                  </p:tgtEl>
                </p:cond>
              </p:prevCondLst>
              <p:nextCondLst>
                <p:cond evt="onNext" delay="0">
                  <p:tgtEl>
                    <p:sldTgt/>
                  </p:tgtEl>
                </p:cond>
              </p:nextCondLst>
            </p:seq>
          </p:childTnLst>
        </p:cTn>
      </p:par>
    </p:tnLst>
  </p:timing>
</p:sld>
</file>

<file path=ppt/slides/slide45.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GB" dirty="0"/>
              <a:t>Summary</a:t>
            </a:r>
          </a:p>
        </p:txBody>
      </p:sp>
      <p:sp>
        <p:nvSpPr>
          <p:cNvPr id="3" name="Content Placeholder 2"/>
          <p:cNvSpPr>
            <a:spLocks noGrp="1"/>
          </p:cNvSpPr>
          <p:nvPr>
            <p:ph idx="1"/>
          </p:nvPr>
        </p:nvSpPr>
        <p:spPr/>
        <p:txBody>
          <a:bodyPr/>
          <a:lstStyle/>
          <a:p>
            <a:r>
              <a:rPr lang="en-GB" dirty="0"/>
              <a:t>The linear regression (definition and examples)</a:t>
            </a:r>
          </a:p>
          <a:p>
            <a:endParaRPr lang="en-GB" dirty="0"/>
          </a:p>
          <a:p>
            <a:r>
              <a:rPr lang="en-GB" dirty="0"/>
              <a:t>Linear and Logistic regression process and math foundations</a:t>
            </a:r>
          </a:p>
          <a:p>
            <a:endParaRPr lang="en-GB" dirty="0"/>
          </a:p>
          <a:p>
            <a:pPr lvl="1"/>
            <a:r>
              <a:rPr lang="en-GB" sz="1800" dirty="0"/>
              <a:t>Math notations, LMS, Gradient Descent algorithm</a:t>
            </a:r>
          </a:p>
          <a:p>
            <a:endParaRPr lang="en-GB" dirty="0"/>
          </a:p>
          <a:p>
            <a:r>
              <a:rPr lang="en-GB" dirty="0"/>
              <a:t>Make sure your linear regression works correctly </a:t>
            </a:r>
          </a:p>
          <a:p>
            <a:endParaRPr lang="en-GB" dirty="0"/>
          </a:p>
          <a:p>
            <a:pPr lvl="1"/>
            <a:r>
              <a:rPr lang="en-GB" sz="1800" dirty="0"/>
              <a:t>Scaling (normalisation), and select learning rate   </a:t>
            </a:r>
          </a:p>
        </p:txBody>
      </p:sp>
    </p:spTree>
    <p:extLst>
      <p:ext uri="{BB962C8B-B14F-4D97-AF65-F5344CB8AC3E}">
        <p14:creationId xmlns:p14="http://schemas.microsoft.com/office/powerpoint/2010/main" val="2749236400"/>
      </p:ext>
    </p:extLst>
  </p:cSld>
  <p:clrMapOvr>
    <a:masterClrMapping/>
  </p:clrMapOvr>
</p:sld>
</file>

<file path=ppt/tags/tag1.xml><?xml version="1.0" encoding="utf-8"?>
<p:tagLst xmlns:a="http://schemas.openxmlformats.org/drawingml/2006/main" xmlns:r="http://schemas.openxmlformats.org/officeDocument/2006/relationships" xmlns:p="http://schemas.openxmlformats.org/presentationml/2006/main">
  <p:tag name="LATEXADDIN" val="\documentclass{article}&#10;\usepackage{amsmath}&#10;\usepackage{color}&#10;\pagestyle{empty}&#10;\begin{document}&#10;&#10;$&#10;h_\theta(x) = \theta_0 + \theta_1 x&#10;$&#10;% \delta_i^{(l)} = \left(\sum_j W_{ji}^{(l)} \delta_j^{(l+1)}\right) f'(z_i^{(l)})&#10;&#10;&#10;&#10;\end{document}"/>
  <p:tag name="IGUANATEXSIZE" val="30"/>
</p:tagLst>
</file>

<file path=ppt/tags/tag2.xml><?xml version="1.0" encoding="utf-8"?>
<p:tagLst xmlns:a="http://schemas.openxmlformats.org/drawingml/2006/main" xmlns:r="http://schemas.openxmlformats.org/officeDocument/2006/relationships" xmlns:p="http://schemas.openxmlformats.org/presentationml/2006/main">
  <p:tag name="LATEXADDIN" val="\documentclass{article}&#10;\usepackage{amsmath}&#10;\usepackage{color}&#10;\pagestyle{empty}&#10;\begin{document}&#10;&#10;$&#10;h_\theta(x) = \theta_0 + \theta_1 x&#10;$&#10;% \delta_i^{(l)} = \left(\sum_j W_{ji}^{(l)} \delta_j^{(l+1)}\right) f'(z_i^{(l)})&#10;&#10;&#10;&#10;\end{document}"/>
  <p:tag name="IGUANATEXSIZE" val="30"/>
</p:tagLst>
</file>

<file path=ppt/tags/tag3.xml><?xml version="1.0" encoding="utf-8"?>
<p:tagLst xmlns:a="http://schemas.openxmlformats.org/drawingml/2006/main" xmlns:r="http://schemas.openxmlformats.org/officeDocument/2006/relationships" xmlns:p="http://schemas.openxmlformats.org/presentationml/2006/main">
  <p:tag name="LATEXADDIN" val="\documentclass{article}&#10;\usepackage{amsmath}&#10;\usepackage{color}&#10;\pagestyle{empty}&#10;\begin{document}&#10;&#10;$&#10;\theta_0, \theta_1&#10;$&#10;% \delta_i^{(l)} = \left(\sum_j W_{ji}^{(l)} \delta_j^{(l+1)}\right) f'(z_i^{(l)})&#10;&#10;&#10;&#10;\end{document}"/>
  <p:tag name="IGUANATEXSIZE" val="30"/>
</p:tagLst>
</file>

<file path=ppt/tags/tag4.xml><?xml version="1.0" encoding="utf-8"?>
<p:tagLst xmlns:a="http://schemas.openxmlformats.org/drawingml/2006/main" xmlns:r="http://schemas.openxmlformats.org/officeDocument/2006/relationships" xmlns:p="http://schemas.openxmlformats.org/presentationml/2006/main">
  <p:tag name="LATEXADDIN" val="\documentclass{article}&#10;\usepackage{amsmath}&#10;\usepackage{color}&#10;\pagestyle{empty}&#10;\begin{document}&#10;&#10;$&#10;J(\theta_0,\theta_1) = \frac{1}{2m} \sum\limits^{m}_{i=1} \left( h_\theta(x^{(i)}) - y^{(i)} \right)^2&#10;$&#10;% \delta_i^{(l)} = \left(\sum_j W_{ji}^{(l)} \delta_j^{(l+1)}\right) f'(z_i^{(l)})&#10;&#10;&#10;&#10;\end{document}"/>
  <p:tag name="IGUANATEXSIZE" val="24"/>
</p:tagLst>
</file>

<file path=ppt/tags/tag5.xml><?xml version="1.0" encoding="utf-8"?>
<p:tagLst xmlns:a="http://schemas.openxmlformats.org/drawingml/2006/main" xmlns:r="http://schemas.openxmlformats.org/officeDocument/2006/relationships" xmlns:p="http://schemas.openxmlformats.org/presentationml/2006/main">
  <p:tag name="LATEXADDIN" val="\documentclass{article}&#10;\usepackage{amsmath}&#10;\usepackage{color}&#10;\pagestyle{empty}&#10;\begin{document}&#10;&#10;$&#10;\underset{\theta_0,\theta_1}{\mathrm{minimize}} \; J(\theta_0,\theta_1)&#10;$&#10;% \delta_i^{(l)} = \left(\sum_j W_{ji}^{(l)} \delta_j^{(l+1)}\right) f'(z_i^{(l)})&#10;&#10;&#10;&#10;\end{document}"/>
  <p:tag name="IGUANATEXSIZE" val="30"/>
</p:tagLst>
</file>

<file path=ppt/tags/tag6.xml><?xml version="1.0" encoding="utf-8"?>
<p:tagLst xmlns:a="http://schemas.openxmlformats.org/drawingml/2006/main" xmlns:r="http://schemas.openxmlformats.org/officeDocument/2006/relationships" xmlns:p="http://schemas.openxmlformats.org/presentationml/2006/main">
  <p:tag name="LATEXADDIN" val="\documentclass{article}&#10;\usepackage{amsmath}&#10;\usepackage{color}&#10;\pagestyle{empty}&#10;\begin{document}&#10;&#10;$&#10;h_\theta(x)&#10;$&#10;% \delta_i^{(l)} = \left(\sum_j W_{ji}^{(l)} \delta_j^{(l+1)}\right) f'(z_i^{(l)})&#10;&#10;&#10;&#10;\end{document}"/>
  <p:tag name="IGUANATEXSIZE" val="30"/>
</p:tagLst>
</file>

<file path=ppt/tags/tag7.xml><?xml version="1.0" encoding="utf-8"?>
<p:tagLst xmlns:a="http://schemas.openxmlformats.org/drawingml/2006/main" xmlns:r="http://schemas.openxmlformats.org/officeDocument/2006/relationships" xmlns:p="http://schemas.openxmlformats.org/presentationml/2006/main">
  <p:tag name="LATEXADDIN" val="\documentclass{article}&#10;\usepackage{amsmath}&#10;\usepackage{color}&#10;\pagestyle{empty}&#10;\begin{document}&#10;&#10;$&#10;\theta_0, \theta_1&#10;$&#10;% \delta_i^{(l)} = \left(\sum_j W_{ji}^{(l)} \delta_j^{(l+1)}\right) f'(z_i^{(l)})&#10;&#10;&#10;&#10;\end{document}"/>
  <p:tag name="IGUANATEXSIZE" val="24"/>
</p:tagLst>
</file>

<file path=ppt/tags/tag8.xml><?xml version="1.0" encoding="utf-8"?>
<p:tagLst xmlns:a="http://schemas.openxmlformats.org/drawingml/2006/main" xmlns:r="http://schemas.openxmlformats.org/officeDocument/2006/relationships" xmlns:p="http://schemas.openxmlformats.org/presentationml/2006/main">
  <p:tag name="LATEXADDIN" val="\documentclass{article}&#10;\usepackage{amsmath}&#10;\usepackage{color}&#10;\pagestyle{empty}&#10;\begin{document}&#10;&#10;$&#10;J(\theta_0,\theta_1)&#10;$&#10;% \delta_i^{(l)} = \left(\sum_j W_{ji}^{(l)} \delta_j^{(l+1)}\right) f'(z_i^{(l)})&#10;&#10;&#10;&#10;\end{document}"/>
  <p:tag name="IGUANATEXSIZE" val="30"/>
</p:tagLst>
</file>

<file path=ppt/tags/tag9.xml><?xml version="1.0" encoding="utf-8"?>
<p:tagLst xmlns:a="http://schemas.openxmlformats.org/drawingml/2006/main" xmlns:r="http://schemas.openxmlformats.org/officeDocument/2006/relationships" xmlns:p="http://schemas.openxmlformats.org/presentationml/2006/main">
  <p:tag name="LATEXADDIN" val="\documentclass{article}&#10;\usepackage{amsmath}&#10;\usepackage{color}&#10;\pagestyle{empty}&#10;\begin{document}&#10;&#10;$&#10;\theta_0,\theta_1&#10;$&#10;% \delta_i^{(l)} = \left(\sum_j W_{ji}^{(l)} \delta_j^{(l+1)}\right) f'(z_i^{(l)})&#10;&#10;&#10;&#10;\end{document}"/>
  <p:tag name="IGUANATEXSIZE" val="24"/>
</p:tagLst>
</file>

<file path=ppt/tags/tag10.xml><?xml version="1.0" encoding="utf-8"?>
<p:tagLst xmlns:a="http://schemas.openxmlformats.org/drawingml/2006/main" xmlns:r="http://schemas.openxmlformats.org/officeDocument/2006/relationships" xmlns:p="http://schemas.openxmlformats.org/presentationml/2006/main">
  <p:tag name="LATEXADDIN" val="\documentclass{article}&#10;\usepackage{amsmath}&#10;\usepackage{color}&#10;\pagestyle{empty}&#10;\begin{document}&#10;&#10;$&#10;h_\theta(x)&#10;$&#10;% \delta_i^{(l)} = \left(\sum_j W_{ji}^{(l)} \delta_j^{(l+1)}\right) f'(z_i^{(l)})&#10;&#10;&#10;&#10;\end{document}"/>
  <p:tag name="IGUANATEXSIZE" val="30"/>
</p:tagLst>
</file>

<file path=ppt/tags/tag11.xml><?xml version="1.0" encoding="utf-8"?>
<p:tagLst xmlns:a="http://schemas.openxmlformats.org/drawingml/2006/main" xmlns:r="http://schemas.openxmlformats.org/officeDocument/2006/relationships" xmlns:p="http://schemas.openxmlformats.org/presentationml/2006/main">
  <p:tag name="LATEXADDIN" val="\documentclass{article}&#10;\usepackage{amsmath}&#10;\usepackage{color}&#10;\pagestyle{empty}&#10;\begin{document}&#10;&#10;$&#10;\theta_0, \theta_1&#10;$&#10;% \delta_i^{(l)} = \left(\sum_j W_{ji}^{(l)} \delta_j^{(l+1)}\right) f'(z_i^{(l)})&#10;&#10;&#10;&#10;\end{document}"/>
  <p:tag name="IGUANATEXSIZE" val="24"/>
</p:tagLst>
</file>

<file path=ppt/tags/tag12.xml><?xml version="1.0" encoding="utf-8"?>
<p:tagLst xmlns:a="http://schemas.openxmlformats.org/drawingml/2006/main" xmlns:r="http://schemas.openxmlformats.org/officeDocument/2006/relationships" xmlns:p="http://schemas.openxmlformats.org/presentationml/2006/main">
  <p:tag name="LATEXADDIN" val="\documentclass{article}&#10;\usepackage{amsmath}&#10;\usepackage{color}&#10;\pagestyle{empty}&#10;\begin{document}&#10;&#10;$&#10;J(\theta_0,\theta_1)&#10;$&#10;% \delta_i^{(l)} = \left(\sum_j W_{ji}^{(l)} \delta_j^{(l+1)}\right) f'(z_i^{(l)})&#10;&#10;&#10;&#10;\end{document}"/>
  <p:tag name="IGUANATEXSIZE" val="30"/>
</p:tagLst>
</file>

<file path=ppt/tags/tag13.xml><?xml version="1.0" encoding="utf-8"?>
<p:tagLst xmlns:a="http://schemas.openxmlformats.org/drawingml/2006/main" xmlns:r="http://schemas.openxmlformats.org/officeDocument/2006/relationships" xmlns:p="http://schemas.openxmlformats.org/presentationml/2006/main">
  <p:tag name="LATEXADDIN" val="\documentclass{article}&#10;\usepackage{amsmath}&#10;\usepackage{color}&#10;\pagestyle{empty}&#10;\begin{document}&#10;&#10;$&#10;\theta_0,\theta_1&#10;$&#10;% \delta_i^{(l)} = \left(\sum_j W_{ji}^{(l)} \delta_j^{(l+1)}\right) f'(z_i^{(l)})&#10;&#10;&#10;&#10;\end{document}"/>
  <p:tag name="IGUANATEXSIZE" val="24"/>
</p:tagLst>
</file>

<file path=ppt/tags/tag14.xml><?xml version="1.0" encoding="utf-8"?>
<p:tagLst xmlns:a="http://schemas.openxmlformats.org/drawingml/2006/main" xmlns:r="http://schemas.openxmlformats.org/officeDocument/2006/relationships" xmlns:p="http://schemas.openxmlformats.org/presentationml/2006/main">
  <p:tag name="LATEXADDIN" val="\documentclass{article}&#10;\usepackage{amsmath}&#10;\usepackage{color}&#10;\pagestyle{empty}&#10;\begin{document}&#10;&#10;$&#10;h_\theta(x)&#10;$&#10;% \delta_i^{(l)} = \left(\sum_j W_{ji}^{(l)} \delta_j^{(l+1)}\right) f'(z_i^{(l)})&#10;&#10;&#10;&#10;\end{document}"/>
  <p:tag name="IGUANATEXSIZE" val="30"/>
</p:tagLst>
</file>

<file path=ppt/tags/tag15.xml><?xml version="1.0" encoding="utf-8"?>
<p:tagLst xmlns:a="http://schemas.openxmlformats.org/drawingml/2006/main" xmlns:r="http://schemas.openxmlformats.org/officeDocument/2006/relationships" xmlns:p="http://schemas.openxmlformats.org/presentationml/2006/main">
  <p:tag name="LATEXADDIN" val="\documentclass{article}&#10;\usepackage{amsmath}&#10;\usepackage{color}&#10;\pagestyle{empty}&#10;\begin{document}&#10;&#10;$&#10;\theta_0, \theta_1&#10;$&#10;% \delta_i^{(l)} = \left(\sum_j W_{ji}^{(l)} \delta_j^{(l+1)}\right) f'(z_i^{(l)})&#10;&#10;&#10;&#10;\end{document}"/>
  <p:tag name="IGUANATEXSIZE" val="24"/>
</p:tagLst>
</file>

<file path=ppt/tags/tag16.xml><?xml version="1.0" encoding="utf-8"?>
<p:tagLst xmlns:a="http://schemas.openxmlformats.org/drawingml/2006/main" xmlns:r="http://schemas.openxmlformats.org/officeDocument/2006/relationships" xmlns:p="http://schemas.openxmlformats.org/presentationml/2006/main">
  <p:tag name="LATEXADDIN" val="\documentclass{article}&#10;\usepackage{amsmath}&#10;\usepackage{color}&#10;\pagestyle{empty}&#10;\begin{document}&#10;&#10;$&#10;J(\theta_0,\theta_1)&#10;$&#10;% \delta_i^{(l)} = \left(\sum_j W_{ji}^{(l)} \delta_j^{(l+1)}\right) f'(z_i^{(l)})&#10;&#10;&#10;&#10;\end{document}"/>
  <p:tag name="IGUANATEXSIZE" val="30"/>
</p:tagLst>
</file>

<file path=ppt/tags/tag17.xml><?xml version="1.0" encoding="utf-8"?>
<p:tagLst xmlns:a="http://schemas.openxmlformats.org/drawingml/2006/main" xmlns:r="http://schemas.openxmlformats.org/officeDocument/2006/relationships" xmlns:p="http://schemas.openxmlformats.org/presentationml/2006/main">
  <p:tag name="LATEXADDIN" val="\documentclass{article}&#10;\usepackage{amsmath}&#10;\usepackage{color}&#10;\pagestyle{empty}&#10;\begin{document}&#10;&#10;$&#10;\theta_0,\theta_1&#10;$&#10;% \delta_i^{(l)} = \left(\sum_j W_{ji}^{(l)} \delta_j^{(l+1)}\right) f'(z_i^{(l)})&#10;&#10;&#10;&#10;\end{document}"/>
  <p:tag name="IGUANATEXSIZE" val="24"/>
</p:tagLst>
</file>

<file path=ppt/tags/tag18.xml><?xml version="1.0" encoding="utf-8"?>
<p:tagLst xmlns:a="http://schemas.openxmlformats.org/drawingml/2006/main" xmlns:r="http://schemas.openxmlformats.org/officeDocument/2006/relationships" xmlns:p="http://schemas.openxmlformats.org/presentationml/2006/main">
  <p:tag name="LATEXADDIN" val="\documentclass{article}&#10;\usepackage{amsmath}&#10;\usepackage{color}&#10;\pagestyle{empty}&#10;\begin{document}&#10;&#10;$&#10;h_\theta(x)&#10;$&#10;% \delta_i^{(l)} = \left(\sum_j W_{ji}^{(l)} \delta_j^{(l+1)}\right) f'(z_i^{(l)})&#10;&#10;&#10;&#10;\end{document}"/>
  <p:tag name="IGUANATEXSIZE" val="30"/>
</p:tagLst>
</file>

<file path=ppt/tags/tag19.xml><?xml version="1.0" encoding="utf-8"?>
<p:tagLst xmlns:a="http://schemas.openxmlformats.org/drawingml/2006/main" xmlns:r="http://schemas.openxmlformats.org/officeDocument/2006/relationships" xmlns:p="http://schemas.openxmlformats.org/presentationml/2006/main">
  <p:tag name="LATEXADDIN" val="\documentclass{article}&#10;\usepackage{amsmath}&#10;\usepackage{color}&#10;\pagestyle{empty}&#10;\begin{document}&#10;&#10;$&#10;\theta_0, \theta_1&#10;$&#10;% \delta_i^{(l)} = \left(\sum_j W_{ji}^{(l)} \delta_j^{(l+1)}\right) f'(z_i^{(l)})&#10;&#10;&#10;&#10;\end{document}"/>
  <p:tag name="IGUANATEXSIZE" val="24"/>
</p:tagLst>
</file>

<file path=ppt/tags/tag20.xml><?xml version="1.0" encoding="utf-8"?>
<p:tagLst xmlns:a="http://schemas.openxmlformats.org/drawingml/2006/main" xmlns:r="http://schemas.openxmlformats.org/officeDocument/2006/relationships" xmlns:p="http://schemas.openxmlformats.org/presentationml/2006/main">
  <p:tag name="LATEXADDIN" val="\documentclass{article}&#10;\usepackage{amsmath}&#10;\usepackage{color}&#10;\pagestyle{empty}&#10;\begin{document}&#10;&#10;$&#10;J(\theta_0,\theta_1)&#10;$&#10;% \delta_i^{(l)} = \left(\sum_j W_{ji}^{(l)} \delta_j^{(l+1)}\right) f'(z_i^{(l)})&#10;&#10;&#10;&#10;\end{document}"/>
  <p:tag name="IGUANATEXSIZE" val="30"/>
</p:tagLst>
</file>

<file path=ppt/tags/tag21.xml><?xml version="1.0" encoding="utf-8"?>
<p:tagLst xmlns:a="http://schemas.openxmlformats.org/drawingml/2006/main" xmlns:r="http://schemas.openxmlformats.org/officeDocument/2006/relationships" xmlns:p="http://schemas.openxmlformats.org/presentationml/2006/main">
  <p:tag name="LATEXADDIN" val="\documentclass{article}&#10;\usepackage{amsmath}&#10;\usepackage{color}&#10;\pagestyle{empty}&#10;\begin{document}&#10;&#10;$&#10;\theta_0,\theta_1&#10;$&#10;% \delta_i^{(l)} = \left(\sum_j W_{ji}^{(l)} \delta_j^{(l+1)}\right) f'(z_i^{(l)})&#10;&#10;&#10;&#10;\end{document}"/>
  <p:tag name="IGUANATEXSIZE" val="24"/>
</p:tagLst>
</file>

<file path=ppt/tags/tag22.xml><?xml version="1.0" encoding="utf-8"?>
<p:tagLst xmlns:a="http://schemas.openxmlformats.org/drawingml/2006/main" xmlns:r="http://schemas.openxmlformats.org/officeDocument/2006/relationships" xmlns:p="http://schemas.openxmlformats.org/presentationml/2006/main">
  <p:tag name="LATEXADDIN" val="\documentclass{article}&#10;\usepackage{amsmath}&#10;\usepackage{color}&#10;\pagestyle{empty}&#10;\begin{document}&#10;&#10;$&#10;h_\theta(x)&#10;$&#10;% \delta_i^{(l)} = \left(\sum_j W_{ji}^{(l)} \delta_j^{(l+1)}\right) f'(z_i^{(l)})&#10;&#10;&#10;&#10;\end{document}"/>
  <p:tag name="IGUANATEXSIZE" val="30"/>
</p:tagLst>
</file>

<file path=ppt/tags/tag23.xml><?xml version="1.0" encoding="utf-8"?>
<p:tagLst xmlns:a="http://schemas.openxmlformats.org/drawingml/2006/main" xmlns:r="http://schemas.openxmlformats.org/officeDocument/2006/relationships" xmlns:p="http://schemas.openxmlformats.org/presentationml/2006/main">
  <p:tag name="LATEXADDIN" val="\documentclass{article}&#10;\usepackage{amsmath}&#10;\usepackage{color}&#10;\pagestyle{empty}&#10;\begin{document}&#10;&#10;$&#10;\theta_0, \theta_1&#10;$&#10;% \delta_i^{(l)} = \left(\sum_j W_{ji}^{(l)} \delta_j^{(l+1)}\right) f'(z_i^{(l)})&#10;&#10;&#10;&#10;\end{document}"/>
  <p:tag name="IGUANATEXSIZE" val="24"/>
</p:tagLst>
</file>

<file path=ppt/tags/tag24.xml><?xml version="1.0" encoding="utf-8"?>
<p:tagLst xmlns:a="http://schemas.openxmlformats.org/drawingml/2006/main" xmlns:r="http://schemas.openxmlformats.org/officeDocument/2006/relationships" xmlns:p="http://schemas.openxmlformats.org/presentationml/2006/main">
  <p:tag name="LATEXADDIN" val="\documentclass{article}&#10;\usepackage{amsmath}&#10;\usepackage{color}&#10;\pagestyle{empty}&#10;\begin{document}&#10;&#10;$&#10;J(\theta_0,\theta_1)&#10;$&#10;% \delta_i^{(l)} = \left(\sum_j W_{ji}^{(l)} \delta_j^{(l+1)}\right) f'(z_i^{(l)})&#10;&#10;&#10;&#10;\end{document}"/>
  <p:tag name="IGUANATEXSIZE" val="30"/>
</p:tagLst>
</file>

<file path=ppt/tags/tag25.xml><?xml version="1.0" encoding="utf-8"?>
<p:tagLst xmlns:a="http://schemas.openxmlformats.org/drawingml/2006/main" xmlns:r="http://schemas.openxmlformats.org/officeDocument/2006/relationships" xmlns:p="http://schemas.openxmlformats.org/presentationml/2006/main">
  <p:tag name="LATEXADDIN" val="\documentclass{article}&#10;\usepackage{amsmath}&#10;\usepackage{color}&#10;\pagestyle{empty}&#10;\begin{document}&#10;&#10;$&#10;\theta_0,\theta_1&#10;$&#10;% \delta_i^{(l)} = \left(\sum_j W_{ji}^{(l)} \delta_j^{(l+1)}\right) f'(z_i^{(l)})&#10;&#10;&#10;&#10;\end{document}"/>
  <p:tag name="IGUANATEXSIZE" val="24"/>
</p:tagLst>
</file>

<file path=ppt/tags/tag26.xml><?xml version="1.0" encoding="utf-8"?>
<p:tagLst xmlns:a="http://schemas.openxmlformats.org/drawingml/2006/main" xmlns:r="http://schemas.openxmlformats.org/officeDocument/2006/relationships" xmlns:p="http://schemas.openxmlformats.org/presentationml/2006/main">
  <p:tag name="LATEXADDIN" val="\documentclass{article}&#10;\usepackage{amsmath}&#10;\usepackage{color}&#10;\pagestyle{empty}&#10;\begin{document}&#10;&#10;$&#10;h_\theta(x)&#10;$&#10;% \delta_i^{(l)} = \left(\sum_j W_{ji}^{(l)} \delta_j^{(l+1)}\right) f'(z_i^{(l)})&#10;&#10;&#10;&#10;\end{document}"/>
  <p:tag name="IGUANATEXSIZE" val="30"/>
</p:tagLst>
</file>

<file path=ppt/tags/tag27.xml><?xml version="1.0" encoding="utf-8"?>
<p:tagLst xmlns:a="http://schemas.openxmlformats.org/drawingml/2006/main" xmlns:r="http://schemas.openxmlformats.org/officeDocument/2006/relationships" xmlns:p="http://schemas.openxmlformats.org/presentationml/2006/main">
  <p:tag name="LATEXADDIN" val="\documentclass{article}&#10;\usepackage{amsmath}&#10;\usepackage{color}&#10;\pagestyle{empty}&#10;\begin{document}&#10;&#10;$&#10;\theta_0, \theta_1&#10;$&#10;% \delta_i^{(l)} = \left(\sum_j W_{ji}^{(l)} \delta_j^{(l+1)}\right) f'(z_i^{(l)})&#10;&#10;&#10;&#10;\end{document}"/>
  <p:tag name="IGUANATEXSIZE" val="24"/>
</p:tagLst>
</file>

<file path=ppt/tags/tag28.xml><?xml version="1.0" encoding="utf-8"?>
<p:tagLst xmlns:a="http://schemas.openxmlformats.org/drawingml/2006/main" xmlns:r="http://schemas.openxmlformats.org/officeDocument/2006/relationships" xmlns:p="http://schemas.openxmlformats.org/presentationml/2006/main">
  <p:tag name="LATEXADDIN" val="\documentclass{article}&#10;\usepackage{amsmath}&#10;\usepackage{color}&#10;\pagestyle{empty}&#10;\begin{document}&#10;&#10;$&#10;J(\theta_0,\theta_1)&#10;$&#10;% \delta_i^{(l)} = \left(\sum_j W_{ji}^{(l)} \delta_j^{(l+1)}\right) f'(z_i^{(l)})&#10;&#10;&#10;&#10;\end{document}"/>
  <p:tag name="IGUANATEXSIZE" val="30"/>
</p:tagLst>
</file>

<file path=ppt/tags/tag29.xml><?xml version="1.0" encoding="utf-8"?>
<p:tagLst xmlns:a="http://schemas.openxmlformats.org/drawingml/2006/main" xmlns:r="http://schemas.openxmlformats.org/officeDocument/2006/relationships" xmlns:p="http://schemas.openxmlformats.org/presentationml/2006/main">
  <p:tag name="LATEXADDIN" val="\documentclass{article}&#10;\usepackage{amsmath}&#10;\usepackage{color}&#10;\pagestyle{empty}&#10;\begin{document}&#10;&#10;$&#10;\theta_0,\theta_1&#10;$&#10;% \delta_i^{(l)} = \left(\sum_j W_{ji}^{(l)} \delta_j^{(l+1)}\right) f'(z_i^{(l)})&#10;&#10;&#10;&#10;\end{document}"/>
  <p:tag name="IGUANATEXSIZE" val="24"/>
</p:tagLst>
</file>

<file path=ppt/tags/tag30.xml><?xml version="1.0" encoding="utf-8"?>
<p:tagLst xmlns:a="http://schemas.openxmlformats.org/drawingml/2006/main" xmlns:r="http://schemas.openxmlformats.org/officeDocument/2006/relationships" xmlns:p="http://schemas.openxmlformats.org/presentationml/2006/main">
  <p:tag name="LATEXADDIN" val="\documentclass{article}&#10;\usepackage{amsmath}&#10;\usepackage{color}&#10;\pagestyle{empty}&#10;\begin{document}&#10;&#10;$&#10;h_\theta(x)&#10;$&#10;% \delta_i^{(l)} = \left(\sum_j W_{ji}^{(l)} \delta_j^{(l+1)}\right) f'(z_i^{(l)})&#10;&#10;&#10;&#10;\end{document}"/>
  <p:tag name="IGUANATEXSIZE" val="30"/>
</p:tagLst>
</file>

<file path=ppt/tags/tag31.xml><?xml version="1.0" encoding="utf-8"?>
<p:tagLst xmlns:a="http://schemas.openxmlformats.org/drawingml/2006/main" xmlns:r="http://schemas.openxmlformats.org/officeDocument/2006/relationships" xmlns:p="http://schemas.openxmlformats.org/presentationml/2006/main">
  <p:tag name="LATEXADDIN" val="\documentclass{article}&#10;\usepackage{amsmath}&#10;\usepackage{color}&#10;\pagestyle{empty}&#10;\begin{document}&#10;&#10;$&#10;\theta_0, \theta_1&#10;$&#10;% \delta_i^{(l)} = \left(\sum_j W_{ji}^{(l)} \delta_j^{(l+1)}\right) f'(z_i^{(l)})&#10;&#10;&#10;&#10;\end{document}"/>
  <p:tag name="IGUANATEXSIZE" val="24"/>
</p:tagLst>
</file>

<file path=ppt/tags/tag32.xml><?xml version="1.0" encoding="utf-8"?>
<p:tagLst xmlns:a="http://schemas.openxmlformats.org/drawingml/2006/main" xmlns:r="http://schemas.openxmlformats.org/officeDocument/2006/relationships" xmlns:p="http://schemas.openxmlformats.org/presentationml/2006/main">
  <p:tag name="LATEXADDIN" val="\documentclass{article}&#10;\usepackage{amsmath}&#10;\usepackage{color}&#10;\pagestyle{empty}&#10;\begin{document}&#10;&#10;$&#10;J(\theta_0,\theta_1)&#10;$&#10;% \delta_i^{(l)} = \left(\sum_j W_{ji}^{(l)} \delta_j^{(l+1)}\right) f'(z_i^{(l)})&#10;&#10;&#10;&#10;\end{document}"/>
  <p:tag name="IGUANATEXSIZE" val="30"/>
</p:tagLst>
</file>

<file path=ppt/tags/tag33.xml><?xml version="1.0" encoding="utf-8"?>
<p:tagLst xmlns:a="http://schemas.openxmlformats.org/drawingml/2006/main" xmlns:r="http://schemas.openxmlformats.org/officeDocument/2006/relationships" xmlns:p="http://schemas.openxmlformats.org/presentationml/2006/main">
  <p:tag name="LATEXADDIN" val="\documentclass{article}&#10;\usepackage{amsmath}&#10;\usepackage{color}&#10;\pagestyle{empty}&#10;\begin{document}&#10;&#10;$&#10;\theta_0,\theta_1&#10;$&#10;% \delta_i^{(l)} = \left(\sum_j W_{ji}^{(l)} \delta_j^{(l+1)}\right) f'(z_i^{(l)})&#10;&#10;&#10;&#10;\end{document}"/>
  <p:tag name="IGUANATEXSIZE" val="24"/>
</p:tagLst>
</file>

<file path=ppt/tags/tag34.xml><?xml version="1.0" encoding="utf-8"?>
<p:tagLst xmlns:a="http://schemas.openxmlformats.org/drawingml/2006/main" xmlns:r="http://schemas.openxmlformats.org/officeDocument/2006/relationships" xmlns:p="http://schemas.openxmlformats.org/presentationml/2006/main">
  <p:tag name="LATEXADDIN" val="\documentclass{article}&#10;\usepackage{amsmath}&#10;\usepackage{color}&#10;\pagestyle{empty}&#10;\begin{document}&#10;&#10;$&#10;h_\theta(x)&#10;$&#10;% \delta_i^{(l)} = \left(\sum_j W_{ji}^{(l)} \delta_j^{(l+1)}\right) f'(z_i^{(l)})&#10;&#10;&#10;&#10;\end{document}"/>
  <p:tag name="IGUANATEXSIZE" val="30"/>
</p:tagLst>
</file>

<file path=ppt/tags/tag35.xml><?xml version="1.0" encoding="utf-8"?>
<p:tagLst xmlns:a="http://schemas.openxmlformats.org/drawingml/2006/main" xmlns:r="http://schemas.openxmlformats.org/officeDocument/2006/relationships" xmlns:p="http://schemas.openxmlformats.org/presentationml/2006/main">
  <p:tag name="LATEXADDIN" val="\documentclass{article}&#10;\usepackage{amsmath}&#10;\usepackage{color}&#10;\pagestyle{empty}&#10;\begin{document}&#10;&#10;$&#10;\theta_0, \theta_1&#10;$&#10;% \delta_i^{(l)} = \left(\sum_j W_{ji}^{(l)} \delta_j^{(l+1)}\right) f'(z_i^{(l)})&#10;&#10;&#10;&#10;\end{document}"/>
  <p:tag name="IGUANATEXSIZE" val="24"/>
</p:tagLst>
</file>

<file path=ppt/tags/tag36.xml><?xml version="1.0" encoding="utf-8"?>
<p:tagLst xmlns:a="http://schemas.openxmlformats.org/drawingml/2006/main" xmlns:r="http://schemas.openxmlformats.org/officeDocument/2006/relationships" xmlns:p="http://schemas.openxmlformats.org/presentationml/2006/main">
  <p:tag name="LATEXADDIN" val="\documentclass{article}&#10;\usepackage{amsmath}&#10;\usepackage{color}&#10;\pagestyle{empty}&#10;\begin{document}&#10;&#10;$&#10;J(\theta_0,\theta_1)&#10;$&#10;% \delta_i^{(l)} = \left(\sum_j W_{ji}^{(l)} \delta_j^{(l+1)}\right) f'(z_i^{(l)})&#10;&#10;&#10;&#10;\end{document}"/>
  <p:tag name="IGUANATEXSIZE" val="30"/>
</p:tagLst>
</file>

<file path=ppt/tags/tag37.xml><?xml version="1.0" encoding="utf-8"?>
<p:tagLst xmlns:a="http://schemas.openxmlformats.org/drawingml/2006/main" xmlns:r="http://schemas.openxmlformats.org/officeDocument/2006/relationships" xmlns:p="http://schemas.openxmlformats.org/presentationml/2006/main">
  <p:tag name="LATEXADDIN" val="\documentclass{article}&#10;\usepackage{amsmath}&#10;\usepackage{color}&#10;\pagestyle{empty}&#10;\begin{document}&#10;&#10;$&#10;\theta_0,\theta_1&#10;$&#10;% \delta_i^{(l)} = \left(\sum_j W_{ji}^{(l)} \delta_j^{(l+1)}\right) f'(z_i^{(l)})&#10;&#10;&#10;&#10;\end{document}"/>
  <p:tag name="IGUANATEXSIZE" val="24"/>
</p:tagLst>
</file>

<file path=ppt/tags/tag38.xml><?xml version="1.0" encoding="utf-8"?>
<p:tagLst xmlns:a="http://schemas.openxmlformats.org/drawingml/2006/main" xmlns:r="http://schemas.openxmlformats.org/officeDocument/2006/relationships" xmlns:p="http://schemas.openxmlformats.org/presentationml/2006/main">
  <p:tag name="LATEXADDIN" val="\documentclass{article}&#10;\usepackage{amsmath}&#10;\usepackage{color}&#10;\pagestyle{empty}&#10;\begin{document}&#10;&#10;$&#10;h_\theta(x)&#10;$&#10;% \delta_i^{(l)} = \left(\sum_j W_{ji}^{(l)} \delta_j^{(l+1)}\right) f'(z_i^{(l)})&#10;&#10;&#10;&#10;\end{document}"/>
  <p:tag name="IGUANATEXSIZE" val="30"/>
</p:tagLst>
</file>

<file path=ppt/tags/tag39.xml><?xml version="1.0" encoding="utf-8"?>
<p:tagLst xmlns:a="http://schemas.openxmlformats.org/drawingml/2006/main" xmlns:r="http://schemas.openxmlformats.org/officeDocument/2006/relationships" xmlns:p="http://schemas.openxmlformats.org/presentationml/2006/main">
  <p:tag name="LATEXADDIN" val="\documentclass{article}&#10;\usepackage{amsmath}&#10;\usepackage{color}&#10;\pagestyle{empty}&#10;\begin{document}&#10;&#10;$&#10;\theta_0, \theta_1&#10;$&#10;% \delta_i^{(l)} = \left(\sum_j W_{ji}^{(l)} \delta_j^{(l+1)}\right) f'(z_i^{(l)})&#10;&#10;&#10;&#10;\end{document}"/>
  <p:tag name="IGUANATEXSIZE" val="24"/>
</p:tagLst>
</file>

<file path=ppt/tags/tag40.xml><?xml version="1.0" encoding="utf-8"?>
<p:tagLst xmlns:a="http://schemas.openxmlformats.org/drawingml/2006/main" xmlns:r="http://schemas.openxmlformats.org/officeDocument/2006/relationships" xmlns:p="http://schemas.openxmlformats.org/presentationml/2006/main">
  <p:tag name="LATEXADDIN" val="\documentclass{article}&#10;\usepackage{amsmath}&#10;\usepackage{color}&#10;\pagestyle{empty}&#10;\begin{document}&#10;&#10;$&#10;J(\theta_0,\theta_1)&#10;$&#10;% \delta_i^{(l)} = \left(\sum_j W_{ji}^{(l)} \delta_j^{(l+1)}\right) f'(z_i^{(l)})&#10;&#10;&#10;&#10;\end{document}"/>
  <p:tag name="IGUANATEXSIZE" val="30"/>
</p:tagLst>
</file>

<file path=ppt/tags/tag41.xml><?xml version="1.0" encoding="utf-8"?>
<p:tagLst xmlns:a="http://schemas.openxmlformats.org/drawingml/2006/main" xmlns:r="http://schemas.openxmlformats.org/officeDocument/2006/relationships" xmlns:p="http://schemas.openxmlformats.org/presentationml/2006/main">
  <p:tag name="LATEXADDIN" val="\documentclass{article}&#10;\usepackage{amsmath}&#10;\usepackage{color}&#10;\pagestyle{empty}&#10;\begin{document}&#10;&#10;$&#10;\theta_0,\theta_1&#10;$&#10;% \delta_i^{(l)} = \left(\sum_j W_{ji}^{(l)} \delta_j^{(l+1)}\right) f'(z_i^{(l)})&#10;&#10;&#10;&#10;\end{document}"/>
  <p:tag name="IGUANATEXSIZE" val="24"/>
</p:tagLst>
</file>

<file path=ppt/tags/tag42.xml><?xml version="1.0" encoding="utf-8"?>
<p:tagLst xmlns:a="http://schemas.openxmlformats.org/drawingml/2006/main" xmlns:r="http://schemas.openxmlformats.org/officeDocument/2006/relationships" xmlns:p="http://schemas.openxmlformats.org/presentationml/2006/main">
  <p:tag name="LATEXADDIN" val="\documentclass{article}&#10;\usepackage{amsmath}&#10;\pagestyle{empty}&#10;\begin{document}&#10;&#10;&#10;$&#10;x_0&#10;$&#10;&#10;\end{document}"/>
  <p:tag name="IGUANATEXSIZE" val="20"/>
</p:tagLst>
</file>

<file path=ppt/tags/tag43.xml><?xml version="1.0" encoding="utf-8"?>
<p:tagLst xmlns:a="http://schemas.openxmlformats.org/drawingml/2006/main" xmlns:r="http://schemas.openxmlformats.org/officeDocument/2006/relationships" xmlns:p="http://schemas.openxmlformats.org/presentationml/2006/main">
  <p:tag name="LATEXADDIN" val="\documentclass{article}&#10;\usepackage{amsmath}&#10;\pagestyle{empty}&#10;\begin{document}&#10;&#10;&#10;$&#10;x_1&#10;$&#10;&#10;\end{document}"/>
  <p:tag name="IGUANATEXSIZE" val="20"/>
</p:tagLst>
</file>

<file path=ppt/tags/tag44.xml><?xml version="1.0" encoding="utf-8"?>
<p:tagLst xmlns:a="http://schemas.openxmlformats.org/drawingml/2006/main" xmlns:r="http://schemas.openxmlformats.org/officeDocument/2006/relationships" xmlns:p="http://schemas.openxmlformats.org/presentationml/2006/main">
  <p:tag name="LATEXADDIN" val="\documentclass{article}&#10;\usepackage{amsmath}&#10;\pagestyle{empty}&#10;\begin{document}&#10;&#10;&#10;$&#10;x_2&#10;$&#10;&#10;\end{document}"/>
  <p:tag name="IGUANATEXSIZE" val="20"/>
</p:tagLst>
</file>

<file path=ppt/tags/tag45.xml><?xml version="1.0" encoding="utf-8"?>
<p:tagLst xmlns:a="http://schemas.openxmlformats.org/drawingml/2006/main" xmlns:r="http://schemas.openxmlformats.org/officeDocument/2006/relationships" xmlns:p="http://schemas.openxmlformats.org/presentationml/2006/main">
  <p:tag name="LATEXADDIN" val="\documentclass{article}&#10;\usepackage{amsmath}&#10;\pagestyle{empty}&#10;\begin{document}&#10;&#10;&#10;$&#10;x_3&#10;$&#10;&#10;\end{document}"/>
  <p:tag name="IGUANATEXSIZE" val="20"/>
</p:tagLst>
</file>

<file path=ppt/tags/tag46.xml><?xml version="1.0" encoding="utf-8"?>
<p:tagLst xmlns:a="http://schemas.openxmlformats.org/drawingml/2006/main" xmlns:r="http://schemas.openxmlformats.org/officeDocument/2006/relationships" xmlns:p="http://schemas.openxmlformats.org/presentationml/2006/main">
  <p:tag name="LATEXADDIN" val="\documentclass{article}&#10;\usepackage{amsmath}&#10;\pagestyle{empty}&#10;\begin{document}&#10;&#10;&#10;$&#10;y&#10;$&#10;&#10;\end{document}"/>
  <p:tag name="IGUANATEXSIZE" val="20"/>
</p:tagLst>
</file>

<file path=ppt/tags/tag47.xml><?xml version="1.0" encoding="utf-8"?>
<p:tagLst xmlns:a="http://schemas.openxmlformats.org/drawingml/2006/main" xmlns:r="http://schemas.openxmlformats.org/officeDocument/2006/relationships" xmlns:p="http://schemas.openxmlformats.org/presentationml/2006/main">
  <p:tag name="LATEXADDIN" val="\documentclass{article}&#10;\usepackage{amsmath}&#10;\pagestyle{empty}&#10;\begin{document}&#10;&#10;&#10;$&#10;x_4&#10;$&#10;&#10;\end{document}"/>
  <p:tag name="IGUANATEXSIZE" val="20"/>
</p:tagLst>
</file>

<file path=ppt/tags/tag48.xml><?xml version="1.0" encoding="utf-8"?>
<p:tagLst xmlns:a="http://schemas.openxmlformats.org/drawingml/2006/main" xmlns:r="http://schemas.openxmlformats.org/officeDocument/2006/relationships" xmlns:p="http://schemas.openxmlformats.org/presentationml/2006/main">
  <p:tag name="LATEXADDIN" val="\documentclass{article}&#10;\usepackage{amsmath}&#10;\pagestyle{empty}&#10;\begin{document}&#10;&#10;&#10;$&#10;X = \begin{bmatrix}&#10;1 &amp; 2104 &amp; 5 &amp; 1 &amp; 45 \\&#10;1 &amp; 1416 &amp; 3 &amp; 2 &amp; 40 \\&#10;1 &amp; 1534 &amp; 3 &amp; 2 &amp; 30 \\&#10;1 &amp; 852 &amp; 2 &amp; 1 &amp; 36 \\&#10;\end{bmatrix}&#10;$&#10;&#10;\end{document}"/>
  <p:tag name="IGUANATEXSIZE" val="20"/>
</p:tagLst>
</file>

<file path=ppt/tags/tag49.xml><?xml version="1.0" encoding="utf-8"?>
<p:tagLst xmlns:a="http://schemas.openxmlformats.org/drawingml/2006/main" xmlns:r="http://schemas.openxmlformats.org/officeDocument/2006/relationships" xmlns:p="http://schemas.openxmlformats.org/presentationml/2006/main">
  <p:tag name="LATEXADDIN" val="\documentclass{article}&#10;\usepackage{amsmath}&#10;\pagestyle{empty}&#10;\begin{document}&#10;&#10;&#10;$&#10;y = \begin{bmatrix}&#10; 460\\&#10; 232\\&#10; 315\\&#10; 178&#10;\end{bmatrix}&#10;$&#10;&#10;\end{document}"/>
  <p:tag name="IGUANATEXSIZE" val="20"/>
</p:tagLst>
</file>

<file path=ppt/tags/tag50.xml><?xml version="1.0" encoding="utf-8"?>
<p:tagLst xmlns:a="http://schemas.openxmlformats.org/drawingml/2006/main" xmlns:r="http://schemas.openxmlformats.org/officeDocument/2006/relationships" xmlns:p="http://schemas.openxmlformats.org/presentationml/2006/main">
  <p:tag name="LATEXADDIN" val="\documentclass{article}&#10;\usepackage{amsmath}&#10;\pagestyle{empty}&#10;\begin{document}&#10;&#10;&#10;$x_1$&#10;&#10;\end{document}"/>
  <p:tag name="IGUANATEXSIZE" val="24"/>
</p:tagLst>
</file>

<file path=ppt/tags/tag51.xml><?xml version="1.0" encoding="utf-8"?>
<p:tagLst xmlns:a="http://schemas.openxmlformats.org/drawingml/2006/main" xmlns:r="http://schemas.openxmlformats.org/officeDocument/2006/relationships" xmlns:p="http://schemas.openxmlformats.org/presentationml/2006/main">
  <p:tag name="LATEXADDIN" val="\documentclass{article}&#10;\usepackage{amsmath}&#10;\pagestyle{empty}&#10;\begin{document}&#10;&#10;&#10;$x_2$&#10;&#10;\end{document}"/>
  <p:tag name="IGUANATEXSIZE" val="24"/>
</p:tagLst>
</file>

<file path=ppt/tags/tag52.xml><?xml version="1.0" encoding="utf-8"?>
<p:tagLst xmlns:a="http://schemas.openxmlformats.org/drawingml/2006/main" xmlns:r="http://schemas.openxmlformats.org/officeDocument/2006/relationships" xmlns:p="http://schemas.openxmlformats.org/presentationml/2006/main">
  <p:tag name="LATEXADDIN" val="\documentclass{article}&#10;\usepackage{amsmath}&#10;\pagestyle{empty}&#10;\begin{document}&#10;&#10;&#10;$x_1 = \frac{size (feet^2)}{2000}$&#10;&#10;\end{document}"/>
  <p:tag name="IGUANATEXSIZE" val="24"/>
</p:tagLst>
</file>

<file path=ppt/tags/tag53.xml><?xml version="1.0" encoding="utf-8"?>
<p:tagLst xmlns:a="http://schemas.openxmlformats.org/drawingml/2006/main" xmlns:r="http://schemas.openxmlformats.org/officeDocument/2006/relationships" xmlns:p="http://schemas.openxmlformats.org/presentationml/2006/main">
  <p:tag name="LATEXADDIN" val="\documentclass{article}&#10;\usepackage{amsmath}&#10;\pagestyle{empty}&#10;\begin{document}&#10;&#10;&#10;$x_2 = \frac{numbersdf    of bedrooms}{5}$&#10;&#10;\end{document}"/>
  <p:tag name="IGUANATEXSIZE" val="24"/>
</p:tagLst>
</file>

<file path=ppt/tags/tag54.xml><?xml version="1.0" encoding="utf-8"?>
<p:tagLst xmlns:a="http://schemas.openxmlformats.org/drawingml/2006/main" xmlns:r="http://schemas.openxmlformats.org/officeDocument/2006/relationships" xmlns:p="http://schemas.openxmlformats.org/presentationml/2006/main">
  <p:tag name="LATEXADDIN" val="\documentclass{article}&#10;\usepackage{amsmath}&#10;\pagestyle{empty}&#10;\begin{document}&#10;&#10;&#10;$ -1 \leq x_i \leq 1$&#10;&#10;\end{document}"/>
  <p:tag name="IGUANATEXSIZE" val="24"/>
</p:tagLst>
</file>

<file path=ppt/tags/tag55.xml><?xml version="1.0" encoding="utf-8"?>
<p:tagLst xmlns:a="http://schemas.openxmlformats.org/drawingml/2006/main" xmlns:r="http://schemas.openxmlformats.org/officeDocument/2006/relationships" xmlns:p="http://schemas.openxmlformats.org/presentationml/2006/main">
  <p:tag name="LATEXADDIN" val="\documentclass{article}&#10;\usepackage{amsmath}&#10;\pagestyle{empty}&#10;\begin{document}&#10;&#10;&#10;$x_1$&#10;&#10;\end{document}"/>
  <p:tag name="IGUANATEXSIZE" val="24"/>
</p:tagLst>
</file>

<file path=ppt/tags/tag56.xml><?xml version="1.0" encoding="utf-8"?>
<p:tagLst xmlns:a="http://schemas.openxmlformats.org/drawingml/2006/main" xmlns:r="http://schemas.openxmlformats.org/officeDocument/2006/relationships" xmlns:p="http://schemas.openxmlformats.org/presentationml/2006/main">
  <p:tag name="LATEXADDIN" val="\documentclass{article}&#10;\usepackage{amsmath}&#10;\pagestyle{empty}&#10;\begin{document}&#10;&#10;&#10;$x_2$&#10;&#10;\end{document}"/>
  <p:tag name="IGUANATEXSIZE" val="24"/>
</p:tagLst>
</file>

<file path=ppt/tags/tag57.xml><?xml version="1.0" encoding="utf-8"?>
<p:tagLst xmlns:a="http://schemas.openxmlformats.org/drawingml/2006/main" xmlns:r="http://schemas.openxmlformats.org/officeDocument/2006/relationships" xmlns:p="http://schemas.openxmlformats.org/presentationml/2006/main">
  <p:tag name="LATEXADDIN" val="\documentclass{article}&#10;\usepackage{amsmath}&#10;\pagestyle{empty}&#10;\begin{document}&#10;&#10;&#10;$x_i$&#10;&#10;&#10;\end{document}"/>
  <p:tag name="IGUANATEXSIZE" val="20"/>
</p:tagLst>
</file>

<file path=ppt/tags/tag58.xml><?xml version="1.0" encoding="utf-8"?>
<p:tagLst xmlns:a="http://schemas.openxmlformats.org/drawingml/2006/main" xmlns:r="http://schemas.openxmlformats.org/officeDocument/2006/relationships" xmlns:p="http://schemas.openxmlformats.org/presentationml/2006/main">
  <p:tag name="LATEXADDIN" val="\documentclass{article}&#10;\usepackage{amsmath}&#10;\pagestyle{empty}&#10;\begin{document}&#10;&#10;&#10;$x_i - \mu_i$&#10;&#10;&#10;\end{document}"/>
  <p:tag name="IGUANATEXSIZE" val="20"/>
</p:tagLst>
</file>

<file path=ppt/tags/tag59.xml><?xml version="1.0" encoding="utf-8"?>
<p:tagLst xmlns:a="http://schemas.openxmlformats.org/drawingml/2006/main" xmlns:r="http://schemas.openxmlformats.org/officeDocument/2006/relationships" xmlns:p="http://schemas.openxmlformats.org/presentationml/2006/main">
  <p:tag name="LATEXADDIN" val="\documentclass{article}&#10;\usepackage{amsmath}&#10;\pagestyle{empty}&#10;\begin{document}&#10;&#10;&#10;$x_0 = 1$&#10;&#10;&#10;\end{document}"/>
  <p:tag name="IGUANATEXSIZE" val="20"/>
</p:tagLst>
</file>

<file path=ppt/tags/tag60.xml><?xml version="1.0" encoding="utf-8"?>
<p:tagLst xmlns:a="http://schemas.openxmlformats.org/drawingml/2006/main" xmlns:r="http://schemas.openxmlformats.org/officeDocument/2006/relationships" xmlns:p="http://schemas.openxmlformats.org/presentationml/2006/main">
  <p:tag name="LATEXADDIN" val="\documentclass{article}&#10;\usepackage{amsmath}&#10;\pagestyle{empty}&#10;\begin{document}&#10;&#10;&#10;$x_1 = \frac{size - 1000}{2000}$&#10;&#10;&#10;\end{document}"/>
  <p:tag name="IGUANATEXSIZE" val="24"/>
</p:tagLst>
</file>

<file path=ppt/tags/tag61.xml><?xml version="1.0" encoding="utf-8"?>
<p:tagLst xmlns:a="http://schemas.openxmlformats.org/drawingml/2006/main" xmlns:r="http://schemas.openxmlformats.org/officeDocument/2006/relationships" xmlns:p="http://schemas.openxmlformats.org/presentationml/2006/main">
  <p:tag name="LATEXADDIN" val="\documentclass{article}&#10;\usepackage{amsmath}&#10;\pagestyle{empty}&#10;\begin{document}&#10;&#10;&#10;$x_2 = \frac{\#bedrooms - 2}{5}$&#10;&#10;&#10;\end{document}"/>
  <p:tag name="IGUANATEXSIZE" val="24"/>
</p:tagLst>
</file>

<file path=ppt/tags/tag62.xml><?xml version="1.0" encoding="utf-8"?>
<p:tagLst xmlns:a="http://schemas.openxmlformats.org/drawingml/2006/main" xmlns:r="http://schemas.openxmlformats.org/officeDocument/2006/relationships" xmlns:p="http://schemas.openxmlformats.org/presentationml/2006/main">
  <p:tag name="LATEXADDIN" val="\documentclass{article}&#10;\usepackage{amsmath}&#10;\pagestyle{empty}&#10;\begin{document}&#10;&#10;&#10;$-0.5 \leq x_1 \leq 0.5, -0.5 \leq x_2 \leq 0.5$&#10;&#10;&#10;\end{document}"/>
  <p:tag name="IGUANATEXSIZE" val="20"/>
</p:tagLst>
</file>

<file path=ppt/tags/tag63.xml><?xml version="1.0" encoding="utf-8"?>
<p:tagLst xmlns:a="http://schemas.openxmlformats.org/drawingml/2006/main" xmlns:r="http://schemas.openxmlformats.org/officeDocument/2006/relationships" xmlns:p="http://schemas.openxmlformats.org/presentationml/2006/main">
  <p:tag name="LATEXADDIN" val="\documentclass{article}&#10;\usepackage{amsmath}&#10;\pagestyle{empty}&#10;\begin{document}&#10;&#10;&#10;$&#10;\theta_j := \theta_j - \alpha \frac{\partial}{\partial \theta_j} J(\theta)&#10;$&#10;&#10;\end{document}"/>
  <p:tag name="IGUANATEXSIZE" val="32"/>
</p:tagLst>
</file>

<file path=ppt/tags/tag64.xml><?xml version="1.0" encoding="utf-8"?>
<p:tagLst xmlns:a="http://schemas.openxmlformats.org/drawingml/2006/main" xmlns:r="http://schemas.openxmlformats.org/officeDocument/2006/relationships" xmlns:p="http://schemas.openxmlformats.org/presentationml/2006/main">
  <p:tag name="LATEXADDIN" val="\documentclass{article}&#10;\usepackage{amsmath}&#10;\pagestyle{empty}&#10;\begin{document}&#10;&#10;&#10;$&#10;\alpha&#10;$&#10;&#10;\end{document}"/>
  <p:tag name="IGUANATEXSIZE" val="32"/>
</p:tagLst>
</file>

<file path=ppt/tags/tag65.xml><?xml version="1.0" encoding="utf-8"?>
<p:tagLst xmlns:a="http://schemas.openxmlformats.org/drawingml/2006/main" xmlns:r="http://schemas.openxmlformats.org/officeDocument/2006/relationships" xmlns:p="http://schemas.openxmlformats.org/presentationml/2006/main">
  <p:tag name="LATEXADDIN" val="\documentclass{article}&#10;\usepackage{amsmath}&#10;\pagestyle{empty}&#10;\begin{document}&#10;&#10;&#10;$&#10;\alpha&#10;$&#10;&#10;\end{document}"/>
  <p:tag name="IGUANATEXSIZE" val="28"/>
</p:tagLst>
</file>

<file path=ppt/tags/tag66.xml><?xml version="1.0" encoding="utf-8"?>
<p:tagLst xmlns:a="http://schemas.openxmlformats.org/drawingml/2006/main" xmlns:r="http://schemas.openxmlformats.org/officeDocument/2006/relationships" xmlns:p="http://schemas.openxmlformats.org/presentationml/2006/main">
  <p:tag name="LATEXADDIN" val="\documentclass{article}&#10;\usepackage{amsmath}&#10;\pagestyle{empty}&#10;\begin{document}&#10;&#10;&#10;$&#10;\alpha&#10;$&#10;&#10;\end{document}"/>
  <p:tag name="IGUANATEXSIZE" val="28"/>
</p:tagLst>
</file>

<file path=ppt/tags/tag67.xml><?xml version="1.0" encoding="utf-8"?>
<p:tagLst xmlns:a="http://schemas.openxmlformats.org/drawingml/2006/main" xmlns:r="http://schemas.openxmlformats.org/officeDocument/2006/relationships" xmlns:p="http://schemas.openxmlformats.org/presentationml/2006/main">
  <p:tag name="LATEXADDIN" val="\documentclass{article}&#10;\usepackage{amsmath}&#10;\pagestyle{empty}&#10;\begin{document}&#10;&#10;&#10;$&#10;J(\theta)&#10;$&#10;&#10;\end{document}"/>
  <p:tag name="IGUANATEXSIZE" val="24"/>
</p:tagLst>
</file>

<file path=ppt/tags/tag68.xml><?xml version="1.0" encoding="utf-8"?>
<p:tagLst xmlns:a="http://schemas.openxmlformats.org/drawingml/2006/main" xmlns:r="http://schemas.openxmlformats.org/officeDocument/2006/relationships" xmlns:p="http://schemas.openxmlformats.org/presentationml/2006/main">
  <p:tag name="LATEXADDIN" val="\documentclass{article}&#10;\usepackage{amsmath}&#10;\pagestyle{empty}&#10;\begin{document}&#10;&#10;&#10;$&#10;\alpha&#10;$&#10;&#10;\end{document}"/>
  <p:tag name="IGUANATEXSIZE" val="28"/>
</p:tagLst>
</file>

<file path=ppt/tags/tag69.xml><?xml version="1.0" encoding="utf-8"?>
<p:tagLst xmlns:a="http://schemas.openxmlformats.org/drawingml/2006/main" xmlns:r="http://schemas.openxmlformats.org/officeDocument/2006/relationships" xmlns:p="http://schemas.openxmlformats.org/presentationml/2006/main">
  <p:tag name="LATEXADDIN" val="\documentclass{article}&#10;\usepackage{amsmath}&#10;\pagestyle{empty}&#10;\begin{document}&#10;&#10;&#10;$&#10;\dots, 0.001, 0.000, 0.01, 0.000, 0.1, 0.000, 1, \dots&#10;$&#10;&#10;\end{document}"/>
  <p:tag name="IGUANATEXSIZE" val="28"/>
</p:tagLst>
</file>

<file path=ppt/tags/tag70.xml><?xml version="1.0" encoding="utf-8"?>
<p:tagLst xmlns:a="http://schemas.openxmlformats.org/drawingml/2006/main" xmlns:r="http://schemas.openxmlformats.org/officeDocument/2006/relationships" xmlns:p="http://schemas.openxmlformats.org/presentationml/2006/main">
  <p:tag name="LATEXADDIN" val="\documentclass{article}&#10;\usepackage{amsmath}&#10;\pagestyle{empty}&#10;\begin{document}&#10;&#10;&#10;$&#10;\alpha&#10;$&#10;&#10;\end{document}"/>
  <p:tag name="IGUANATEXSIZE" val="28"/>
</p:tagLst>
</file>

<file path=ppt/theme/theme1.xml><?xml version="1.0" encoding="utf-8"?>
<a:theme xmlns:a="http://schemas.openxmlformats.org/drawingml/2006/main" name="2_Office Theme">
  <a:themeElements>
    <a:clrScheme name="Office">
      <a:dk1>
        <a:sysClr val="windowText" lastClr="000000"/>
      </a:dk1>
      <a:lt1>
        <a:sysClr val="window" lastClr="FFFFFF"/>
      </a:lt1>
      <a:dk2>
        <a:srgbClr val="44546A"/>
      </a:dk2>
      <a:lt2>
        <a:srgbClr val="E7E6E6"/>
      </a:lt2>
      <a:accent1>
        <a:srgbClr val="4472C4"/>
      </a:accent1>
      <a:accent2>
        <a:srgbClr val="ED7D31"/>
      </a:accent2>
      <a:accent3>
        <a:srgbClr val="A5A5A5"/>
      </a:accent3>
      <a:accent4>
        <a:srgbClr val="FFC000"/>
      </a:accent4>
      <a:accent5>
        <a:srgbClr val="5B9BD5"/>
      </a:accent5>
      <a:accent6>
        <a:srgbClr val="70AD47"/>
      </a:accent6>
      <a:hlink>
        <a:srgbClr val="0563C1"/>
      </a:hlink>
      <a:folHlink>
        <a:srgbClr val="954F72"/>
      </a:folHlink>
    </a:clrScheme>
    <a:fontScheme name="Arial">
      <a:majorFont>
        <a:latin typeface="Arial" panose="020B0604020202020204"/>
        <a:ea typeface=""/>
        <a:cs typeface=""/>
        <a:font script="Jpan" typeface="ＭＳ Ｐゴシック"/>
        <a:font script="Hang" typeface="굴림"/>
        <a:font script="Hans" typeface="黑体"/>
        <a:font script="Hant" typeface="微軟正黑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majorFont>
      <a:minorFont>
        <a:latin typeface="Arial" panose="020B0604020202020204"/>
        <a:ea typeface=""/>
        <a:cs typeface=""/>
        <a:font script="Jpan" typeface="ＭＳ Ｐゴシック"/>
        <a:font script="Hang" typeface="굴림"/>
        <a:font script="Hans" typeface="黑体"/>
        <a:font script="Hant" typeface="微軟正黑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minorFont>
    </a:fontScheme>
    <a:fmtScheme name="Office">
      <a:fillStyleLst>
        <a:solidFill>
          <a:schemeClr val="phClr"/>
        </a:solidFill>
        <a:gradFill rotWithShape="1">
          <a:gsLst>
            <a:gs pos="0">
              <a:schemeClr val="phClr">
                <a:lumMod val="110000"/>
                <a:satMod val="105000"/>
                <a:tint val="67000"/>
              </a:schemeClr>
            </a:gs>
            <a:gs pos="50000">
              <a:schemeClr val="phClr">
                <a:lumMod val="105000"/>
                <a:satMod val="103000"/>
                <a:tint val="73000"/>
              </a:schemeClr>
            </a:gs>
            <a:gs pos="100000">
              <a:schemeClr val="phClr">
                <a:lumMod val="105000"/>
                <a:satMod val="109000"/>
                <a:tint val="81000"/>
              </a:schemeClr>
            </a:gs>
          </a:gsLst>
          <a:lin ang="5400000" scaled="0"/>
        </a:gradFill>
        <a:gradFill rotWithShape="1">
          <a:gsLst>
            <a:gs pos="0">
              <a:schemeClr val="phClr">
                <a:satMod val="103000"/>
                <a:lumMod val="102000"/>
                <a:tint val="94000"/>
              </a:schemeClr>
            </a:gs>
            <a:gs pos="50000">
              <a:schemeClr val="phClr">
                <a:satMod val="110000"/>
                <a:lumMod val="100000"/>
                <a:shade val="100000"/>
              </a:schemeClr>
            </a:gs>
            <a:gs pos="100000">
              <a:schemeClr val="phClr">
                <a:lumMod val="99000"/>
                <a:satMod val="120000"/>
                <a:shade val="78000"/>
              </a:schemeClr>
            </a:gs>
          </a:gsLst>
          <a:lin ang="5400000" scaled="0"/>
        </a:gradFill>
      </a:fillStyleLst>
      <a:lnStyleLst>
        <a:ln w="6350" cap="flat" cmpd="sng" algn="ctr">
          <a:solidFill>
            <a:schemeClr val="phClr"/>
          </a:solidFill>
          <a:prstDash val="solid"/>
          <a:miter lim="800000"/>
        </a:ln>
        <a:ln w="12700" cap="flat" cmpd="sng" algn="ctr">
          <a:solidFill>
            <a:schemeClr val="phClr"/>
          </a:solidFill>
          <a:prstDash val="solid"/>
          <a:miter lim="800000"/>
        </a:ln>
        <a:ln w="19050" cap="flat" cmpd="sng" algn="ctr">
          <a:solidFill>
            <a:schemeClr val="phClr"/>
          </a:solidFill>
          <a:prstDash val="solid"/>
          <a:miter lim="800000"/>
        </a:ln>
      </a:lnStyleLst>
      <a:effectStyleLst>
        <a:effectStyle>
          <a:effectLst/>
        </a:effectStyle>
        <a:effectStyle>
          <a:effectLst/>
        </a:effectStyle>
        <a:effectStyle>
          <a:effectLst>
            <a:outerShdw blurRad="57150" dist="19050" dir="5400000" algn="ctr" rotWithShape="0">
              <a:srgbClr val="000000">
                <a:alpha val="63000"/>
              </a:srgbClr>
            </a:outerShdw>
          </a:effectLst>
        </a:effectStyle>
      </a:effectStyleLst>
      <a:bgFillStyleLst>
        <a:solidFill>
          <a:schemeClr val="phClr"/>
        </a:solidFill>
        <a:solidFill>
          <a:schemeClr val="phClr">
            <a:tint val="95000"/>
            <a:satMod val="170000"/>
          </a:schemeClr>
        </a:solidFill>
        <a:gradFill rotWithShape="1">
          <a:gsLst>
            <a:gs pos="0">
              <a:schemeClr val="phClr">
                <a:tint val="93000"/>
                <a:satMod val="150000"/>
                <a:shade val="98000"/>
                <a:lumMod val="102000"/>
              </a:schemeClr>
            </a:gs>
            <a:gs pos="50000">
              <a:schemeClr val="phClr">
                <a:tint val="98000"/>
                <a:satMod val="130000"/>
                <a:shade val="90000"/>
                <a:lumMod val="103000"/>
              </a:schemeClr>
            </a:gs>
            <a:gs pos="100000">
              <a:schemeClr val="phClr">
                <a:shade val="63000"/>
                <a:satMod val="120000"/>
              </a:schemeClr>
            </a:gs>
          </a:gsLst>
          <a:lin ang="5400000" scaled="0"/>
        </a:gradFill>
      </a:bgFillStyleLst>
    </a:fmtScheme>
  </a:themeElements>
  <a:objectDefaults/>
  <a:extraClrSchemeLst/>
  <a:extLst>
    <a:ext uri="{05A4C25C-085E-4340-85A3-A5531E510DB2}">
      <thm15:themeFamily xmlns:thm15="http://schemas.microsoft.com/office/thememl/2012/main" name="Office Theme" id="{62F939B6-93AF-4DB8-9C6B-D6C7DFDC589F}" vid="{4A3C46E8-61CC-4603-A589-7422A47A8E4A}"/>
    </a:ext>
  </a:extLst>
</a:theme>
</file>

<file path=ppt/theme/theme2.xml><?xml version="1.0" encoding="utf-8"?>
<a:theme xmlns:a="http://schemas.openxmlformats.org/drawingml/2006/main" name="Office Theme">
  <a:themeElements>
    <a:clrScheme name="Office">
      <a:dk1>
        <a:sysClr val="windowText" lastClr="000000"/>
      </a:dk1>
      <a:lt1>
        <a:sysClr val="window" lastClr="FFFFFF"/>
      </a:lt1>
      <a:dk2>
        <a:srgbClr val="1F497D"/>
      </a:dk2>
      <a:lt2>
        <a:srgbClr val="EEECE1"/>
      </a:lt2>
      <a:accent1>
        <a:srgbClr val="4F81BD"/>
      </a:accent1>
      <a:accent2>
        <a:srgbClr val="C0504D"/>
      </a:accent2>
      <a:accent3>
        <a:srgbClr val="9BBB59"/>
      </a:accent3>
      <a:accent4>
        <a:srgbClr val="8064A2"/>
      </a:accent4>
      <a:accent5>
        <a:srgbClr val="4BACC6"/>
      </a:accent5>
      <a:accent6>
        <a:srgbClr val="F79646"/>
      </a:accent6>
      <a:hlink>
        <a:srgbClr val="0000FF"/>
      </a:hlink>
      <a:folHlink>
        <a:srgbClr val="800080"/>
      </a:folHlink>
    </a:clrScheme>
    <a:fontScheme name="Office">
      <a:majorFont>
        <a:latin typeface="Calibri"/>
        <a:ea typeface=""/>
        <a:cs typeface=""/>
        <a:font script="Jpan" typeface="ＭＳ Ｐゴシック"/>
        <a:font script="Hang" typeface="맑은 고딕"/>
        <a:font script="Hans" typeface="宋体"/>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majorFont>
      <a:minorFont>
        <a:latin typeface="Calibri"/>
        <a:ea typeface=""/>
        <a:cs typeface=""/>
        <a:font script="Jpan" typeface="ＭＳ Ｐゴシック"/>
        <a:font script="Hang" typeface="맑은 고딕"/>
        <a:font script="Hans" typeface="宋体"/>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minorFont>
    </a:fontScheme>
    <a:fmtScheme name="Office">
      <a:fillStyleLst>
        <a:solidFill>
          <a:schemeClr val="phClr"/>
        </a:solidFill>
        <a:gradFill rotWithShape="1">
          <a:gsLst>
            <a:gs pos="0">
              <a:schemeClr val="phClr">
                <a:tint val="50000"/>
                <a:satMod val="300000"/>
              </a:schemeClr>
            </a:gs>
            <a:gs pos="35000">
              <a:schemeClr val="phClr">
                <a:tint val="37000"/>
                <a:satMod val="300000"/>
              </a:schemeClr>
            </a:gs>
            <a:gs pos="100000">
              <a:schemeClr val="phClr">
                <a:tint val="15000"/>
                <a:satMod val="350000"/>
              </a:schemeClr>
            </a:gs>
          </a:gsLst>
          <a:lin ang="16200000" scaled="1"/>
        </a:gradFill>
        <a:gradFill rotWithShape="1">
          <a:gsLst>
            <a:gs pos="0">
              <a:schemeClr val="phClr">
                <a:shade val="51000"/>
                <a:satMod val="130000"/>
              </a:schemeClr>
            </a:gs>
            <a:gs pos="80000">
              <a:schemeClr val="phClr">
                <a:shade val="93000"/>
                <a:satMod val="130000"/>
              </a:schemeClr>
            </a:gs>
            <a:gs pos="100000">
              <a:schemeClr val="phClr">
                <a:shade val="94000"/>
                <a:satMod val="135000"/>
              </a:schemeClr>
            </a:gs>
          </a:gsLst>
          <a:lin ang="16200000" scaled="0"/>
        </a:gradFill>
      </a:fillStyleLst>
      <a:lnStyleLst>
        <a:ln w="9525" cap="flat" cmpd="sng" algn="ctr">
          <a:solidFill>
            <a:schemeClr val="phClr">
              <a:shade val="95000"/>
              <a:satMod val="105000"/>
            </a:schemeClr>
          </a:solidFill>
          <a:prstDash val="solid"/>
        </a:ln>
        <a:ln w="25400" cap="flat" cmpd="sng" algn="ctr">
          <a:solidFill>
            <a:schemeClr val="phClr"/>
          </a:solidFill>
          <a:prstDash val="solid"/>
        </a:ln>
        <a:ln w="38100" cap="flat" cmpd="sng" algn="ctr">
          <a:solidFill>
            <a:schemeClr val="phClr"/>
          </a:solidFill>
          <a:prstDash val="solid"/>
        </a:ln>
      </a:lnStyleLst>
      <a:effectStyleLst>
        <a:effectStyle>
          <a:effectLst>
            <a:outerShdw blurRad="40000" dist="20000" dir="5400000" rotWithShape="0">
              <a:srgbClr val="000000">
                <a:alpha val="38000"/>
              </a:srgbClr>
            </a:outerShdw>
          </a:effectLst>
        </a:effectStyle>
        <a:effectStyle>
          <a:effectLst>
            <a:outerShdw blurRad="40000" dist="23000" dir="5400000" rotWithShape="0">
              <a:srgbClr val="000000">
                <a:alpha val="35000"/>
              </a:srgbClr>
            </a:outerShdw>
          </a:effectLst>
        </a:effectStyle>
        <a:effectStyle>
          <a:effectLst>
            <a:outerShdw blurRad="40000" dist="23000" dir="5400000" rotWithShape="0">
              <a:srgbClr val="000000">
                <a:alpha val="35000"/>
              </a:srgbClr>
            </a:outerShdw>
          </a:effectLst>
          <a:scene3d>
            <a:camera prst="orthographicFront">
              <a:rot lat="0" lon="0" rev="0"/>
            </a:camera>
            <a:lightRig rig="threePt" dir="t">
              <a:rot lat="0" lon="0" rev="1200000"/>
            </a:lightRig>
          </a:scene3d>
          <a:sp3d>
            <a:bevelT w="63500" h="25400"/>
          </a:sp3d>
        </a:effectStyle>
      </a:effectStyleLst>
      <a:bgFillStyleLst>
        <a:solidFill>
          <a:schemeClr val="phClr"/>
        </a:solidFill>
        <a:gradFill rotWithShape="1">
          <a:gsLst>
            <a:gs pos="0">
              <a:schemeClr val="phClr">
                <a:tint val="40000"/>
                <a:satMod val="350000"/>
              </a:schemeClr>
            </a:gs>
            <a:gs pos="40000">
              <a:schemeClr val="phClr">
                <a:tint val="45000"/>
                <a:shade val="99000"/>
                <a:satMod val="350000"/>
              </a:schemeClr>
            </a:gs>
            <a:gs pos="100000">
              <a:schemeClr val="phClr">
                <a:shade val="20000"/>
                <a:satMod val="255000"/>
              </a:schemeClr>
            </a:gs>
          </a:gsLst>
          <a:path path="circle">
            <a:fillToRect l="50000" t="-80000" r="50000" b="180000"/>
          </a:path>
        </a:gradFill>
        <a:gradFill rotWithShape="1">
          <a:gsLst>
            <a:gs pos="0">
              <a:schemeClr val="phClr">
                <a:tint val="80000"/>
                <a:satMod val="300000"/>
              </a:schemeClr>
            </a:gs>
            <a:gs pos="100000">
              <a:schemeClr val="phClr">
                <a:shade val="30000"/>
                <a:satMod val="200000"/>
              </a:schemeClr>
            </a:gs>
          </a:gsLst>
          <a:path path="circle">
            <a:fillToRect l="50000" t="50000" r="50000" b="50000"/>
          </a:path>
        </a:gradFill>
      </a:bgFillStyleLst>
    </a:fmtScheme>
  </a:themeElements>
  <a:objectDefaults/>
  <a:extraClrSchemeLst/>
</a:theme>
</file>

<file path=docProps/app.xml><?xml version="1.0" encoding="utf-8"?>
<Properties xmlns="http://schemas.openxmlformats.org/officeDocument/2006/extended-properties" xmlns:vt="http://schemas.openxmlformats.org/officeDocument/2006/docPropsVTypes">
  <Template>Template</Template>
  <TotalTime>1708</TotalTime>
  <Words>2080</Words>
  <Application>Microsoft Office PowerPoint</Application>
  <PresentationFormat>Προβολή στην οθόνη (4:3)</PresentationFormat>
  <Paragraphs>345</Paragraphs>
  <Slides>45</Slides>
  <Notes>6</Notes>
  <HiddenSlides>0</HiddenSlides>
  <MMClips>0</MMClips>
  <ScaleCrop>false</ScaleCrop>
  <HeadingPairs>
    <vt:vector size="6" baseType="variant">
      <vt:variant>
        <vt:lpstr>Γραμματοσειρές που χρησιμοποιούνται</vt:lpstr>
      </vt:variant>
      <vt:variant>
        <vt:i4>6</vt:i4>
      </vt:variant>
      <vt:variant>
        <vt:lpstr>Θέμα</vt:lpstr>
      </vt:variant>
      <vt:variant>
        <vt:i4>1</vt:i4>
      </vt:variant>
      <vt:variant>
        <vt:lpstr>Τίτλοι διαφανειών</vt:lpstr>
      </vt:variant>
      <vt:variant>
        <vt:i4>45</vt:i4>
      </vt:variant>
    </vt:vector>
  </HeadingPairs>
  <TitlesOfParts>
    <vt:vector size="52" baseType="lpstr">
      <vt:lpstr>ＭＳ Ｐゴシック</vt:lpstr>
      <vt:lpstr>Arial</vt:lpstr>
      <vt:lpstr>Calibri</vt:lpstr>
      <vt:lpstr>Cambria Math</vt:lpstr>
      <vt:lpstr>Symbol</vt:lpstr>
      <vt:lpstr>Times New Roman</vt:lpstr>
      <vt:lpstr>2_Office Theme</vt:lpstr>
      <vt:lpstr>Regression Problem  </vt:lpstr>
      <vt:lpstr>Declaration</vt:lpstr>
      <vt:lpstr>Outlook</vt:lpstr>
      <vt:lpstr>What is linear regression</vt:lpstr>
      <vt:lpstr>Simple example </vt:lpstr>
      <vt:lpstr>Exam the data in your head</vt:lpstr>
      <vt:lpstr>Let’s plot the data</vt:lpstr>
      <vt:lpstr>More realistic example</vt:lpstr>
      <vt:lpstr>Mathematic notations</vt:lpstr>
      <vt:lpstr>Mathematic notations</vt:lpstr>
      <vt:lpstr>Mathematic notations</vt:lpstr>
      <vt:lpstr>Mathematic notations</vt:lpstr>
      <vt:lpstr>Measure “close”</vt:lpstr>
      <vt:lpstr>Calculation the closest θ value with the Cost Function</vt:lpstr>
      <vt:lpstr>Παρουσίαση του PowerPoint</vt:lpstr>
      <vt:lpstr>Παρουσίαση του PowerPoint</vt:lpstr>
      <vt:lpstr>LMS (least mean squares)</vt:lpstr>
      <vt:lpstr>Gradient descent algorithm in example</vt:lpstr>
      <vt:lpstr>Gradient descent algorithm in code</vt:lpstr>
      <vt:lpstr>Alternative way to minimisation J</vt:lpstr>
      <vt:lpstr>Gradient descent visualisation</vt:lpstr>
      <vt:lpstr>Παρουσίαση του PowerPoint</vt:lpstr>
      <vt:lpstr>Παρουσίαση του PowerPoint</vt:lpstr>
      <vt:lpstr>Παρουσίαση του PowerPoint</vt:lpstr>
      <vt:lpstr>Παρουσίαση του PowerPoint</vt:lpstr>
      <vt:lpstr>Παρουσίαση του PowerPoint</vt:lpstr>
      <vt:lpstr>Παρουσίαση του PowerPoint</vt:lpstr>
      <vt:lpstr>Παρουσίαση του PowerPoint</vt:lpstr>
      <vt:lpstr>Παρουσίαση του PowerPoint</vt:lpstr>
      <vt:lpstr>“Batch” Gradient Descent</vt:lpstr>
      <vt:lpstr>The multiple features</vt:lpstr>
      <vt:lpstr>Παρουσίαση του PowerPoint</vt:lpstr>
      <vt:lpstr>Παρουσίαση του PowerPoint</vt:lpstr>
      <vt:lpstr>Παρουσίαση του PowerPoint</vt:lpstr>
      <vt:lpstr>Παρουσίαση του PowerPoint</vt:lpstr>
      <vt:lpstr>Outlook</vt:lpstr>
      <vt:lpstr>Logistic Regression</vt:lpstr>
      <vt:lpstr>Binary Classification problem examples</vt:lpstr>
      <vt:lpstr>Logistic Regression model</vt:lpstr>
      <vt:lpstr>Important property  </vt:lpstr>
      <vt:lpstr>Search for θ</vt:lpstr>
      <vt:lpstr>Search for θ (cont.)</vt:lpstr>
      <vt:lpstr>Logistic Regression Python </vt:lpstr>
      <vt:lpstr>Evaluation</vt:lpstr>
      <vt:lpstr>Summary</vt:lpstr>
    </vt:vector>
  </TitlesOfParts>
  <LinksUpToDate>false</LinksUpToDate>
  <SharedDoc>false</SharedDoc>
  <HyperlinksChanged>false</HyperlinksChanged>
  <AppVersion>16.0000</AppVersion>
</Properties>
</file>

<file path=docProps/core.xml><?xml version="1.0" encoding="utf-8"?>
<cp:coreProperties xmlns:cp="http://schemas.openxmlformats.org/package/2006/metadata/core-properties" xmlns:dc="http://purl.org/dc/elements/1.1/" xmlns:dcterms="http://purl.org/dc/terms/" xmlns:dcmitype="http://purl.org/dc/dcmitype/" xmlns:xsi="http://www.w3.org/2001/XMLSchema-instance">
  <dc:title>Machine Learning  Linear Regression</dc:title>
  <dc:creator>Maxwell Yu</dc:creator>
  <cp:lastModifiedBy>Giannis Tsioulis</cp:lastModifiedBy>
  <cp:revision>57</cp:revision>
  <dcterms:created xsi:type="dcterms:W3CDTF">2006-08-16T00:00:00Z</dcterms:created>
  <dcterms:modified xsi:type="dcterms:W3CDTF">2025-11-04T20:22:20Z</dcterms:modified>
</cp:coreProperties>
</file>